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notesSlides/notesSlide4.xml" ContentType="application/vnd.openxmlformats-officedocument.presentationml.notesSlide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notesSlides/notesSlide5.xml" ContentType="application/vnd.openxmlformats-officedocument.presentationml.notesSlide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notesSlides/notesSlide6.xml" ContentType="application/vnd.openxmlformats-officedocument.presentationml.notesSlide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notesSlides/notesSlide7.xml" ContentType="application/vnd.openxmlformats-officedocument.presentationml.notesSlide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notesSlides/notesSlide8.xml" ContentType="application/vnd.openxmlformats-officedocument.presentationml.notesSlide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notesSlides/notesSlide9.xml" ContentType="application/vnd.openxmlformats-officedocument.presentationml.notesSlide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notesSlides/notesSlide10.xml" ContentType="application/vnd.openxmlformats-officedocument.presentationml.notesSlide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notesSlides/notesSlide13.xml" ContentType="application/vnd.openxmlformats-officedocument.presentationml.notesSlide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notesSlides/notesSlide14.xml" ContentType="application/vnd.openxmlformats-officedocument.presentationml.notesSlide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58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4:57.8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3813 1587 24575,'1'-1'0,"-1"0"0,0 0 0,0 1 0,1-1 0,-1 0 0,0 0 0,1 0 0,-1 1 0,1-1 0,-1 0 0,1 1 0,-1-1 0,1 0 0,-1 1 0,1-1 0,0 1 0,-1-1 0,1 1 0,0-1 0,0 1 0,-1-1 0,1 1 0,0 0 0,0-1 0,0 1 0,-1 0 0,1 0 0,1-1 0,6-1 0,3-4 0,12-3 0,0 0 0,43-10 0,113-18 0,348-49 0,14 39 0,-334 50 0,-60 1 0,-34-6 0,133 4 0,-71 22 0,-37-4 0,54-6 0,-153-13 0,-1-2 0,75-12 0,-90 7 0,1-1 0,-1-1 0,-1-2 0,37-20 0,-30 15 0,45-17 0,-50 25 0,-1 2 0,1 1 0,0 0 0,0 2 0,46 2 0,16-2 0,-73 1 0,0 0 0,0-1 0,-1-1 0,14-3 0,-22 4 0,0 1 0,0-1 0,0 0 0,-1 0 0,1 0 0,0 0 0,-1 0 0,1-1 0,-1 0 0,0 0 0,0 0 0,0 0 0,0 0 0,-1 0 0,5-8 0,0-4 0,-1 1 0,-1-1 0,-1-1 0,0 1 0,-1-1 0,0 1 0,0-18 0,-3-116 0,-3 74 0,2 63 0,0 0 0,0 0 0,-2 1 0,1-1 0,-8-19 0,-28-54 0,29 67 0,-5-9 0,-1 0 0,-1 2 0,-23-29 0,-66-64 0,73 85 0,-2 2 0,-1 1 0,-1 2 0,-2 2 0,-1 1 0,-54-26 0,34 25 0,-1 2 0,-1 3 0,-126-26 0,29 21-2,-238-8-1,-166 29-672,466 6 408,-166-1 17,-297 6 968,405 7-375,-7 0-207,-446-13-136,381-14 0,-131 0 0,328 16 0,0 2 0,1 1 0,-47 14 0,-80 36 0,110-36 0,-2-2 0,0-2 0,-91 16 0,40-24 0,-138-8 0,101-2 0,25 2 0,-190 24 0,224-11 0,-67 11 0,-210 7 0,181-32 0,-106 2 0,219 7 0,0 2 0,-76 23 0,127-30 0,4-1 0,1-1 0,-1 1 0,1 1 0,-1-1 0,1 0 0,0 1 0,0 0 0,0 0 0,0 0 0,0 0 0,0 0 0,0 0 0,1 1 0,-1-1 0,1 1 0,0 0 0,0 0 0,0 0 0,0 0 0,0 0 0,0 0 0,1 0 0,0 1 0,-1-1 0,1 1 0,1-1 0,-1 1 0,0-1 0,1 1 0,0-1 0,0 1 0,0 4 0,-10 142 0,-1 12 0,10-131 0,0-7 0,2 30 0,0-47 0,0 0 0,0-1 0,0 1 0,1-1 0,0 1 0,1-1 0,-1 0 0,1 1 0,4 6 0,13 19 0,-3 1 0,20 49 0,10 20 0,-42-94 0,1 0 0,0 0 0,0-1 0,0 0 0,1-1 0,0 1 0,0-1 0,1 0 0,14 8 0,-7-5 0,23 21 0,-34-26 0,103 88 0,-94-83 0,0 0 0,1-1 0,0 0 0,1-1 0,-1 0 0,28 7 0,105 24 0,208 27 0,-138-34 0,-111-14 0,140 5 0,215-25 0,-135-25 0,57-2 0,495 10-106,-815 17 64,867-29-449,-908 33 683,-1 1 0,30 8-1,-37-6-377,1-1 1,0-1-1,0 0 0,0-1 0,0-1 0,17-1 0,-9-4-6640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5:04.1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190 111 24575,'0'511'0,"-3"-495"0,2-16 0,1 0 0,0 0 0,-1 0 0,1 0 0,0 0 0,0 0 0,-1 0 0,1 0 0,0 0 0,-1 0 0,1 0 0,0 0 0,0 0 0,-1-1 0,1 1 0,0 0 0,0 0 0,0 0 0,-1-1 0,1 1 0,0 0 0,0 0 0,0 0 0,-1-1 0,1 1 0,0 0 0,0-1 0,0 1 0,0 0 0,0-1 0,-16-32 0,-48-153 0,52 141 0,1 0 0,-5-59 0,14 71 0,1-1 0,2 0 0,1 0 0,8-39 0,-10 72 0,0 1 0,0-1 0,0 1 0,0 0 0,0-1 0,0 1 0,0-1 0,0 1 0,0 0 0,0-1 0,0 1 0,0-1 0,0 1 0,0 0 0,1-1 0,-1 1 0,0 0 0,0-1 0,0 1 0,1 0 0,-1-1 0,0 1 0,0 0 0,1-1 0,-1 1 0,0 0 0,0-1 0,1 1 0,-1 0 0,0 0 0,1-1 0,3 15 0,-1 25 0,-2-24 0,-1-1 0,-1 1 0,-1-1 0,0 1 0,0-1 0,-1 0 0,-1 1 0,-1-2 0,0 1 0,-7 13 0,0-1 0,7-15 0,0 0 0,0 0 0,-9 12 0,14-23 0,0 0 0,0 0 0,0 0 0,-1 0 0,1 0 0,0 0 0,0 0 0,0 1 0,0-1 0,0 0 0,0 0 0,0 0 0,0 0 0,-1 0 0,1 0 0,0 0 0,0 0 0,0 0 0,0 0 0,0 0 0,0 0 0,0 0 0,-1 0 0,1 0 0,0 0 0,0 0 0,0 0 0,0 0 0,0 0 0,0 0 0,-1 0 0,1 0 0,0 0 0,0 0 0,0 0 0,0 0 0,0 0 0,0 0 0,0 0 0,-1-1 0,1 1 0,0 0 0,0 0 0,0 0 0,0 0 0,0 0 0,0 0 0,0 0 0,0 0 0,0-1 0,0 1 0,0 0 0,0 0 0,0 0 0,0 0 0,0 0 0,0 0 0,0 0 0,0-1 0,0 1 0,0 0 0,0 0 0,0 0 0,0 0 0,0 0 0,0 0 0,0-1 0,-2-10 0,3-1 0,0 1 0,0-1 0,1 1 0,1-1 0,0 1 0,0 0 0,8-16 0,-4 10 0,2 0 0,0 1 0,0 1 0,13-16 0,-20 29 0,-1 0 0,1 0 0,0 0 0,-1 0 0,1 1 0,0-1 0,0 1 0,0-1 0,0 1 0,0 0 0,0-1 0,0 1 0,1 0 0,-1 0 0,0 1 0,1-1 0,4 0 0,-4 1 0,1 0 0,-1 1 0,1-1 0,-1 1 0,1 0 0,-1 0 0,0 0 0,1 1 0,-1-1 0,0 1 0,0 0 0,4 2 0,100 74 96,-48-34-1557,-36-28-5365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6:03.6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127 27 24575,'0'329'0,"2"-408"0,-4-90 0,2 168 0,0 0 0,0 1 0,0-1 0,0 0 0,0 0 0,0 0 0,-1 1 0,1-1 0,0 0 0,-1 0 0,1 1 0,0-1 0,-1 0 0,1 1 0,-1-1 0,1 0 0,-1 1 0,1-1 0,-1 1 0,1-1 0,-1 1 0,0-1 0,1 1 0,-1-1 0,0 1 0,1-1 0,-2 1 0,0-1 0,0 1 0,0 0 0,0 0 0,0 0 0,1 0 0,-1 0 0,0 1 0,0-1 0,0 0 0,0 1 0,-2 1 0,-3 1 0,0 0 0,0 0 0,0 1 0,1 0 0,-7 6 0,8-6 0,0 0 0,0 1 0,1 0 0,0 0 0,-1 0 0,1 0 0,1 1 0,-4 5 0,6-5 0,6-8 0,7-10 0,28-43 0,36-41 0,-75 95 0,0 0 0,0 0 0,0 0 0,0 0 0,1 0 0,-1 1 0,0-1 0,0 0 0,1 1 0,-1-1 0,0 1 0,1-1 0,-1 1 0,1 0 0,-1 0 0,0 0 0,1 0 0,-1 0 0,1 0 0,-1 0 0,1 0 0,-1 0 0,0 1 0,1-1 0,-1 0 0,1 1 0,-1 0 0,0-1 0,0 1 0,1 0 0,-1-1 0,1 2 0,6 4 0,0 0 0,0 0 0,11 14 0,-4-6 0,8 5-69,-13-12-190,-1 1 0,1 0-1,-2 0 1,14 18 0,-15-17-6567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5:26.7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833 788 24575,'40'-1'0,"-16"0"0,0 1 0,0 2 0,0 0 0,25 5 0,-8 1 0,1-2 0,71 0 0,-71-4 0,131 1 0,-71-3 0,119 16 0,87 7 0,0-24 0,-124 0 0,768 1 0,-660-17 0,-140 6 0,135-9 0,450-16 0,-42-5 0,15 0 0,-562 40 0,199 5 0,-283 4 0,0 3 0,93 27 0,51 10 0,93-22 0,-2-26 0,-181-1 0,80 1 0,297-11 0,-415 5 0,-1-3 0,0-4 0,102-31 0,-177 43 0,0 0 0,-1-1 0,1 1 0,0-1 0,-1 0 0,1 0 0,5-5 0,-8 7 0,-1-1 0,1 0 0,-1 1 0,1-1 0,-1 0 0,0 0 0,1 1 0,-1-1 0,0 0 0,1 0 0,-1 1 0,0-1 0,0 0 0,0 0 0,0 0 0,0 0 0,0 1 0,0-1 0,0 0 0,0 0 0,0 0 0,0 0 0,0 1 0,-1-1 0,1 0 0,0 0 0,-1 0 0,1 1 0,0-1 0,-1 0 0,1 0 0,-1 1 0,1-1 0,-1 1 0,1-1 0,-1 0 0,0 1 0,1-1 0,-1 1 0,-1-1 0,-7-8 0,0-1 0,1 0 0,0 0 0,1 0 0,0-1 0,0 0 0,1 0 0,-7-20 0,1 1 0,-31-51 0,36 70 0,0 1 0,-1 0 0,0 0 0,-1 1 0,0 0 0,0 0 0,-21-14 0,-83-39 0,68 39 0,-42-28 0,78 46 0,1 0 0,-1 1 0,0 0 0,0 1 0,0-1 0,-1 2 0,1 0 0,-12-2 0,-82-3 0,70 6 0,-491-34 0,-72 19-69,460 16-175,-2386 39-5000,2418-34 5185,-276 7 149,125-22 3847,-249-16-3159,-263-28 33,491 13-811,-361-34 0,492 73 0,0 6 0,-190 31 0,-322 83 0,606-106 0,1 1 0,-52 23 0,70-22 0,1 2 0,1 1 0,0 1 0,1 2 0,2 1 0,0 1 0,-28 30 0,45-42 0,0 2 0,1-1 0,0 1 0,1 1 0,1-1 0,0 1 0,0 1 0,-5 17 0,10-25 0,0 0 0,1 0 0,0 1 0,0-1 0,0 1 0,1-1 0,0 1 0,0-1 0,0 1 0,1 0 0,0-1 0,0 0 0,1 1 0,0-1 0,0 0 0,0 0 0,1 0 0,0 0 0,0 0 0,8 9 0,-1-2 0,2-2 0,-1 1 0,2-1 0,-1-1 0,1 0 0,1-1 0,0 0 0,0-1 0,1-1 0,25 9 0,-17-8 0,1-1 0,0-1 0,0-1 0,0-1 0,1-2 0,34 1 0,-57-3-44,-1 0 0,1 0 0,0 0 0,0 0 0,0 0 0,0 0 0,0 0 0,0-1 0,-1 1 0,1-1 0,0 1 0,0-1 0,-1 0 0,1 0 0,0 0 0,-1 1 0,1-2-1,-1 1 1,1 0 0,-1 0 0,1 0 0,-1-1 0,0 1 0,0-1 0,1 1 0,-1-1 0,0 1 0,0-1 0,-1 0 0,2-1 0,1-13-6782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5:29.4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70 61 24575,'1'0'0,"0"0"0,0 1 0,0-1 0,0 1 0,-1-1 0,1 1 0,0-1 0,-1 1 0,1 0 0,0-1 0,-1 1 0,1 0 0,-1 0 0,1-1 0,-1 1 0,1 0 0,-1 0 0,0 0 0,1 0 0,-1 0 0,0-1 0,0 3 0,6 21 0,-1 18 0,-2 2 0,-4 73 0,-1-37 0,2-64 0,1-8 0,-1 0 0,-1 1 0,-1 11 0,0-17 0,-1-8 0,-1-12 0,3 14 0,-9-37 0,2-1 0,2 0 0,2-1 0,1 1 0,2-1 0,2 0 0,2 1 0,10-53 0,-20 125 0,-2-1 0,-1 0 0,-26 51 0,36-80 0,0-1 0,0 0 0,0 0 0,0 0 0,0 0 0,0 0 0,0 0 0,0 0 0,0 0 0,0 0 0,0 0 0,0 0 0,0 0 0,0 0 0,0 1 0,0-1 0,0 0 0,0 0 0,-1 0 0,1 0 0,0 0 0,0 0 0,0 0 0,0 0 0,0 0 0,0 0 0,0 0 0,0 0 0,0 0 0,0 0 0,0 0 0,0 0 0,0 0 0,0 0 0,0 0 0,-1 0 0,1 0 0,0 0 0,0 0 0,0 0 0,0 0 0,0 0 0,0 0 0,0 0 0,0 0 0,0 0 0,0 0 0,0 0 0,0 0 0,0 0 0,-1 0 0,1 0 0,0 0 0,0 0 0,0 0 0,0 0 0,0 0 0,0 0 0,0 0 0,0-1 0,0 1 0,0 0 0,0 0 0,0 0 0,0 0 0,0 0 0,0 0 0,0 0 0,-2-9 0,3-11 0,11-25 0,-11 41 0,0 1 0,0-1 0,0 1 0,1 0 0,0 0 0,0 0 0,0 0 0,0 0 0,0 0 0,5-4 0,-7 7 0,0 0 0,0-1 0,1 1 0,-1 0 0,0 0 0,0 0 0,0 0 0,1 0 0,-1 0 0,0 0 0,0 0 0,1 0 0,-1 0 0,0 0 0,0 0 0,1 0 0,-1 0 0,0 0 0,0 0 0,1 0 0,-1 0 0,0 1 0,0-1 0,1 0 0,-1 0 0,0 0 0,0 0 0,0 0 0,1 1 0,-1-1 0,0 0 0,0 0 0,0 0 0,0 1 0,1-1 0,-1 0 0,0 0 0,0 0 0,0 1 0,0-1 0,0 0 0,0 0 0,0 1 0,0-1 0,0 0 0,0 0 0,0 1 0,0-1 0,0 0 0,0 0 0,0 1 0,0-1 0,0 1 0,1 14 0,-2-1 0,-1 0 0,0 0 0,-1 0 0,0-1 0,-9 20 0,31-64 0,22-29 0,-7 12 0,-34 46 0,1 1 0,0-1 0,0 1 0,0-1 0,0 1 0,0 0 0,0 0 0,0-1 0,0 1 0,1 0 0,-1 0 0,0 0 0,1 0 0,-1 0 0,1 1 0,-1-1 0,1 0 0,2 0 0,-2 1 0,-1 1 0,1-1 0,-1 1 0,1 0 0,-1-1 0,1 1 0,-1 0 0,0 0 0,1 0 0,-1 0 0,0 0 0,0 0 0,0 0 0,1 0 0,-1 0 0,0 1 0,-1-1 0,1 0 0,1 3 0,27 39-87,-3-2-552,45 51 0,-63-83-6187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6:20.7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38 24575,'198'-10'0,"-46"1"0,-100 8 0,542 1 0,-584 1 0,4-1 0,0 1 0,27 6 0,-42-5 0,-7 0 0,-17 2 0,-432-19 0,345 7 0,51 3 0,-35-1 0,95 6 0,1-1 0,0 1 0,-1 0 0,1 0 0,0 0 0,-1 0 0,1 0 0,-1 0 0,1 0 0,0 0 0,-1 0 0,1 0 0,-1 0 0,1 0 0,0 0 0,-1 1 0,1-1 0,0 0 0,-1 0 0,1 0 0,0 0 0,-1 1 0,1-1 0,0 0 0,-1 0 0,1 1 0,0-1 0,0 0 0,-1 1 0,1-1 0,0 0 0,-1 1 0,11 9 0,3-3 0,0-1 0,0 0 0,0-1 0,25 6 0,-32-9 0,81 19 0,165 21 0,95-24 0,-329-18 0,9 0 0,37-4 0,-105-2 0,-684 1 0,479 7 0,217-1 0,25 1 0,9 1 0,11 2 0,0-1 0,0-1 0,0 0 0,20 0 0,-20-1 0,679 20-267,-575-21-105,-5-1 170,286 8-995,-343-3-4956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6:58:58.3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24575,'5'1'0,"0"-1"0,0 1 0,0 0 0,0 0 0,0 1 0,0 0 0,7 3 0,2 1 0,3 1 0,18 7 0,49 12 0,52 4-217,191 16 0,149-14-218,-239-18 547,173 8 354,-3-26-175,-185-11-291,378-12 0,-467 26-105,27 0-525,186 23 0,-329-20-6196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03.7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24575,'5'1'0,"0"-1"0,0 1 0,-1 0 0,1 0 0,0 0 0,-1 1 0,1-1 0,-1 1 0,1 1 0,-1-1 0,5 4 0,6 5 0,23 21 0,-30-24 0,47 44 0,91 117 0,29 76 0,-23-1 0,-115-176 0,49 125 0,-82-184 0,-1-1 0,0 0 0,-1-1 0,3 16 0,-4-22 0,-1 0 0,0 0 0,0 0 0,0 0 0,0 0 0,0 1 0,0-1 0,0 0 0,0 0 0,0 0 0,0 0 0,0 0 0,-1 0 0,1 0 0,-1 0 0,1 0 0,0 0 0,-1 0 0,0-1 0,1 1 0,-1 0 0,1 0 0,-1 0 0,0 0 0,0-1 0,1 1 0,-1 0 0,0-1 0,0 1 0,0-1 0,0 1 0,0-1 0,0 1 0,0-1 0,0 0 0,-2 1 0,-7-1 0,1 0 0,-1 0 0,0-1 0,1-1 0,-1 0 0,1 0 0,-1-1 0,1 0 0,-11-5 0,-3 0 0,-125-47 0,143 53 0,0-1 0,0 1 0,0-1 0,1 0 0,-1 0 0,1 0 0,0 0 0,0-1 0,-5-6 0,5 3 0,12 9 0,15 11 0,153 110 0,64 39 0,-55-68 0,-162-84 0,2-2 0,-1 0 0,1-1 0,0-1 0,1-2 0,27 2 0,-45-6 0,-1-1 0,0 0 0,0 0 0,0 0 0,0-1 0,0 0 0,0 0 0,-1 0 0,1-1 0,0 0 0,-1-1 0,0 0 0,0 0 0,0 0 0,-1 0 0,6-6 0,5-6 0,-1 0 0,-1-1 0,23-36 0,-28 38-170,0 0-1,-1 0 0,-1-1 1,0-1-1,-1 1 0,-1-1 1,6-32-1,-8 22-6655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32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571 343 24575,'0'-1'0,"0"1"0,0 0 0,0 0 0,-1 0 0,1 0 0,0 0 0,0 0 0,0 0 0,-1 0 0,1 0 0,0 0 0,0 0 0,0 0 0,0 0 0,-1 0 0,1 0 0,0 0 0,0 0 0,0 0 0,0 0 0,-1 0 0,1 0 0,0 0 0,0 1 0,0-1 0,0 0 0,-1 0 0,1 0 0,0 0 0,0 0 0,0 0 0,0 0 0,0 1 0,0-1 0,0 0 0,-1 0 0,1 0 0,0 0 0,0 1 0,0-1 0,0 0 0,0 0 0,0 0 0,0 0 0,0 1 0,0-1 0,0 0 0,0 0 0,0 0 0,0 0 0,0 1 0,0-1 0,10 6 0,26-1 0,-1-2 0,1-2 0,67-5 0,-92 3 0,-2 1 0,1 0 0,-1-1 0,1-1 0,-1 1 0,1-1 0,-1-1 0,0 0 0,12-5 0,-21 8 0,1-1 0,0 1 0,-1 0 0,1 0 0,0-1 0,-1 1 0,1 0 0,-1-1 0,1 1 0,-1-1 0,1 1 0,-1-1 0,1 1 0,-1-1 0,0 1 0,1-1 0,-1 1 0,1-1 0,-1 0 0,0 1 0,0-1 0,1 1 0,-1-1 0,0 0 0,0 1 0,0-1 0,0 0 0,0 0 0,0 0 0,-1 0 0,1 0 0,-1 0 0,1 1 0,-1-1 0,0 0 0,1 0 0,-1 1 0,0-1 0,0 0 0,0 1 0,1-1 0,-1 1 0,0-1 0,0 1 0,-1-1 0,-5-1 0,0-1 0,1 1 0,-1 1 0,-11-2 0,-14 2 0,-1 2 0,1 2 0,0 0 0,0 2 0,0 2 0,1 1 0,0 1 0,0 2 0,-39 19 0,56-21 0,14-9 0,0 0 0,0 0 0,0 0 0,-1 1 0,1-1 0,0 0 0,0 0 0,0 0 0,0 0 0,0 1 0,0-1 0,0 0 0,0 0 0,0 0 0,0 0 0,0 1 0,0-1 0,0 0 0,0 0 0,0 0 0,0 0 0,0 1 0,0-1 0,0 0 0,0 0 0,0 0 0,0 0 0,0 1 0,0-1 0,0 0 0,0 0 0,0 0 0,1 0 0,-1 1 0,0-1 0,0 0 0,0 0 0,0 0 0,1 0 0,1 1 0,0 0 0,1 0 0,-1 0 0,1 0 0,0-1 0,-1 1 0,1-1 0,4 0 0,139 9 0,276 28 0,-379-32 0,-37-7 0,-13-4 0,-19-5 0,-1 1 0,-1 1 0,-41-7 0,-53-8 0,0 5 0,-128-4 0,234 23 0,-1 0 0,-17 2 0,21 3 0,13-5 0,0 0 0,-1 0 0,1 1 0,0-1 0,0 0 0,0 0 0,0 0 0,0 1 0,0-1 0,0 0 0,0 0 0,0 0 0,0 1 0,0-1 0,0 0 0,0 0 0,0 0 0,0 1 0,0-1 0,0 0 0,0 0 0,0 1 0,0-1 0,0 0 0,0 0 0,0 0 0,0 1 0,0-1 0,0 0 0,0 0 0,0 0 0,1 0 0,-1 1 0,0-1 0,0 0 0,0 0 0,3 3 0,0 0 0,0-1 0,1 1 0,-1-1 0,0 0 0,1 0 0,0 0 0,-1-1 0,1 1 0,4 0 0,50 13 0,-39-11 0,114 21 0,185 11 0,-256-32 0,-47-5 0,-15 1 0,0 0 0,0 0 0,0-1 0,0 1 0,0 0 0,0 0 0,0 0 0,0 0 0,0 0 0,1 0 0,-1 0 0,0 0 0,0 0 0,0 0 0,0-1 0,0 1 0,0 0 0,0 0 0,0 0 0,0 0 0,0 0 0,0 0 0,0 0 0,0 0 0,0-1 0,-1 1 0,1 0 0,0 0 0,0 0 0,0 0 0,0 0 0,0 0 0,0 0 0,0 0 0,0 0 0,0 0 0,0 0 0,0-1 0,0 1 0,0 0 0,0 0 0,-1 0 0,1 0 0,0 0 0,0 0 0,0 0 0,0 0 0,0 0 0,0 0 0,0 0 0,0 0 0,0 0 0,-1 0 0,1 0 0,0 0 0,0 0 0,0 0 0,-26-8 0,-51-6 0,-1 3 0,-97-1 0,163 12 0,1-1 0,-1 0 0,1 1 0,0 1 0,-1 0 0,-21 4 0,32-5 0,1 0 0,0 0 0,0 0 0,-1 0 0,1 0 0,0 0 0,0 1 0,0-1 0,-1 0 0,1 0 0,0 0 0,0 0 0,0 0 0,-1 0 0,1 0 0,0 0 0,0 1 0,0-1 0,0 0 0,-1 0 0,1 0 0,0 0 0,0 1 0,0-1 0,0 0 0,0 0 0,0 0 0,-1 1 0,1-1 0,0 0 0,0 0 0,0 0 0,0 1 0,0-1 0,0 0 0,0 0 0,0 0 0,0 1 0,0-1 0,0 0 0,0 0 0,0 1 0,0-1 0,0 0 0,0 0 0,0 0 0,1 1 0,-1-1 0,0 0 0,0 0 0,0 0 0,0 1 0,0-1 0,0 0 0,1 0 0,-1 0 0,0 0 0,0 0 0,0 1 0,0-1 0,1 0 0,-1 0 0,0 0 0,0 0 0,0 0 0,1 0 0,-1 0 0,0 0 0,10 5 0,1 0 0,-1-1 0,0-1 0,1 0 0,0 0 0,0-1 0,11 1 0,8 2 0,143 21 0,312 6 0,-455-32 0,-28 0 0,-4 0 0,-18-1 0,-1320 28-1111,1314-25 1111,24-1 0,7 0 0,45-1 0,469-15-1135,-67 1 236,-401 12 947,158-4 733,-172 2-617,-33 1-163,-20 1 0,-434 6 2149,405-2-2150,41-4 0,14-4 0,225-74 0,-143 52 0,93-29 0,154-52 0,-293 89 0,-41 14 0,-16 2 0,-20 3 0,-1 2 0,1 1 0,-48 9 0,78-10 0,-310 57 0,215-34 0,-108 42 0,187-59 0,23-7 0,35-11 0,683-273 0,-664 255 0,-57 28 0,-1-1 0,1 1 0,-1-1 0,1 0 0,-1 1 0,0-1 0,3-3 0,-5 5 0,0 0 0,0 0 0,0-1 0,0 1 0,0 0 0,1 0 0,-1 0 0,0-1 0,0 1 0,0 0 0,0 0 0,0 0 0,0 0 0,0-1 0,0 1 0,0 0 0,0 0 0,0 0 0,0-1 0,0 1 0,0 0 0,0 0 0,-1 0 0,1-1 0,0 1 0,0 0 0,0 0 0,0 0 0,0 0 0,0 0 0,0-1 0,0 1 0,-1 0 0,1 0 0,0 0 0,0 0 0,0 0 0,-1-1 0,-16-3 0,-18 3 0,-1 2 0,1 2 0,-56 11 0,85-13 0,-191 33 0,-345 109 0,423-97 0,113-43 0,0-1 0,0 1 0,1 1 0,0-1 0,-1 1 0,1 0 0,0 0 0,-7 8 0,11-11 0,1 0 0,-1-1 0,1 1 0,-1 0 0,1 0 0,0 0 0,-1-1 0,1 1 0,0 0 0,-1 0 0,1 0 0,0 0 0,0 0 0,0 0 0,0 0 0,0-1 0,0 1 0,0 0 0,0 0 0,0 0 0,0 0 0,1 0 0,-1 0 0,0 0 0,1-1 0,-1 1 0,0 0 0,1 0 0,-1 0 0,1-1 0,0 1 0,-1 0 0,1-1 0,-1 1 0,1 0 0,0-1 0,-1 1 0,1-1 0,0 1 0,0-1 0,0 1 0,-1-1 0,1 0 0,0 1 0,0-1 0,1 0 0,5 3 0,0-1 0,0 0 0,0 0 0,14 1 0,11-1 0,-1-2 0,0-1 0,50-8 0,94-26 0,-159 32 0,204-56-1365,-145 34-5461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18.3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24575,'0'1'0,"1"0"0,-1 0 0,0-1 0,0 1 0,1 0 0,-1-1 0,0 1 0,1 0 0,-1-1 0,1 1 0,-1 0 0,1-1 0,-1 1 0,1-1 0,0 1 0,-1-1 0,1 1 0,-1-1 0,1 0 0,0 1 0,0 0 0,2 0 0,11 8 0,1-2 0,1 1 0,-1-2 0,1 0 0,18 4 0,275 59 0,-39-25-508,71 5-1525,1596 158-3403,-1439-175 4669,-2-29 2627,-462-5-3167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38.31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 24575,'26'-1'0,"-1"-1"0,26-6 0,-48 7 0,-1 1 0,1-1 0,0 1 0,-1 0 0,1 0 0,0 0 0,-1 0 0,1 0 0,-1 1 0,1-1 0,0 1 0,-1-1 0,3 2 0,-3-1 0,-1 1 0,0-1 0,1 0 0,-1 0 0,0 0 0,0 1 0,0-1 0,0 0 0,0 1 0,0-1 0,-1 1 0,1-1 0,0 1 0,-1 0 0,1-1 0,-1 1 0,0 0 0,1-1 0,-1 1 0,0 0 0,0 2 0,1 13 0,-1 1 0,0-1 0,-6 30 0,4-38 0,0 1 0,-1-1 0,0 1 0,-1-1 0,0 0 0,-1-1 0,-10 17 0,-7 6 0,22-31 0,0 0 0,0 0 0,0 0 0,-1 0 0,1 0 0,0 0 0,0 0 0,0 0 0,0 0 0,0 0 0,0 1 0,0-1 0,0 0 0,0 0 0,0 0 0,0 0 0,0 0 0,0 0 0,0 0 0,0 0 0,0 0 0,0 1 0,0-1 0,0 0 0,0 0 0,0 0 0,0 0 0,0 0 0,0 0 0,0 0 0,0 0 0,0 0 0,1 0 0,-1 1 0,0-1 0,0 0 0,0 0 0,0 0 0,0 0 0,0 0 0,0 0 0,0 0 0,0 0 0,0 0 0,0 0 0,0 0 0,1 0 0,-1 0 0,0 0 0,0 0 0,0 0 0,0 0 0,0 0 0,0 0 0,0 0 0,0 0 0,0 0 0,1 0 0,-1 0 0,0 0 0,0 0 0,0 0 0,0 0 0,0 0 0,12-3 0,12-6 0,-23 9 0,23-11 0,-18 7 0,1 1 0,0 0 0,-1 0 0,1 0 0,9-1 0,-14 4 0,0-1 0,0 1 0,0 0 0,0 0 0,0 0 0,0 1 0,0-1 0,0 0 0,-1 1 0,1-1 0,0 1 0,0-1 0,0 1 0,0 0 0,-1 0 0,1 0 0,0 0 0,-1 0 0,1 0 0,-1 1 0,1-1 0,-1 0 0,0 1 0,2 1 0,3 6 0,0 0 0,-1 1 0,0-1 0,-1 1 0,0 0 0,0 0 0,-1 0 0,-1 0 0,1 0 0,-2 1 0,1-1 0,-2 1 0,1 0 0,-1-1 0,-1 1 0,-2 15 0,1-21 12,-1 1 0,1-1 0,-1 0 0,0 0 0,0-1 0,-1 1 0,1-1 0,-1 1 0,-8 6 0,6-5-260,-1-1 1,0 0-1,0 0 1,0 0-1,-15 7 1,11-8-6579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42.0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172 0 24575,'0'2'0,"-1"0"0,1 0 0,-1 0 0,0 0 0,0 0 0,0 0 0,0 0 0,0 0 0,0 0 0,0-1 0,-1 1 0,1 0 0,-1-1 0,1 1 0,-1-1 0,1 0 0,-1 1 0,0-1 0,-3 1 0,0 2 0,-1-1 0,0 0 0,0 0 0,0-1 0,-7 2 0,-11-1 0,22-3 0,0 0 0,-1 0 0,1 0 0,0 0 0,0 0 0,0 0 0,-1 1 0,1-1 0,0 1 0,0 0 0,0-1 0,0 1 0,0 0 0,0 0 0,0 0 0,0 1 0,0-1 0,1 0 0,-1 1 0,0-1 0,1 1 0,-1 0 0,1-1 0,0 1 0,-3 3 0,-1 9 0,0 0 0,1 1 0,0-1 0,1 1 0,-2 29 0,5 79 0,1-73 0,-1-3 0,1 46 0,0-92 0,-1 0 0,0 1 0,1-1 0,-1 0 0,1 1 0,0-1 0,-1 0 0,1 1 0,0-1 0,0 0 0,0 0 0,0 0 0,0 0 0,0 0 0,0 0 0,0 0 0,1 0 0,-1 0 0,0-1 0,0 1 0,1 0 0,-1-1 0,0 1 0,1-1 0,-1 1 0,3-1 0,6 3 0,0-2 0,20 2 0,-12-1 0,12 1-1365,-17-2-5461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45.8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359 0 24575,'-15'1'0,"0"-1"0,0 2 0,0 0 0,0 1 0,-26 8 0,26-8 0,-1 0 0,1 0 0,-1-2 0,0 0 0,-18-1 0,14 0 0,0 0 0,-28 5 0,46-4 0,0-1 0,0 1 0,1-1 0,-1 1 0,0 0 0,0-1 0,0 1 0,0 0 0,1 0 0,-1 1 0,0-1 0,1 0 0,-1 1 0,1-1 0,-1 0 0,1 1 0,0 0 0,0-1 0,-1 1 0,0 2 0,0 0 0,1 0 0,0 0 0,0 0 0,0 0 0,0 1 0,1-1 0,0 0 0,0 0 0,0 7 0,2 4 0,1 0 0,0-1 0,1 1 0,8 21 0,12 19 0,-15-39 0,-2 1 0,0 0 0,-1 0 0,-1 1 0,3 19 0,1 8 0,2-1 0,2-1 0,21 50 0,-11-33 0,-20-52 0,-1-2 0,0 0 0,0 0 0,1-1 0,-1 1 0,2 0 0,3 5 0,-5-9 0,0 0 0,-1-1 0,1 1 0,0-1 0,0 0 0,0 0 0,0 1 0,0-1 0,0-1 0,0 1 0,1 0 0,-1 0 0,0-1 0,0 1 0,1-1 0,-1 0 0,0 0 0,1 0 0,-1 0 0,3 0 0,70-13-1365,-61 11-5461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49.7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24575,'129'0'0,"-127"0"0,0 0 0,-1 0 0,1 0 0,0 1 0,0-1 0,0 1 0,-1-1 0,1 1 0,0-1 0,-1 1 0,1 0 0,-1 0 0,1 0 0,-1 0 0,1 0 0,-1 0 0,1 0 0,-1 1 0,0-1 0,0 0 0,1 1 0,-1-1 0,0 1 0,-1-1 0,1 1 0,0-1 0,0 1 0,-1 0 0,1 0 0,-1-1 0,1 1 0,-1 0 0,1 3 0,-1 6 0,0-1 0,0 0 0,-1 1 0,-5 19 0,2-7 0,0 27 0,4 77 0,-2 27 0,1-153-39,1 1 0,0-1 0,-1 1 0,1-1 0,-1 1 0,1-1 0,-1 0 0,0 1 0,1-1 0,-1 0 0,0 0 0,0 1 0,0-1 0,0 0 0,0 0 0,0 0 0,-1 0 0,1 0 0,0 0 0,-1 0 0,1-1 0,0 1 0,-1 0 0,1-1 0,-1 1 0,1-1 0,0 0 0,-1 1 0,1-1 0,-1 0 0,0 0 0,1 0 0,-1 0 0,-1 0 0,-9 0-6787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2:56.2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286 678 24575,'575'-11'0,"-411"4"0,188-4 0,791 12 0,-1059 3 0,150 27 0,37 3 0,232-30 0,-275-6 0,-172 1 0,-1-3 0,1-1 0,71-18 0,0-2 0,1 6 0,1 6 0,190 3 0,-40 3 0,-33 0 0,-134 7 0,352 1 0,-4 29 0,-377-20 0,50 6 0,138-1 0,-216-14 0,-26 0 0,1-1 0,36-6 0,-63 6 0,-1-1 0,0 1 0,0-1 0,0 0 0,0 0 0,0 0 0,0 0 0,0 0 0,0-1 0,0 1 0,0 0 0,-1-1 0,1 0 0,0 1 0,-1-1 0,0 0 0,1 0 0,-1 0 0,0 1 0,0-1 0,0-1 0,0 1 0,0 0 0,0 0 0,-1 0 0,1 0 0,-1-1 0,1-3 0,0-8 0,-1 1 0,0 0 0,-3-26 0,1 18 0,1 5 0,-1 0 0,-1 1 0,0-1 0,-1 1 0,-1 0 0,0 0 0,-1 0 0,-1 0 0,0 1 0,-9-13 0,2 6 0,4 4 0,-2 0 0,0 0 0,-25-24 0,-12-8 0,24 22 0,-1 2 0,-33-25 0,44 41 0,0 0 0,-1 1 0,0 1 0,0 0 0,0 1 0,-34-7 0,7 4 0,-70-3 0,24 10 0,0 4 0,-175 27 0,-98 33 0,252-38 0,-380 68 0,356-80 0,-152-7 0,-134-26 0,270 12 0,-183-31 0,-36-2 0,238 40 0,51 2 0,1-3 0,-81-15 0,95 9 0,-88-4 0,-67 13 0,115 1 0,-566 11 0,667-12 0,-69 3 0,0-2 0,-141-19 0,153 7 0,-187-30 0,175 36 0,-93 7 0,116-1 0,-251 14 0,267-14 0,0 2 0,0 1 0,1 1 0,-65 20 0,85-20 0,-1 0 0,1 1 0,1 1 0,-1-1 0,1 2 0,1 0 0,-1 0 0,1 1 0,1 1 0,0 0 0,0 0 0,1 1 0,0 0 0,-12 20 0,11-11 0,1 0 0,1 1 0,0-1 0,2 2 0,-8 40 0,10-31 0,1 0 0,1 0 0,4 49 0,-2-76 0,1-1 0,0 0 0,0 1 0,0-1 0,0 0 0,0 0 0,1 0 0,0 0 0,-1 0 0,1-1 0,0 1 0,0 0 0,1-1 0,-1 1 0,0-1 0,1 0 0,4 3 0,6 4 0,0-1 0,23 10 0,-18-10 0,31 15-1365,-31-13-5461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14.0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1112 24 24575,'-4'3'0,"11"3"0,30 6 0,43 7 0,126 15 0,100-6-673,122-4-2018,2696-38 2018,-2983 6 673,-131 8 0,0-1 0,1-1 0,17-4 0,-28 6 0,1 0 0,-1 0 0,0 0 0,0 0 0,0 0 0,0 0 0,0 0 0,0 0 0,1 0 0,-1 0 0,0 0 0,0 0 0,0 0 0,0 0 0,0-1 0,0 1 0,0 0 0,1 0 0,-1 0 0,0 0 0,0 0 0,0 0 0,0 0 0,0 0 0,0-1 0,0 1 0,0 0 0,0 0 0,0 0 0,0 0 0,0 0 0,0 0 0,0-1 0,0 1 0,0 0 0,0 0 0,0 0 0,0 0 0,0 0 0,0 0 0,0-1 0,0 1 0,0 0 0,0 0 0,0 0 0,0 0 0,0 0 0,0 0 0,0-1 0,0 1 0,0 0 0,0 0 0,0 0 0,0 0 0,-1 0 0,1 0 0,-14-6 0,-131-21 0,101 20 0,-259-31-56,-499 2 0,-307 94-57,10 66-601,1032-111 714,43-5 441,24-8-432,0 0 0,-1 0 1,1 0-1,0 0 0,0 0 0,0 1 0,0-1 0,0 0 0,0 0 0,0 0 0,0 0 1,-1 0-1,1 0 0,0 0 0,0 0 0,0 1 0,0-1 0,0 0 0,0 0 0,0 0 0,0 0 1,0 0-1,0 0 0,0 1 0,0-1 0,0 0 0,0 0 0,0 0 0,0 0 0,0 0 0,0 0 1,0 1-1,0-1 0,0 0 0,0 0 0,0 0 0,0 0 0,0 0 0,0 0 0,0 1 0,0-1 1,0 0-1,0 0 0,1 0 0,12 5 400,17 1 273,0-3-1,49 1 0,-49-3-337,166 4 83,1515-48-1672,-1643 39 1245,-25 2 0,58-9 0,-116 13 0,0-1 0,-19 0 0,-23 0 0,-121 8 0,-77 3-385,-71 0-1158,-76 0 879,-2132 71-1641,2318-74 2122,91-4 183,93-3 126,30-1 66,7 0 53,50-1 768,-53 0-994,142 1 300,76-2-319,69 0 322,830-7 355,386 0-2093,-1496 8-1046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27.0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91 24575,'9'-9'0,"1"1"0,0 0 0,1 1 0,-1 0 0,1 1 0,1 0 0,-1 1 0,1 0 0,0 1 0,0 1 0,17-4 0,12 0 0,0 3 0,46-1 0,-32 6 0,0 1 0,0 3 0,-1 3 0,0 1 0,-1 3 0,0 3 0,-1 2 0,65 29 0,-101-39 0,0 1 0,-1 1 0,19 13 0,-29-18 0,-1 0 0,1 0 0,-1 0 0,0 0 0,-1 1 0,1 0 0,-1-1 0,0 1 0,0 1 0,0-1 0,-1 0 0,1 1 0,1 10 0,-1-4 0,-1 0 0,0 0 0,-1 0 0,0 0 0,-1 1 0,-1-1 0,0 0 0,0 0 0,-1 0 0,-1 0 0,-7 22 0,2-17 0,0 0 0,-1 0 0,0-1 0,-2 0 0,0 0 0,0-2 0,-15 15 0,-56 50 0,54-54 0,2 0 0,0 2 0,-24 33 0,49-58 0,-1 0 0,1-1 0,0 1 0,0 0 0,1 0 0,-1 0 0,0 0 0,0 0 0,1 0 0,-1 0 0,1 0 0,0 0 0,0 0 0,0 0 0,0 0 0,0 0 0,0 0 0,0 0 0,0 0 0,1 0 0,1 3 0,0 1 0,2 0 0,-1 0 0,1-1 0,0 1 0,6 6 0,0 0 0,18 24 0,-2 0 0,-2 2 0,-1 0 0,-2 2 0,-1 0 0,-3 2 0,-1 0 0,-2 0 0,-2 1 0,7 47 0,-10-14 0,-3 1 0,-3 0 0,-7 78 0,-47 226 0,41-329-79,-14 95-1207,22-130-5540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29.2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80 24575,'0'-3'0,"3"-4"0,7-1 0,8-2 0,6 1 0,12-1 0,6 0 0,1 3 0,-1 3 0,-3 1 0,-10-1 0,-9-1-8191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31.07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93 1 24575,'-4'1'0,"1"0"0,0 0 0,-1 0 0,1 1 0,0-1 0,0 1 0,0 0 0,0 0 0,1 0 0,-1 1 0,-4 4 0,-13 8 0,14-11 0,-19 13 0,25-17 0,0 0 0,0 0 0,0 0 0,0 0 0,0 0 0,0 1 0,0-1 0,0 0 0,0 0 0,0 0 0,-1 0 0,1 1 0,0-1 0,0 0 0,0 0 0,0 0 0,0 0 0,0 1 0,0-1 0,0 0 0,0 0 0,0 0 0,1 0 0,-1 0 0,0 1 0,0-1 0,0 0 0,0 0 0,0 0 0,0 0 0,0 1 0,0-1 0,0 0 0,0 0 0,1 0 0,-1 0 0,0 0 0,0 0 0,0 0 0,0 1 0,0-1 0,0 0 0,1 0 0,17 4 0,20-4 0,-1-2 0,1-1 0,58-13 0,-13 2 0,-16 1-1365,-52 10-5461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41.7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37 24575,'0'-3'0,"3"-4"0,7 0 0,8 0 0,7 2 0,5 1 0,3 2 0,3 1 0,0 1 0,1 0 0,0 3 0,-4 1 0,-4 3 0,-7 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43.1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37 24575,'3'0'0,"16"0"0,17 0 0,23-3 0,13-1 0,4-3 0,1 0 0,-4 1 0,-11 2 0,-13 1 0,-12 1 0,-9 1 0,-7 1 0,-6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45.4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26 24575,'6'0'0,"14"0"0,21-3 0,16-1 0,8 0 0,7 1 0,9 1 0,1 1 0,-12 0 0,-16-2 0,-19-1-8191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46.54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29 24575,'9'0'0,"36"0"0,28 0 0,20 0 0,15-3 0,7-1 0,2 0 0,-12 1 0,-19-2 0,-21 0 0,-21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18.2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2701 197 24575,'-24'12'0,"5"-2"0,0 0 0,-1-1 0,-1-1 0,1-1 0,-43 9 0,15-3 0,40-10 0,-1 0 0,1-1 0,-1 0 0,0 0 0,-12 1 0,-40-2 0,-110 5 0,-299 2 0,282-10 0,21 1 0,-174 2 0,298 1 0,1 2 0,0 2 0,0 1 0,1 2 0,0 2 0,0 2 0,-71 34 0,92-36 0,1 1 0,0 1 0,2 1 0,-1 0 0,-28 32 0,-68 95 0,90-108 0,-137 189 0,122-161 0,-54 116 0,86-161 0,2 0 0,0 1 0,1 0 0,1 1 0,0-1 0,1 0 0,1 1 0,1-1 0,0 1 0,2-1 0,-1 1 0,2-1 0,8 26 0,2 2 0,3-1 0,2-1 0,42 76 0,-37-79 0,2 0 0,2-2 0,1 0 0,2-2 0,2-2 0,1 0 0,1-3 0,2 0 0,1-3 0,1-1 0,2-1 0,50 23 0,-28-21 0,2-3 0,1-2 0,1-3 0,116 19 0,178-9 0,1-29 0,-206-11 0,174-32 0,-180 19 0,206-6 0,-342 29 0,29 0 0,1-1 0,0-2 0,80-17 0,-76 6 0,1-3 0,-2-1 0,75-43 0,117-90 0,-48 12 0,-148 105 0,-2-2 0,47-55 0,-71 71 0,-1-1 0,-2 0 0,0-1 0,-1 0 0,-1-1 0,-1 0 0,-2-1 0,0 0 0,7-37 0,-7 15 0,-3 0 0,-1 0 0,-2-1 0,-6-56 0,3 77 0,-2-1 0,-1 1 0,-1 0 0,-1 1 0,-2-1 0,0 1 0,-2 0 0,0 1 0,-2 0 0,-19-28 0,-31-37 0,-4 3 0,-93-93 0,124 146 0,-1 1 0,-1 2 0,-2 2 0,-1 2 0,-47-24 0,-223-88 0,282 127 0,-58-19 0,45 21-1365,21 6-5461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19.05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19 890 24575,'-2'0'0,"-15"-2"0,42-6 0,180-54-8,432-151-444,-279 47 337,-265 115 126,147-109 1,-232 154-12,12-10 0,23-21 0,-38 33 0,-1-1 0,0 0 0,0 0 0,0 0 0,-1 0 0,1-1 0,-1 1 0,0-1 0,-1 0 0,3-7 0,-5 11 8,1-1-1,-1 1 1,0 0 0,0 0-1,0-1 1,0 1 0,0 0-1,0 0 1,-1-1 0,1 1-1,-1 0 1,1 0 0,-1 0 0,0 0-1,0 0 1,0 0 0,0 0-1,0 0 1,-1 0 0,1 0-1,-1 0 1,1 1 0,-1-1 0,1 1-1,-1-1 1,0 1 0,0-1-1,0 1 1,0 0 0,0 0-1,0 0 1,-3-1 0,-7-3 51,-1 1-1,0 0 1,0 1 0,-16-2 0,22 4-55,-46-8-4,-75-2 0,143 17 0,0 0 0,0 1 0,27 17 0,-35-18 0,-1 0 0,-1 1 0,1 0 0,-1 0 0,0 0 0,0 1 0,-1 0 0,0 0 0,-1 0 0,1 0 0,-1 0 0,1 10 0,4 15 0,4 58 0,-11-84 0,7 124-1365,-8-114-5461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22.89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96 1765 24575,'-1'0'0,"0"0"0,0 0 0,1-1 0,-1 1 0,0 0 0,1 0 0,-1-1 0,1 1 0,-1 0 0,0-1 0,1 1 0,-1 0 0,1-1 0,-1 1 0,1-1 0,-1 1 0,1-1 0,-1 1 0,1-1 0,-1 1 0,1-1 0,0 0 0,-1 1 0,1-1 0,0 0 0,0 1 0,0-1 0,-1 0 0,1 1 0,0-1 0,0 0 0,0 1 0,0-1 0,0 0 0,0 1 0,0-1 0,0 0 0,0 1 0,1-1 0,-1 0 0,0 0 0,0 1 0,1-2 0,11-35 0,-10 33 0,40-91 0,11-27 0,-45 100 0,-1 1 0,-1-1 0,6-39 0,-12 59 0,0 0 0,1 1 0,-1-1 0,0 0 0,0 1 0,0-1 0,0 1 0,-1-1 0,1 0 0,0 1 0,-1-1 0,1 1 0,-1-1 0,1 1 0,-1-1 0,0 1 0,1-1 0,-1 1 0,0-1 0,0 1 0,0 0 0,0 0 0,0 0 0,-1-1 0,1 1 0,0 0 0,0 0 0,-1 0 0,1 1 0,-1-1 0,1 0 0,-1 1 0,1-1 0,-1 0 0,1 1 0,-1 0 0,-2-1 0,0 1 0,0 0 0,0 0 0,1 0 0,-1 0 0,0 1 0,0-1 0,0 1 0,1 0 0,-1 1 0,0-1 0,1 0 0,-1 1 0,1 0 0,0 0 0,-6 4 0,0 3 0,-1 1 0,2 0 0,-1 0 0,2 0 0,-1 1 0,1 1 0,1-1 0,0 1 0,1 0 0,0 1 0,-5 20 0,-1 10 0,2 0 0,-3 51 0,8-56 0,2 1 0,2 0 0,5 44 0,-2-65 0,0 1 0,0-1 0,2 0 0,0-1 0,1 1 0,1-1 0,1 0 0,17 28 0,-22-40 0,1 0 0,0 0 0,0 0 0,1 0 0,0-1 0,-1 1 0,2-1 0,-1 0 0,0-1 0,10 5 0,-12-6 0,1-1 0,-1 0 0,1 0 0,-1 0 0,1 0 0,-1-1 0,1 1 0,0-1 0,-1 0 0,1 0 0,0 0 0,-1-1 0,1 1 0,0-1 0,-1 0 0,1 0 0,-1 0 0,1-1 0,-1 1 0,4-3 0,4-3 0,0 0 0,0-1 0,-1-1 0,0 1 0,0-2 0,8-10 0,48-69 0,-54 73 0,78-119 0,108-213 0,-182 313 0,-1-1 0,11-46 0,-20 67 0,-6 15 0,0 0 0,0 0 0,0 0 0,0 0 0,0 0 0,0 0 0,0 1 0,0-1 0,0 0 0,0 0 0,0 0 0,0 0 0,0 0 0,0 0 0,0 0 0,0 0 0,0 0 0,0 0 0,0 0 0,1 0 0,-1 0 0,0 0 0,0 0 0,0 0 0,0 0 0,0 0 0,0 0 0,0 0 0,0 0 0,0 0 0,0 0 0,0 0 0,0 0 0,0 0 0,0 0 0,1 0 0,-1 0 0,0 0 0,0 0 0,0 0 0,0 0 0,0 0 0,0 0 0,0 0 0,0 0 0,0 0 0,0 0 0,0 0 0,0 0 0,0 0 0,0 0 0,0 0 0,0-1 0,0 1 0,0 0 0,0 0 0,0 0 0,1 0 0,-1 0 0,0 0 0,0 0 0,0 0 0,0 0 0,0 0 0,0 0 0,0 0 0,0-1 0,1 27 0,-17 282 0,8-245 0,-2-1 0,-36 115 0,44-171 0,1 0 0,-1-1 0,0 0 0,0 0 0,-1 0 0,-4 8 0,6-13 0,1 1 0,-1 0 0,1-1 0,-1 1 0,1-1 0,-1 1 0,0-1 0,1 1 0,-1-1 0,0 0 0,0 1 0,1-1 0,-1 0 0,0 0 0,0 1 0,1-1 0,-1 0 0,0 0 0,0 0 0,0 0 0,1 0 0,-1 0 0,0 0 0,0 0 0,0 0 0,1 0 0,-1-1 0,0 1 0,0 0 0,1-1 0,-1 1 0,0 0 0,0-1 0,1 1 0,-1-1 0,1 1 0,-1-1 0,0 1 0,1-1 0,-1 1 0,1-1 0,-1 0 0,1 1 0,-1-1 0,1 0 0,-13-16 0,2 1 0,0-1 0,0-1 0,2 0 0,0 0 0,-10-35 0,12 34 0,-20-56 0,-31-138 0,57 211 0,1 0 0,0 0 0,-1 0 0,1 0 0,0 0 0,0 0 0,0-1 0,0 1 0,0 0 0,2-3 0,-2 5 0,0-1 0,0 1 0,0 0 0,0-1 0,1 1 0,-1 0 0,0 0 0,0-1 0,1 1 0,-1 0 0,0 0 0,1-1 0,-1 1 0,0 0 0,1 0 0,-1 0 0,0-1 0,1 1 0,-1 0 0,0 0 0,1 0 0,-1 0 0,0 0 0,1 0 0,-1 0 0,1 0 0,-1 0 0,0 0 0,1 0 0,-1 0 0,0 0 0,1 0 0,0 0 0,4 3 0,0-1 0,0 1 0,-1 0 0,1 0 0,-1 0 0,7 6 0,60 53 0,48 39 0,-102-89 0,0 0 0,1-1 0,1-1 0,0 0 0,25 8 0,-40-17 0,0 1 0,1-1 0,-1 0 0,1-1 0,-1 1 0,0-1 0,1 1 0,-1-1 0,1-1 0,-1 1 0,1-1 0,-1 0 0,0 0 0,1 0 0,-1 0 0,0-1 0,0 1 0,0-1 0,0 0 0,6-5 0,-2 1 0,0-1 0,0-1 0,-1 0 0,0 0 0,-1 0 0,1-1 0,7-14 0,-1-2 0,-1-1 0,0 0 0,-2-1 0,11-47 0,11-113 0,-30 173 0,2-28 0,-3 40 0,-1 0 0,0 0 0,0 0 0,0 0 0,-1 1 0,1-1 0,0 0 0,-1 0 0,1 0 0,-1 1 0,1-1 0,-1 0 0,0 1 0,0-1 0,0 0 0,-2-2 0,3 4 0,-1-1 0,1 1 0,-1 0 0,1 0 0,-1 0 0,1-1 0,-1 1 0,1 0 0,0 0 0,-1 0 0,1 0 0,-1 0 0,1 0 0,-1 0 0,1 0 0,-1 0 0,1 0 0,-1 0 0,1 0 0,-1 0 0,1 0 0,-1 0 0,1 0 0,-1 1 0,1-1 0,-1 0 0,1 0 0,-1 1 0,1-1 0,0 0 0,-1 0 0,1 1 0,0-1 0,-1 1 0,1-1 0,0 0 0,-1 1 0,1-1 0,0 1 0,0-1 0,-1 1 0,1-1 0,0 0 0,0 1 0,0 0 0,-10 24 0,1 16 0,2 0 0,2 0 0,2 1 0,1-1 0,7 65 0,-4-91 0,1 0 0,4 14 0,-6-26 0,1 0 0,0 0 0,0 0 0,0 0 0,0 0 0,1 0 0,-1 0 0,1 0 0,0-1 0,0 1 0,-1-1 0,2 1 0,-1-1 0,0 0 0,0 0 0,4 2 0,-6-3 0,1-1 0,0 0 0,0 1 0,-1-1 0,1 0 0,0 0 0,0 0 0,0 1 0,-1-1 0,1 0 0,0 0 0,0 0 0,0 0 0,-1 0 0,1-1 0,0 1 0,0 0 0,0 0 0,-1 0 0,1-1 0,0 1 0,0 0 0,-1-1 0,2 0 0,0 0 0,0-1 0,-1 1 0,1-1 0,0 0 0,-1 0 0,1 0 0,-1 0 0,2-3 0,2-5 0,-1 0 0,6-18 0,-9 26 0,10-42 0,6-49 0,-15 79 0,-2 13 0,0 0 0,0 0 0,1 1 0,-1-1 0,0 0 0,0 0 0,0 0 0,0 0 0,1 0 0,-1 1 0,0-1 0,1 0 0,-1 0 0,1 1 0,-1-1 0,1 0 0,-1 1 0,1-1 0,0 0 0,-1 1 0,1-1 0,0 1 0,-1-1 0,1 1 0,1-1 0,-1 1 0,0 0 0,0 0 0,1 0 0,-1 0 0,0 0 0,0 1 0,0-1 0,0 0 0,0 1 0,0-1 0,0 1 0,0-1 0,0 1 0,0 0 0,0-1 0,-1 1 0,2 1 0,7 7 0,-1 0 0,14 20 0,-16-20 0,11 14 0,-10-13 0,0 0 0,1 0 0,0-1 0,17 15 0,-24-23 0,0 0 0,-1-1 0,1 1 0,0-1 0,0 1 0,0-1 0,0 1 0,0-1 0,0 0 0,0 1 0,0-1 0,0 0 0,0 0 0,0 0 0,1 0 0,-1 0 0,0 0 0,0 0 0,0 0 0,0 0 0,0 0 0,0-1 0,0 1 0,0 0 0,0-1 0,0 1 0,0-1 0,0 1 0,0-1 0,-1 0 0,1 1 0,0-1 0,0 0 0,0 1 0,-1-1 0,1 0 0,0 0 0,-1 0 0,2-1 0,1-4 0,1 0 0,-1 0 0,0 0 0,0-1 0,1-6 0,6-28 0,-1-1 0,-3 0 0,-1 0 0,-1-55 0,-1 25 0,-2 72 0,-1 0 0,0 0 0,0 1 0,0-1 0,0 0 0,0 0 0,0 0 0,0 0 0,0 1 0,1-1 0,-1 0 0,0 0 0,0 0 0,0 0 0,0 0 0,1 0 0,-1 0 0,0 1 0,0-1 0,0 0 0,0 0 0,1 0 0,-1 0 0,0 0 0,0 0 0,0 0 0,1 0 0,-1 0 0,0 0 0,0 0 0,0 0 0,1 0 0,-1 0 0,0 0 0,0 0 0,0 0 0,1-1 0,-1 1 0,0 0 0,0 0 0,0 0 0,0 0 0,1 0 0,-1 0 0,0 0 0,0-1 0,0 1 0,0 0 0,0 0 0,0 0 0,1 0 0,-1 0 0,0-1 0,0 1 0,0 0 0,0 0 0,0 0 0,0-1 0,0 1 0,0 0 0,0 0 0,0 0 0,0-1 0,0 1 0,0 0 0,13 17 0,-11-15 0,48 80 0,9 13 0,-59-95 0,1 1 0,-1 0 0,0-1 0,0 1 0,1-1 0,-1 1 0,1-1 0,-1 1 0,1-1 0,-1 1 0,1-1 0,-1 0 0,1 1 0,-1-1 0,1 0 0,-1 1 0,1-1 0,-1 0 0,1 0 0,0 1 0,-1-1 0,1 0 0,0 0 0,-1 0 0,2 0 0,-2 0 0,1-1 0,0 1 0,-1-1 0,1 1 0,-1-1 0,0 1 0,1-1 0,-1 0 0,1 1 0,-1-1 0,0 1 0,1-1 0,-1 0 0,0 1 0,0-1 0,0 0 0,1 0 0,-1-1 0,2-43 0,-2 38 0,0-59 0,1-38 0,4 84 0,-5 20 0,1-1 0,-1 1 0,0 0 0,0-1 0,1 1 0,-1 0 0,0 0 0,1-1 0,-1 1 0,0 0 0,1 0 0,-1 0 0,0-1 0,1 1 0,-1 0 0,1 0 0,-1 0 0,0 0 0,1 0 0,-1 0 0,1 0 0,-1 0 0,0 0 0,1 0 0,-1 0 0,1 0 0,3 1 0,-1 1 0,0 0 0,0-1 0,0 1 0,0 0 0,-1 0 0,1 1 0,3 3 0,104 109 0,-110-115 0,1 1 0,0 0 0,-1-1 0,1 1 0,0 0 0,-1-1 0,1 1 0,0-1 0,0 1 0,-1-1 0,1 1 0,0-1 0,0 1 0,0-1 0,0 0 0,-1 0 0,1 1 0,0-1 0,0 0 0,0 0 0,0 0 0,0 0 0,0 0 0,0 0 0,0 0 0,0 0 0,-1-1 0,1 1 0,0 0 0,0 0 0,0-1 0,0 1 0,0-1 0,-1 1 0,1 0 0,0-1 0,0 0 0,-1 1 0,1-1 0,0 1 0,-1-1 0,1 0 0,0 0 0,-1 1 0,1-1 0,-1 0 0,0 0 0,1 1 0,0-3 0,2-4 0,0-1 0,0 0 0,-1 0 0,2-12 0,-2 13 0,3-28 0,-5 27 0,1 0 0,0 0 0,1 0 0,0 0 0,0 0 0,7-14 0,-9 21 0,1 0 0,-1 0 0,1 0 0,0 0 0,0 1 0,-1-1 0,1 0 0,0 0 0,0 1 0,0-1 0,-1 0 0,1 1 0,0-1 0,0 1 0,0-1 0,0 1 0,0 0 0,0-1 0,1 1 0,-1 0 0,2-1 0,23 5 0,-24-3 0,0 0 0,-1 0 0,1-1 0,0 1 0,-1-1 0,1 0 0,0 1 0,0-1 0,0 0 0,-1 0 0,1 0 0,0 0 0,0 0 0,0-1 0,-1 1 0,1 0 0,0-1 0,0 1 0,-1-1 0,1 0 0,0 0 0,-1 1 0,1-1 0,-1 0 0,1 0 0,-1 0 0,2-2 0,0-1 0,-1-1 0,0 1 0,0-1 0,0 0 0,0 1 0,0-1 0,-1 0 0,0 0 0,0-7 0,3-49 0,-4 44 0,1 1 0,2-32 0,-3 48 0,0-1 0,0 1 0,0 0 0,0-1 0,0 1 0,0-1 0,0 1 0,1 0 0,-1-1 0,0 1 0,0 0 0,0-1 0,0 1 0,0-1 0,1 1 0,-1 0 0,0-1 0,0 1 0,1 0 0,-1 0 0,0-1 0,0 1 0,1 0 0,-1 0 0,0-1 0,1 1 0,-1 0 0,0 0 0,1 0 0,-1-1 0,1 1 0,-1 0 0,0 0 0,1 0 0,-1 0 0,1 0 0,-1 0 0,0 0 0,1 0 0,-1 0 0,1 0 0,16 15 0,20 37 0,-2 1 0,38 81 0,-42-77 0,94 199 0,-73-145 0,-225-434 0,28 57 0,23-9 0,116 259 0,-19-60 0,23 68 0,1 1 0,0-1 0,0 0 0,0 1 0,1-1 0,0 0 0,2-15 0,-1 22 0,-1 0 0,0 0 0,0 0 0,1 0 0,-1-1 0,1 1 0,-1 0 0,1 0 0,-1 0 0,1 0 0,0 0 0,-1 0 0,1 0 0,0 0 0,0 1 0,0-1 0,-1 0 0,1 0 0,0 0 0,0 1 0,0-1 0,1 1 0,-1-1 0,0 1 0,0-1 0,0 1 0,0 0 0,0-1 0,1 1 0,-1 0 0,0 0 0,0 0 0,0 0 0,1 0 0,-1 0 0,0 0 0,0 0 0,0 1 0,0-1 0,1 0 0,-1 1 0,0-1 0,0 1 0,0-1 0,1 1 0,6 3 0,-1-1 0,0 1 0,0 1 0,-1-1 0,11 9 0,-1 3 0,0 0 0,0 2 0,-2-1 0,0 2 0,-1 0 0,17 33 0,-22-36 0,0 0 0,-2 1 0,0 1 0,0-1 0,-2 1 0,0 0 0,-1 0 0,1 36 0,-4-46 0,-1 1 0,0 0 0,-1-1 0,1 1 0,-6 13 0,5-18 0,1 0 0,-1 0 0,0 0 0,0-1 0,-1 1 0,1 0 0,-1-1 0,1 0 0,-1 1 0,0-1 0,0 0 0,-1 0 0,-3 2 0,5-4 0,1-1 0,0 1 0,-1 0 0,1-1 0,0 0 0,-1 1 0,1-1 0,-1 0 0,1 0 0,-1 0 0,1 1 0,0-2 0,-1 1 0,1 0 0,-1 0 0,1 0 0,-1-1 0,1 1 0,0-1 0,-1 1 0,1-1 0,0 1 0,-1-1 0,1 0 0,0 0 0,0 1 0,0-1 0,-1 0 0,0-1 0,-3-4 0,0 0 0,0 1 0,0-2 0,-5-7 0,-6-14 0,1 0 0,2-1 0,0 0 0,2-1 0,-8-37 0,-23-160 0,41 224 0,-4-33 0,1-1 0,1-1 0,6-70 0,-3 104 0,1-1 0,0 0 0,1 1 0,-1-1 0,1 1 0,0-1 0,0 1 0,0 0 0,0 0 0,5-6 0,-6 9 0,0 0 0,0 0 0,0 0 0,0 0 0,1 0 0,-1 0 0,0 0 0,0 0 0,1 1 0,-1-1 0,0 0 0,1 1 0,-1-1 0,1 1 0,-1-1 0,1 1 0,-1 0 0,1-1 0,-1 1 0,1 0 0,-1 0 0,1 0 0,-1 1 0,1-1 0,-1 0 0,1 0 0,-1 1 0,1-1 0,-1 1 0,1-1 0,-1 1 0,0 0 0,1-1 0,1 3 0,7 5 0,0 1 0,-1 0 0,0 0 0,-1 1 0,0 0 0,7 12 0,5 5 0,175 276 0,-168-258 0,-20-33 0,54 83 0,-54-85 0,0-2 0,0 1 0,1-1 0,0 0 0,1-1 0,-1 0 0,19 11 0,-23-16 0,-1 0 0,1-1 0,0 1 0,0-1 0,-1 0 0,1 0 0,0-1 0,0 1 0,0-1 0,0 0 0,0 0 0,0 0 0,0 0 0,7-2 0,-5 0 0,0 0 0,0-1 0,0 1 0,0-1 0,-1 0 0,1 0 0,-1-1 0,7-6 0,1-2 0,-2 0 0,1 0 0,-2-1 0,0-1 0,0 0 0,8-17 0,-8 9 0,0 0 0,-2-1 0,0 0 0,-2-1 0,0 1 0,-2-1 0,2-25 0,-2-13 0,-7-94 0,2 145 0,-3-37 0,3 45 0,1 0 0,-1 0 0,1 1 0,-1-1 0,0 0 0,0 1 0,0-1 0,-1 1 0,1 0 0,0-1 0,-1 1 0,0 0 0,-2-3 0,3 4 0,1 1 0,-1 0 0,1-1 0,-1 1 0,1 0 0,-1 0 0,0 0 0,1-1 0,-1 1 0,1 0 0,-1 0 0,1 0 0,-1 0 0,1 0 0,-1 0 0,0 0 0,1 0 0,-1 1 0,1-1 0,-1 0 0,1 0 0,-1 0 0,1 0 0,-1 1 0,1-1 0,-1 0 0,1 1 0,-1-1 0,1 0 0,-1 1 0,1-1 0,-1 1 0,1-1 0,0 0 0,-1 1 0,1-1 0,0 1 0,0-1 0,-1 1 0,1-1 0,0 1 0,0 0 0,-1 0 0,-9 28 0,4-3 0,1 1 0,2 1 0,1-1 0,1 0 0,1 1 0,6 42 0,-3-48 0,1 0 0,2 0 0,0-1 0,1 1 0,0-1 0,2-1 0,1 0 0,20 31 0,-25-44 0,0 0 0,0 0 0,1-1 0,7 7 0,-11-12 0,-1 0 0,1 1 0,-1-1 0,1 0 0,0 0 0,-1 0 0,1 0 0,0 0 0,0-1 0,-1 1 0,1 0 0,0-1 0,0 1 0,0-1 0,0 0 0,0 0 0,0 0 0,0 0 0,0 0 0,0 0 0,0 0 0,0-1 0,-1 1 0,4-1 0,-1-2 0,0 1 0,0-1 0,0 0 0,0 0 0,0-1 0,0 1 0,-1-1 0,0 1 0,0-1 0,0 0 0,3-5 0,3-7 0,12-31 0,-3 0 0,22-96 0,-4-54 0,-35 195 0,-1-4 0,3-14 0,1 0 0,1 0 0,0 0 0,13-29 0,-16 44 0,1 0 0,-1 0 0,0 0 0,-1-1 0,0 1 0,1 0 0,-1-9 0,-1 12 0,0 1 0,0 0 0,0 0 0,0-1 0,0 1 0,-1 0 0,1 0 0,0 0 0,-1-1 0,1 1 0,-1 0 0,0 0 0,1 0 0,-1 0 0,0 0 0,0 0 0,1 0 0,-1 0 0,0 0 0,0 1 0,0-1 0,0 0 0,0 0 0,0 1 0,0-1 0,0 1 0,-1-1 0,1 1 0,0-1 0,0 1 0,0 0 0,-1-1 0,1 1 0,0 0 0,0 0 0,-1 0 0,1 0 0,-2 0 0,0 0 0,-1 0 0,0 0 0,0 0 0,1 1 0,-1-1 0,0 1 0,1 0 0,-1 0 0,0 0 0,1 1 0,-1-1 0,1 1 0,0 0 0,-1-1 0,1 2 0,0-1 0,0 0 0,-3 4 0,2-1 0,0 0 0,1 0 0,-1 0 0,1 1 0,0 0 0,1-1 0,-1 1 0,1 0 0,0 0 0,-1 9 0,1-6 0,1-1 0,0 0 0,1 0 0,0 0 0,0 1 0,0-1 0,1 0 0,1 0 0,-1 0 0,1 0 0,1 0 0,0 0 0,6 12 0,4 4 0,1-1 0,32 40 0,-29-42 0,-1 1 0,25 46 0,-35-56 0,-1 1 0,-1 0 0,0 0 0,0 1 0,-1-1 0,-1 1 0,0 0 0,-1-1 0,-1 1 0,-1 15 0,1-27-27,0-1 0,0 1-1,-1-1 1,1 1 0,0-1-1,-1 0 1,1 1 0,0-1 0,-1 0-1,0 1 1,1-1 0,-1 0-1,0 0 1,0 1 0,0-1-1,0 0 1,0 0 0,0 0-1,0 0 1,0 0 0,0 0 0,0-1-1,0 1 1,-1 0 0,1 0-1,0-1 1,-1 1 0,1-1-1,0 1 1,-1-1 0,1 0-1,0 0 1,-1 1 0,1-1 0,-1 0-1,1 0 1,-1 0 0,1 0-1,-1-1 1,1 1 0,0 0-1,-1-1 1,1 1 0,0-1-1,-1 1 1,1-1 0,0 1 0,-1-1-1,-1-1 1,-6-5-6799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27.3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1080 24575,'0'3'0,"10"-5"0,123-44 0,836-252-1609,-278 91 1358,-648 195 251,-31 9 0,1-1 0,-1 0 0,0-1 0,19-10 0,-52 21 0,-381 138-14,-476 242 1,539-207-554,306-160 588,29-17-21,-25 12 0,32-19 0,15-13 0,297-259 83,13 14-1,575-353 1,-823 570-83,-57 36 0,-23 9 0,0 1 0,0 0 0,1 0 0,-1 0 0,0 0 0,0 0 0,0 0 0,1 0 0,-1 0 0,0 0 0,0 0 0,0-1 0,1 1 0,-1 0 0,0 0 0,0 0 0,1 0 0,-1 0 0,0 0 0,0 1 0,0-1 0,1 0 0,-1 0 0,0 0 0,0 0 0,0 0 0,1 0 0,-1 0 0,0 0 0,0 0 0,0 1 0,0-1 0,1 0 0,-1 0 0,0 0 0,0 0 0,0 1 0,0-1 0,-1 3 0,0 0 0,0-1 0,-1 1 0,1 0 0,-1-1 0,0 1 0,1-1 0,-1 1 0,-4 2 0,-28 31 0,-2-2 0,-72 52 0,-81 49-105,-331 179-1,-231 49-106,727-353 212,22-9 0,5-2 0,36-16 0,910-353 368,-805 324-6319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5.3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385 1 24575,'-87'100'0,"41"-44"0,-112 140 0,157-194 5,0-1 1,0 1-1,-1-1 0,1 0 0,-1 1 0,1-1 1,-1 0-1,0 0 0,1 0 0,-1 0 1,0 0-1,0 0 0,1-1 0,-1 1 0,0 0 1,0-1-1,0 0 0,0 1 0,0-1 0,0 0 1,0 0-1,-2 0 0,1-1-104,0 0 0,1 0 0,-1 0 0,1 0 0,-1 0 0,1 0 0,-1-1 0,1 1 0,0-1 0,0 0 0,0 1 0,0-1 0,0 0 0,-3-4 0,-10-14-6727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5.6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24575,'3'0'0,"4"3"0,7 7 0,7 8 0,6 6 0,7 12 0,4 6 0,2 1 0,-1-3 0,-3-6 0,-5-6 0,-5-7 0,-7-4 0,-3-6 0,-2-3 0,-3-8 0,-3-2-8191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6.01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34 24575,'0'-3'0,"0"-4"0,3-1 0,4 1 0,3 2 0,1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6.3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24575,'3'0'0,"4"0"0,1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7.5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 37 24575,'71'-31'0,"-62"29"0,0 0 0,0 1 0,13 0 0,-20 1 0,0 0 0,0 1 0,0-1 0,0 0 0,0 1 0,0-1 0,0 1 0,0 0 0,0-1 0,2 2 0,-3-1 0,-1-1 0,1 1 0,-1-1 0,1 1 0,-1-1 0,1 1 0,-1 0 0,1-1 0,-1 1 0,0-1 0,1 1 0,-1 0 0,0 0 0,1-1 0,-1 1 0,0 0 0,0-1 0,0 1 0,0 0 0,0 0 0,0-1 0,0 1 0,0 0 0,0 0 0,0-1 0,0 1 0,0 1 0,-2 2 0,1 1 0,-1 0 0,0-1 0,0 0 0,0 1 0,0-1 0,-1 0 0,0 0 0,-6 6 0,-36 33 0,34-34 0,0 1 0,-13 15 0,23-23 0,0-1 0,0 1 0,0-1 0,0 1 0,1 0 0,-1-1 0,0 1 0,1 0 0,-1-1 0,1 1 0,0 0 0,0 0 0,-1-1 0,1 1 0,0 0 0,0 0 0,1 0 0,-1-1 0,0 1 0,1 0 0,-1 0 0,1-1 0,-1 1 0,1 0 0,0-1 0,0 1 0,-1-1 0,1 1 0,2 1 0,3 4 0,0 1 0,1-1 0,0 0 0,9 7 0,2 2 0,-14-12 0,11 11 0,19 25 0,-30-35 0,-1-1 0,-1 0 0,1 1 0,-1-1 0,1 1 0,-1 0 0,-1-1 0,1 1 0,-1 0 0,1 0 0,0 10 0,-2-13 0,0 0 0,0 0 0,-1 0 0,1 0 0,0 0 0,-1-1 0,1 1 0,-1 0 0,0 0 0,0-1 0,1 1 0,-1 0 0,0-1 0,0 1 0,0-1 0,-1 1 0,1-1 0,0 1 0,-1-1 0,1 0 0,0 0 0,-1 0 0,0 0 0,1 0 0,-1 0 0,0 0 0,1 0 0,-1-1 0,0 1 0,0-1 0,1 1 0,-1-1 0,0 0 0,-3 1 0,0-1 0,-1 1 0,1-1 0,-1-1 0,1 1 0,-1-1 0,1 0 0,-1 0 0,1 0 0,0-1 0,-9-3 0,5 0 0,-27-13 0,35 18 0,0-1 0,0 1 0,1-1 0,-1 1 0,0 0 0,0-1 0,-1 1 0,1 0 0,0 0 0,0 0 0,0 0 0,0-1 0,0 2 0,0-1 0,0 0 0,0 0 0,0 0 0,0 0 0,0 1 0,0-1 0,0 0 0,0 1 0,0-1 0,0 1 0,0-1 0,0 1 0,1 0 0,-2 0 0,1 9-1365,5 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8.5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22 24575,'-3'0'0,"-4"0"0,2 0 0,20 0 0,23 0 0,13 0 0,13 0 0,2-6 0,-4-2 0,-13 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9.0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8 24575,'0'-3'0,"3"-1"0,16 3 0,11 5 0,6 11 0,3 5 0,-2 0 0,-7-1 0,-9 0 0,-8-1 0,-6 0 0,-8-3 0,-15-2 0,-14 1 0,-5-3 0,-2-2 0,1-1 0,8-1-8191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0:59.8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25 24575,'1'7'0,"1"-1"0,-1 0 0,2 1 0,-1-1 0,0 0 0,1 0 0,0 0 0,6 7 0,2 8 0,-9-17 0,2 4 0,0 0 0,0 0 0,1-1 0,0 1 0,8 8 0,-11-14 0,0 0 0,0-1 0,0 1 0,0-1 0,0 1 0,0-1 0,1 0 0,-1 0 0,1 0 0,-1 0 0,0 0 0,1-1 0,-1 1 0,1-1 0,0 1 0,-1-1 0,1 0 0,-1 0 0,1 0 0,-1 0 0,1-1 0,-1 1 0,5-2 0,-3 1 0,1-1 0,-1 1 0,1-1 0,-1 0 0,0 0 0,1-1 0,-1 0 0,0 1 0,-1-1 0,1 0 0,0-1 0,-1 1 0,0-1 0,6-7 0,-1-2 0,-1-1 0,0 1 0,6-21 0,6-11 0,-18 44 0,-1 0 0,0 0 0,1 0 0,-1 0 0,1 0 0,0 0 0,-1 0 0,1 1 0,0-1 0,-1 0 0,1 0 0,0 1 0,0-1 0,0 0 0,-1 1 0,1-1 0,0 1 0,0-1 0,0 1 0,0-1 0,0 1 0,0 0 0,0-1 0,0 1 0,0 0 0,0 0 0,0 0 0,2 0 0,0 0 0,-1 1 0,0 0 0,1 0 0,-1 0 0,0 0 0,1 0 0,-1 1 0,0-1 0,0 0 0,0 1 0,3 3 0,5 6 0,-1 0 0,0 0 0,9 16 0,0 3 0,-1 1 0,23 60 0,-32-69 0,-1 1 0,-1 0 0,-1 0 0,-2 0 0,2 30 0,-5-50 0,1-1 0,-1 1 0,0 0 0,-1 0 0,1-1 0,0 1 0,-1 0 0,0-1 0,1 1 0,-1-1 0,0 1 0,-1-1 0,1 1 0,0-1 0,-1 0 0,1 0 0,-1 1 0,1-1 0,-1 0 0,0 0 0,0-1 0,0 1 0,-3 2 0,0-2 0,0 1 0,0-1 0,-1 0 0,1-1 0,0 0 0,-1 1 0,1-2 0,-1 1 0,1 0 0,-9-2 0,-1 1-341,-1-1 0,1 0-1,-25-7 1,23 4-6485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00.4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0 162 24575,'3'0'0,"10"0"0,18-3 0,19-7 0,15-11 0,6-5 0,6-4 0,-10 1 0,-14 4 0,-15 7-8191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00.8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22 24575,'6'0'0,"8"0"0,11 0 0,6 0 0,5 0 0,-1 0 0,-3-3 0,-5-1 0,-6-3 0,-8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57.0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15 24575,'3'0'0,"4"0"0,8 0 0,4-3 0,5 0 0,1 0 0,-2 1 0,-3 0 0,-2 1 0,-3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58.34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70 24575,'0'-3'0,"1"0"0,-1 0 0,1 0 0,-1 0 0,1 1 0,0-1 0,0 0 0,1 0 0,-1 1 0,0-1 0,1 1 0,-1-1 0,1 1 0,0 0 0,0-1 0,0 1 0,0 0 0,1 0 0,-1 1 0,3-3 0,-2 2 0,0 0 0,0 0 0,1 1 0,-1-1 0,0 1 0,1 0 0,-1 0 0,0 0 0,1 0 0,-1 1 0,1-1 0,0 1 0,-1 0 0,1 0 0,-1 0 0,7 1 0,-8 0 0,1 0 0,-1 0 0,0 1 0,1-1 0,-1 0 0,0 1 0,0 0 0,0-1 0,0 1 0,0 0 0,-1 0 0,1 0 0,0 0 0,-1 0 0,0 0 0,1 1 0,0 2 0,17 45 0,-17-43 0,7 31 0,-2 0 0,-1 1 0,0 68 0,-5-82 0,2 192-980,-3-205 595,0 0-6441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1:58.8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1 158 24575,'9'0'0,"21"-8"0,19-8 0,13-8 0,13-1 0,1-2 0,-7 4 0,-14 6 0,-13 6 0,-17 5 0,-17 5 0,-17 6 0,-12 4 0,-11 4 0,-4-2 0,3-2 0,6-2-8191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0.6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128 1 24575,'0'0'0,"1"1"0,0 0 0,0-1 0,-1 1 0,1 0 0,0-1 0,-1 1 0,1 0 0,0 0 0,-1 0 0,1 0 0,-1 0 0,0-1 0,1 1 0,-1 0 0,0 0 0,0 0 0,1 0 0,-1 2 0,1 1 0,6 20 0,-1 0 0,-1 0 0,-1 0 0,-1 1 0,-1 0 0,-2-1 0,0 1 0,-2 0 0,-5 33 0,-2-17 0,-1 0 0,-2 0 0,-2-1 0,-31 63 0,28-70 0,-18 37 0,32-63 0,1 0 0,-1 0 0,2 1 0,-1-1 0,1 0 0,0 1 0,0 12 0,1-17 0,0 0 0,1 0 0,0-1 0,-1 1 0,1 0 0,0-1 0,1 1 0,-1-1 0,0 1 0,1-1 0,-1 1 0,1-1 0,0 0 0,0 0 0,0 0 0,0 0 0,0 0 0,0-1 0,0 1 0,1 0 0,-1-1 0,1 0 0,-1 1 0,5 0 0,5 3 0,0-2 0,0 1 0,1-2 0,14 2 0,-2-2 18,0-1-1,0-1 0,0-1 0,44-8 1,98-30-730,-128 29-28,6-2-6086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0.9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24575,'20'17'0,"0"0"0,1-2 0,1-1 0,0-1 0,1 0 0,29 10 0,48 27 0,-97-48 0,-1 0 0,1 0 0,-1 0 0,1 0 0,-1 0 0,0 1 0,1-1 0,-1 1 0,-1-1 0,1 1 0,0 0 0,0 0 0,-1 0 0,0 0 0,0 0 0,1 4 0,0-1 0,-1 0 0,0 0 0,-1 0 0,0 0 0,0 1 0,0-1 0,-1 0 0,-1 7 0,-1 1 0,-1-1 0,0 1 0,-1-1 0,-1 0 0,0 0 0,-14 22 0,11-23-170,0-1-1,-1 0 0,-1 0 1,1-1-1,-1 0 0,-1 0 1,-17 9-1,10-8-6655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1.5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24575,'11'129'0,"-9"99"0,0 8 0,-2-234 0,0 1 0,0-1 0,1 0 0,-1 1 0,0-1 0,1 0 0,0 0 0,0 1 0,-1-1 0,1 0 0,1 0 0,-1 0 0,0 0 0,0 0 0,1 0 0,-1-1 0,1 1 0,0 0 0,-1-1 0,1 1 0,3 1 0,-1-1 0,-1 0 0,1-1 0,0 1 0,0-1 0,0 0 0,1 0 0,-1 0 0,0-1 0,0 1 0,0-1 0,6-1 0,-1 1 0,0-1 0,0-1 0,0 0 0,0 0 0,0 0 0,0-1 0,-1-1 0,1 1 0,-1-2 0,11-6 0,-15 8-105,0-1 0,0 1 0,0-1 0,-1 0 0,0 1 0,0-2 0,0 1 0,0 0 0,-1-1 0,0 1 0,0-1 0,2-5 0,0-6-6721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1.9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0 145 24575,'0'-2'0,"2"-1"0,4 0 0,7-2 0,7-2 0,7-3 0,4-2 0,3-1 0,7-3 0,-1-2 0,0 1 0,-6 2 0,-9 2 0,-7 3-8191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2.4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43 168 24575,'14'1'0,"-2"-1"0,-1 0 0,0-1 0,1 0 0,12-3 0,-20 3 0,-1 0 0,0 0 0,1-1 0,-1 1 0,0-1 0,0 0 0,0 0 0,0 0 0,0 0 0,0 0 0,0-1 0,-1 1 0,0-1 0,1 0 0,-1 0 0,0 0 0,2-4 0,0 0 0,-1-1 0,1 1 0,-2-1 0,1 0 0,2-13 0,-5 19 0,1-1 0,-1 1 0,1 0 0,-1-1 0,0 1 0,0-1 0,0 1 0,0 0 0,-1-1 0,1 1 0,-1 0 0,1-1 0,-1 1 0,0 0 0,0-1 0,0 1 0,0 0 0,0 0 0,0 0 0,-1 0 0,1 0 0,-1 0 0,-3-2 0,4 3 0,-1 0 0,0 0 0,1 1 0,-1-1 0,0 1 0,0-1 0,0 1 0,0 0 0,0 0 0,1 0 0,-1 0 0,0 0 0,0 0 0,0 0 0,0 1 0,0-1 0,1 0 0,-1 1 0,0 0 0,0-1 0,1 1 0,-1 0 0,0 0 0,1 0 0,-1 0 0,-2 3 0,-2 1 0,0 0 0,0 0 0,1 1 0,0-1 0,-8 12 0,-1 7 0,1 0 0,1 1 0,2 0 0,0 0 0,2 1 0,1 1 0,1-1 0,1 1 0,-2 32 0,7-54 0,0 0 0,0 0 0,0 0 0,0 0 0,1 0 0,0 0 0,0 0 0,1-1 0,-1 1 0,1 0 0,0 0 0,0-1 0,0 1 0,1-1 0,0 0 0,0 0 0,0 0 0,0 0 0,0 0 0,1-1 0,0 0 0,-1 1 0,1-1 0,1 0 0,-1-1 0,0 1 0,1-1 0,-1 0 0,1 0 0,0 0 0,-1-1 0,1 0 0,0 0 0,0 0 0,0 0 0,0-1 0,0 0 0,0 0 0,0 0 0,0 0 0,8-3 0,-5 2 8,0-1 0,0-1 0,-1 1 0,1-1 0,-1-1 0,1 0 0,-1 0 0,0 0 0,0-1 0,-1 0 0,1 0 0,-1 0 0,0-1 0,5-6 0,-4 2-157,0 1 1,-1-1-1,0 0 1,-1 0-1,0-1 1,0 1-1,-1-1 1,0 0-1,2-16 1,-2 6-6678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2.8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210 1 24575,'0'0'0,"1"0"0,-1 0 0,1 1 0,-1-1 0,0 0 0,1 1 0,-1-1 0,1 0 0,-1 1 0,1-1 0,-1 1 0,0-1 0,1 0 0,-1 1 0,0-1 0,0 1 0,1-1 0,-1 1 0,0 0 0,0-1 0,0 1 0,0-1 0,0 1 0,1-1 0,-1 2 0,2 17 0,-1-16 0,1 19 0,2-1 0,0 1 0,2-1 0,0 1 0,13 27 0,-17-44 0,0-1 0,0 0 0,-1 0 0,1 0 0,-1 0 0,2 8 0,-3-11 0,0 0 0,0 0 0,0 1 0,-1-1 0,1 0 0,0 0 0,0 0 0,-1 0 0,1 0 0,0 1 0,-1-1 0,1 0 0,-1 0 0,1 0 0,-1 0 0,0 0 0,0-1 0,1 1 0,-1 0 0,0 0 0,0 0 0,0 0 0,0-1 0,0 1 0,0-1 0,-1 2 0,-7 2 0,-1 0 0,0 0 0,0-1 0,0 0 0,0-1 0,-15 2 0,2-2 0,-43 0 0,62-2-76,0 0 1,-1-1-1,1 1 0,0-1 0,0 0 0,0 0 0,0 0 0,0 0 1,0-1-1,0 1 0,1-1 0,-1 0 0,0 0 0,1-1 1,0 1-1,-1-1 0,-3-4 0,-6-11-6750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3.3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24575,'7'35'0,"-1"-10"0,2 39 0,-3 114 0,1 7 0,-5-175 0,0 1 0,1-1 0,1 1 0,4 10 0,-6-19 0,-1 0 0,1 0 0,0 0 0,1 0 0,-1 0 0,0 0 0,0 0 0,1-1 0,-1 1 0,1-1 0,3 4 0,-4-5 0,0 0 0,0 1 0,0-1 0,0 1 0,0-1 0,0 0 0,0 0 0,0 0 0,0 0 0,0 0 0,0 0 0,0 0 0,0 0 0,0 0 0,0 0 0,0 0 0,0-1 0,0 1 0,0 0 0,0-1 0,0 1 0,-1-1 0,1 1 0,0-1 0,0 1 0,1-2 0,2-2 0,0 1 0,-1-1 0,1 0 0,-1 0 0,0 0 0,0-1 0,0 1 0,-1-1 0,0 0 0,0 1 0,0-1 0,0 0 0,1-9 0,1-6 0,0-1 0,-1-22 0,-1 3-1365,-2 5-5461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3:33.6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85 24575,'5'0'0,"6"-2"0,7-2 0,4-1 0,4-3 0,1-2 0,2-3 0,-2 2 0,-3 0 0,-6 0 0,-5 1-8191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23.8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217 0 24575,'15'1'0,"-1"0"0,0 1 0,16 5 0,13 1 0,386 24 0,-2-44 0,-387 8 0,-40 4 0,0 0 0,0 0 0,0 0 0,0 0 0,0 0 0,0 0 0,0 0 0,0 0 0,0 0 0,0 0 0,0 0 0,0 0 0,0 0 0,0 0 0,0 0 0,0 0 0,0 0 0,0 0 0,0 0 0,0 0 0,0 0 0,0 0 0,0-1 0,0 1 0,0 0 0,0 0 0,0 0 0,0 0 0,0 0 0,0 0 0,0 0 0,0 0 0,0 0 0,0 0 0,0 0 0,0 0 0,0 0 0,0 0 0,0 0 0,0 0 0,0 0 0,0 0 0,0 0 0,0 0 0,0 0 0,-10-2 0,-72-1 0,-417 19-392,368-3 196,-235 55-1,345-63 197,7-2 0,1 0 0,-1 1 0,1 0 0,0 1 0,0 1 0,-19 11 0,31-17 0,1 0 0,-1 1 0,1-1 0,0 0 0,-1 0 0,1 0 0,-1 1 0,1-1 0,0 0 0,-1 1 0,1-1 0,0 0 0,0 1 0,-1-1 0,1 0 0,0 1 0,0-1 0,-1 1 0,1-1 0,0 0 0,0 1 0,0-1 0,0 1 0,-1-1 0,1 1 0,0-1 0,0 0 0,0 1 0,0-1 0,0 1 0,0-1 0,0 1 0,1-1 0,-1 1 0,0-1 0,0 0 0,0 1 0,0-1 0,0 1 0,1-1 0,-1 1 0,0-1 0,0 0 0,1 1 0,-1-1 0,0 0 0,1 1 0,-1-1 0,0 0 0,1 0 0,-1 1 0,0-1 0,1 0 0,-1 0 0,1 1 0,-1-1 0,0 0 0,1 0 0,29 9 0,4-3 113,1-2-1,-1-1 0,1-2 0,-1-1 0,1-2 0,64-11 0,-85 8-112,-14 5 0,0 0 0,0 0 0,0 0 0,0-1 0,0 1 0,0 0 0,0 0 0,0 0 0,0 0 0,0 0 0,0 0 0,0 0 0,0-1 0,0 1 0,0 0 0,0 0 0,0 0 0,0 0 0,0 0 0,0 0 0,0 0 0,0-1 0,0 1 0,0 0 0,0 0 0,0 0 0,-1 0 0,1 0 0,0 0 0,0 0 0,0 0 0,0 0 0,0 0 0,0-1 0,0 1 0,0 0 0,0 0 0,0 0 0,-1 0 0,1 0 0,0 0 0,0 0 0,0 0 0,0 0 0,0 0 0,0 0 0,0 0 0,-1 0 0,1 0 0,0 0 0,-23-3 0,14 4-341,-1 0 0,1 1-1,-16 4 1,3 3-6485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0.72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1562 2 24575,'-17'0'0,"-30"-1"0,0 2 0,0 2 0,-92 18 0,120-16 0,-347 92 0,7 27 0,342-117 0,0 2 0,0-1 0,1 2 0,0 0 0,1 1 0,1 0 0,-1 2 0,2-1 0,-13 16 0,3-3 0,-134 157 0,128-143 0,1 1 0,-44 84 0,63-104 0,1 1 0,1 0 0,1 0 0,1 0 0,1 1 0,1 0 0,1 0 0,1 0 0,1 0 0,4 36 0,6 14 0,39 132 0,-29-128 0,-3-11 0,2-1 0,3-1 0,43 84 0,-21-67 0,3-2 0,4-2 0,70 80 0,-44-71 0,3-4 0,4-4 0,3-3 0,4-4 0,169 99 0,-97-76 0,4-7 0,181 64 0,-243-113 0,1-4 0,2-5 0,0-4 0,200 15 0,37-37 0,-287-7 0,-1-2 0,1-3 0,106-33 0,-84 13 0,98-52 0,70-55 0,-141 77 0,-102 57 0,62-34 0,84-63 0,-132 86 0,-2 0 0,1-2 0,-2 0 0,0-1 0,-1-1 0,-1 0 0,-1-1 0,0 0 0,10-24 0,150-303 0,-155 312 0,65-137 0,-74 151 0,-2-1 0,-1 0 0,0 0 0,-1-1 0,-2 0 0,2-31 0,-5 41 0,-1 0 0,-1 0 0,0 0 0,-1 0 0,0 1 0,0-1 0,-1 1 0,-1 0 0,0 0 0,-7-12 0,-11-13 0,-42-51 0,24 35 0,-163-265 0,145 220 0,24 43 0,-2 1 0,-2 3 0,-2 0 0,-2 3 0,-2 2 0,-2 2 0,-2 1 0,-107-67 0,100 78 0,-1 3 0,-65-23 0,-127-30 0,-364-58 0,584 133 0,-60-11 0,-179-11 0,-229 28 120,183 2-1605,301-2-5341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31.9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1481 535 24575,'0'-1'0,"0"0"0,0 1 0,-1-1 0,1 0 0,0 1 0,-1-1 0,1 1 0,0-1 0,-1 0 0,1 1 0,-1-1 0,1 1 0,-1-1 0,1 1 0,-1-1 0,1 1 0,-1 0 0,0-1 0,1 1 0,-1 0 0,1-1 0,-1 1 0,0 0 0,1 0 0,-1 0 0,0-1 0,0 1 0,0 0 0,-26-3 0,23 3 0,-308-5 0,93 5 0,46-6 0,-193-3 0,355 9 0,0 0 0,0 1 0,1 1 0,-1-1 0,0 2 0,1 0 0,-1 0 0,1 1 0,0 0 0,0 0 0,-16 11 0,12-5 0,1 0 0,1 1 0,0 1 0,1 0 0,0 0 0,0 1 0,-8 14 0,-3 5 0,1 2 0,-32 68 0,49-91 0,0-1 0,0 1 0,1 0 0,0 0 0,1 0 0,0 0 0,1 0 0,0 1 0,1-1 0,1 0 0,-1 0 0,2 1 0,-1-1 0,2 0 0,2 11 0,4-3 0,0 0 0,0-1 0,2 0 0,0-1 0,1 0 0,1-1 0,20 20 0,2-1 0,78 57 0,-24-31 3,180 91-1,109 20-957,592 216 721,-873-354 190,1-4 0,2-5 0,1-4 0,190 15-1,619-23-1343,-712-15 1260,201-1-742,535-3-360,-310 6 3418,-614 0-1905,0-1-1,0 0 1,0-1-1,0 0 1,-1-1 0,1 0-1,-1-1 1,1 1-1,10-8 1,10-7-310,37-28 1,-54 36 86,122-93-60,-4-7 0,150-162 0,-240 227 0,63-88 0,-92 116 0,-1-1 0,-1 0 0,-1-1 0,-1 0 0,0 0 0,-2-1 0,0 0 0,-1 0 0,3-21 0,-8 31 0,0-1 0,0 1 0,-1-1 0,0 1 0,0-1 0,-2 1 0,1-1 0,-1 1 0,-1 0 0,1 0 0,-2 1 0,-9-17 0,-4-2 0,-2 1 0,-39-42 0,-20-14-168,-2 3-1,-5 4 0,-2 4 1,-3 3-1,-179-100 0,141 105 114,-2 4 0,-3 7 0,-235-61 0,189 74 61,-2 7 0,-267-12 0,-331 54-6,9 76 0,713-76 5,-332 52 1002,-1000 161-805,1082-180-202,301-41-98,-29 6 329,34-7-338,0 1 0,0 0 0,0 0 0,0-1 0,0 1 0,0 1 0,1-1 0,-1 0 0,0 0 0,1 1 0,-1-1 0,1 1 0,-3 2 0,-1 6-6719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5.6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144 1 24575,'8'54'0,"-3"0"0,-2 81 0,-3-65 0,2 345 0,-1-411 0,-1 1 0,-1-1 0,1 1 0,-1 0 0,0-1 0,0 1 0,-1 4 0,1-8 0,1-1 0,0 1 0,-1 0 0,1-1 0,0 1 0,-1-1 0,1 1 0,-1-1 0,1 1 0,-1-1 0,1 1 0,-1-1 0,0 1 0,1-1 0,-1 0 0,0 1 0,1-1 0,-1 0 0,0 1 0,0-1 0,-1 0 0,1 0 0,-1 0 0,1 0 0,-1 0 0,1 0 0,-1-1 0,1 1 0,-1 0 0,1-1 0,0 1 0,-1-1 0,1 0 0,-2-1 0,-8-5 0,0 0 0,1-1 0,1 0 0,-1-1 0,-7-11 0,-12-9 0,29 29 0,-1-1 0,1 1 0,-1-1 0,1 1 0,-1 0 0,1-1 0,0 1 0,-1-1 0,0 1 0,1 0 0,-1-1 0,1 1 0,-1 0 0,1-1 0,-1 1 0,0 0 0,1 0 0,-1 0 0,1 0 0,-1 0 0,0 0 0,1 0 0,-1 0 0,0 0 0,1 0 0,-1 0 0,0 0 0,1 0 0,-1 0 0,0 1 0,0-1 0,1 1 0,-1 0 0,0 0 0,1 0 0,-1 0 0,0 0 0,1 0 0,0 0 0,-1 0 0,1 0 0,0 0 0,-1 0 0,1 1 0,0-1 0,0 1 0,-1 6 0,1 1 0,0-1 0,3 14 0,-1-9 0,2 0 0,0 0 0,0-1 0,1 1 0,0-1 0,1 0 0,1 0 0,0-1 0,12 15 0,-7-11 0,0-2 0,1 0 0,1-1 0,0 0 0,1-1 0,21 13 0,-11-11 0,0-1 0,0 0 0,1-2 0,1-1 0,-1-2 0,2 0 0,-1-2 0,0 0 0,30-1 0,-49-3-101,2-1 179,-1 1 0,20-4 0,-27 3-136,-1 0 1,1 0-1,0 0 0,-1-1 1,1 1-1,-1-1 1,1 1-1,-1-1 0,1 0 1,-1 1-1,0-1 1,1 0-1,-1 0 0,0 0 1,0 0-1,1 0 0,-1 0 1,0 0-1,0-1 1,0 1-1,0 0 0,-1-1 1,1 1-1,0 0 1,0-2-1,1-10-6768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6.6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4 24575,'0'0'0,"0"0"0,1 0 0,-1-1 0,0 1 0,0 0 0,0 0 0,0 0 0,0-1 0,0 1 0,0 0 0,1 0 0,-1 0 0,0 0 0,0-1 0,0 1 0,1 0 0,-1 0 0,0 0 0,0 0 0,0 0 0,0 0 0,1 0 0,-1 0 0,0-1 0,0 1 0,1 0 0,-1 0 0,0 0 0,0 0 0,0 0 0,1 0 0,-1 0 0,0 0 0,0 0 0,1 0 0,-1 1 0,0-1 0,0 0 0,0 0 0,1 0 0,-1 0 0,0 0 0,0 0 0,0 0 0,1 1 0,-1-1 0,12 6 0,4 7 0,-1 0 0,0 1 0,-2 1 0,1 0 0,-2 1 0,17 27 0,-7-6 0,-18-28 0,1 0 0,0 0 0,0-1 0,1 0 0,13 14 0,-18-21 0,0 0 0,0-1 0,0 1 0,0 0 0,0-1 0,0 1 0,0 0 0,0-1 0,0 0 0,0 1 0,0-1 0,0 1 0,0-1 0,0 0 0,0 0 0,1 0 0,-1 0 0,0 0 0,0 0 0,0 0 0,0 0 0,2 0 0,-1-1 0,0 0 0,0 0 0,0 0 0,-1 0 0,1 0 0,0-1 0,-1 1 0,1 0 0,-1-1 0,1 1 0,1-3 0,3-5 0,0 0 0,-1 0 0,8-19 0,-12 26 0,14-42 0,-12 32 0,1 0 0,0 1 0,11-20 0,-15 31 0,1-1 0,-1 0 0,1 0 0,-1 1 0,1-1 0,-1 1 0,1-1 0,-1 0 0,1 1 0,0-1 0,-1 1 0,1-1 0,0 1 0,0 0 0,-1-1 0,1 1 0,0 0 0,0-1 0,0 1 0,-1 0 0,1 0 0,0 0 0,0 0 0,0 0 0,0 0 0,1 0 0,0 0 0,0 1 0,0 0 0,1 0 0,-1 0 0,0 0 0,0 0 0,-1 0 0,1 0 0,0 1 0,2 1 0,5 6 0,-1 0 0,14 19 0,-20-25 0,32 44 0,-2 1 0,41 85 0,-63-113 0,-1 1 0,-1 1 0,-2 0 0,0 0 0,-1 0 0,-1 0 0,-1 1 0,-1 0 0,-2 41 0,-1-50 0,-1 0 0,-1 0 0,0-1 0,-1 1 0,-6 12 0,8-20 0,-1 0 0,0-1 0,0 1 0,0-1 0,0 0 0,-1 0 0,0 0 0,0 0 0,0-1 0,0 0 0,-1 0 0,0 0 0,-9 6 0,13-10 4,-1 1-1,0 0 0,1-1 1,-1 1-1,0-1 0,0 1 1,1-1-1,-1 0 1,0 0-1,0 0 0,0 0 1,0 0-1,1 0 0,-1-1 1,0 1-1,0-1 0,1 1 1,-1-1-1,0 1 1,0-1-1,1 0 0,-1 0 1,1 0-1,-1 0 0,1 0 1,-1 0-1,1 0 0,0-1 1,-3-2-1,-1-3-296,-1 0 0,1 0-1,0-1 1,-6-13 0,-7-19-6533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7.1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11 24575,'3'0'0,"4"0"0,4 0 0,3 0 0,5-3 0,5-1 0,-1 0-8191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7.4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24575,'3'0'0,"4"0"0,3 0 0,1 0-8191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8.2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511 81 24575,'0'-16'0,"1"11"0,-1-1 0,0 1 0,0-1 0,0 1 0,-1-1 0,0 1 0,0-1 0,0 1 0,-3-8 0,3 13 0,1 0 0,0 0 0,0-1 0,-1 1 0,1 0 0,0 0 0,-1 0 0,1-1 0,0 1 0,-1 0 0,1 0 0,0 0 0,-1 0 0,1 0 0,0 0 0,-1-1 0,1 1 0,0 0 0,-1 0 0,1 0 0,0 0 0,-1 0 0,1 1 0,-1-1 0,1 0 0,0 0 0,-1 0 0,1 0 0,0 0 0,-1 0 0,1 0 0,0 1 0,-1-1 0,1 0 0,0 0 0,0 1 0,-1-1 0,1 0 0,0 0 0,0 1 0,-1-1 0,1 0 0,0 1 0,0-1 0,0 0 0,-1 1 0,1-1 0,0 0 0,0 1 0,-16 23 0,13-18 0,-63 85 0,-3-2 0,-111 109 0,167-185-116,3-2 178,0 0 1,-1-1-1,-16 12 1,26-21-116,-1 1-1,0-1 0,0 0 1,0 0-1,0 0 1,0 0-1,0 0 1,-1 0-1,1 0 1,0-1-1,0 1 1,-1-1-1,1 1 1,0-1-1,-1 0 0,1 0 1,0 0-1,0 0 1,-1-1-1,1 1 1,0-1-1,-1 1 1,1-1-1,0 0 1,0 0-1,0 0 1,-3-1-1,-16-18-6772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8.4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24575,'3'0'0,"4"0"0,10 9 0,11 12 0,12 9 0,12 7 0,9 2 0,3-4 0,-3-5 0,-6-4 0,-10-3 0,-9-6 0,-8-3 0,-2-4 0,-3-3 0,-6-3-8191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9.42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70 24575,'3'0'0,"10"0"0,17-3 0,11-4 0,3 0 0,1-3 0,-5 0 0,-11 0 0,-15-2 0,-9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39.7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24575,'0'6'0,"0"8"0,3 10 0,1 11 0,-1 2 0,3 4 0,1 0 0,1 0 0,-1-4 0,0-5 0,-3-6 0,2-7 0,-1-6-8191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40.7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76 3 24575,'-11'-2'0,"11"2"0,12 14 0,19 31 0,-1 2 0,44 98 0,27 112 0,-95-243 0,-6-14 0,0 0 0,0 0 0,0 0 0,0 0 0,0 0 0,0-1 0,0 1 0,0 0 0,0 0 0,0 0 0,0 0 0,0 0 0,0 0 0,0 0 0,1 0 0,-1 0 0,0 0 0,0 0 0,0 0 0,0 0 0,0 0 0,0 0 0,0 0 0,0 0 0,0 0 0,0 0 0,0 0 0,0 0 0,0 0 0,0 0 0,0 0 0,0 0 0,0 0 0,0 0 0,0 0 0,0 0 0,0 0 0,1 0 0,-1 0 0,0 0 0,0 0 0,0 0 0,0 0 0,0 0 0,0 0 0,0 0 0,0 0 0,0 1 0,-3-24 0,1 9 0,0-4 0,1-1 0,1 1 0,0-1 0,1 1 0,1 0 0,7-28 0,-8 39 0,1 0 0,0 1 0,1-1 0,0 1 0,0 0 0,0 0 0,0 0 0,1 0 0,0 1 0,0-1 0,1 1 0,-1 0 0,1 0 0,0 1 0,1-1 0,-1 1 0,1 0 0,0 1 0,0-1 0,12-4 0,-17 8 0,0-1 0,1 1 0,-1 0 0,0-1 0,1 1 0,-1 0 0,0 0 0,1 0 0,-1 0 0,1 0 0,-1 1 0,0-1 0,1 0 0,-1 1 0,0-1 0,0 1 0,1-1 0,-1 1 0,0-1 0,2 2 0,0 0 0,-1 0 0,1 1 0,-1-1 0,0 1 0,1-1 0,-1 1 0,0 0 0,1 3 0,4 8 0,0 1 0,7 27 0,-11-34 0,10 36 0,-2 0 0,-2 1 0,-2 1 0,2 76 0,-9-115 0,0 1 0,0-1 0,-1 0 0,0 0 0,0 1 0,-1-1 0,0 0 0,0 0 0,-5 9 0,5-13 0,0 0 0,0 0 0,0 0 0,0 0 0,-1-1 0,1 1 0,-1-1 0,1 1 0,-1-1 0,0 0 0,0 0 0,0 0 0,0-1 0,0 1 0,-1-1 0,1 1 0,0-1 0,-1 0 0,1-1 0,-1 1 0,-4 0 0,2-1 0,-1 1 0,0-2 0,0 1 0,0-1 0,1 0 0,-1 0 0,0-1 0,1 0 0,-1 0 0,1-1 0,0 1 0,0-1 0,0-1 0,0 1 0,0-1 0,1 0 0,-1 0 0,-7-9 0,-6-8 0,1 0 0,1-1 0,-19-31 0,16 23 0,11 16-83,-68-91 297,67 94-428,0 0 0,-1 0 1,0 1-1,-1 0 0,0 1 1,-18-10-1,-21-6-6612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42.0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131 264 24575,'10'10'0,"0"0"0,1-1 0,0 0 0,21 12 0,-29-19 0,0 0 0,0-1 0,0 1 0,1-1 0,-1 0 0,1 0 0,-1 0 0,1 0 0,-1-1 0,1 1 0,-1-1 0,1 0 0,0 0 0,-1-1 0,1 1 0,-1-1 0,1 1 0,-1-1 0,1 0 0,-1 0 0,1-1 0,-1 1 0,0-1 0,4-2 0,-1 0 0,0-2 0,0 1 0,-1-1 0,0 1 0,0-1 0,0-1 0,-1 1 0,0-1 0,0 0 0,0 0 0,-1 0 0,0 0 0,0 0 0,2-13 0,-3 10 0,0 0 0,0 0 0,-1 0 0,-1 0 0,1 0 0,-2 0 0,1 0 0,-1 0 0,-1 0 0,0 0 0,-3-10 0,3 15 0,0 0 0,0 0 0,-1 0 0,0 0 0,1 1 0,-2-1 0,1 1 0,0 0 0,-1 0 0,0 0 0,0 1 0,0-1 0,0 1 0,-1 0 0,1 0 0,-1 0 0,0 1 0,0-1 0,0 1 0,0 0 0,0 1 0,0-1 0,0 1 0,-1 0 0,1 1 0,0-1 0,-1 1 0,1 0 0,0 0 0,-1 1 0,1-1 0,0 1 0,-1 0 0,1 1 0,0-1 0,0 1 0,-5 3 0,-3 2 0,1 2 0,0-1 0,1 1 0,0 1 0,1 0 0,0 1 0,0 0 0,1 0 0,0 1 0,1 0 0,1 1 0,0-1 0,0 1 0,-4 16 0,2-4 0,1 0 0,2 1 0,0 0 0,2 0 0,0 1 0,1 50 0,4-65 0,-1 0 0,1-1 0,1 1 0,0 0 0,1-1 0,6 17 0,-8-24 0,1-1 0,-1 1 0,1 0 0,0-1 0,1 0 0,-1 1 0,0-1 0,1 0 0,0 0 0,0 0 0,0-1 0,0 1 0,0-1 0,0 1 0,1-1 0,-1 0 0,1-1 0,0 1 0,-1 0 0,1-1 0,0 0 0,5 1 0,1-1 0,0 0 0,1 0 0,-1-1 0,1 0 0,-1-1 0,0 0 0,1-1 0,-1 0 0,0-1 0,0 0 0,0-1 0,-1 1 0,1-2 0,-1 1 0,0-2 0,12-8 0,-13 9 0,-1-1 0,0-1 0,-1 1 0,1-1 0,-1 0 0,-1 0 0,1 0 0,-1-1 0,-1 0 0,1 0 0,-1-1 0,-1 1 0,0-1 0,0 1 0,0-1 0,-1 0 0,-1 0 0,2-17 0,-3 22 0,0 0 0,0 0 0,0 0 0,-1-1 0,0 1 0,0 0 0,0 0 0,0 0 0,-1 0 0,1 0 0,-1 0 0,0 0 0,0 1 0,-1-1 0,1 1 0,-1-1 0,-4-4 0,7 8 0,0 0 0,0 1 0,0-1 0,0 0 0,0 1 0,0-1 0,0 0 0,0 1 0,0-1 0,0 0 0,0 1 0,0-1 0,0 1 0,0-1 0,0 0 0,-1 1 0,1-1 0,0 0 0,0 1 0,0-1 0,0 0 0,-1 0 0,1 1 0,0-1 0,0 0 0,-1 1 0,1-1 0,0 0 0,0 0 0,-1 0 0,1 1 0,0-1 0,-1 0 0,1 0 0,0 0 0,-1 0 0,1 0 0,0 0 0,-1 1 0,1-1 0,-1 0 0,1 0 0,0 0 0,-1 0 0,1 0 0,0 0 0,-1 0 0,1-1 0,0 1 0,-1 0 0,1 0 0,0 0 0,-1 0 0,1 0 0,0 0 0,-1-1 0,1 1 0,0 0 0,-1 0 0,1 0 0,0-1 0,0 1 0,-1 0 0,1-1 0,0 1 0,-1-1 0,5 32 0,0-19 0,0 1 0,1-1 0,0 0 0,1 0 0,1 0 0,-1-1 0,2 0 0,-1 0 0,2-1 0,-1 0 0,2 0 0,16 14 0,-17-18 0,0 0 0,0 0 0,0-1 0,1 0 0,0-1 0,0 1 0,0-2 0,0 0 0,1 0 0,-1-1 0,1 0 0,0-1 0,0 0 0,-1-1 0,1 0 0,11-1 0,12-5 0,-23 4 0,0 0 0,20-1 0,-28 3 0,1 0 0,-1 1 0,1-1 0,0 1 0,-1-1 0,1 1 0,-1 1 0,0-1 0,1 0 0,-1 1 0,0-1 0,5 5 0,0-1-124,-1 2 0,0-1 0,-1 1 0,0 0 0,0 0 0,0 1-1,-1 0 1,0 0 0,0 0 0,4 11 0,-8-13-6702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4:43.4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1220 0 24575,'-22'0'0,"22"0"0,20 1 0,276 15 15,123 5-365,1336-10-1325,-1697-13 1675,-26 1 0,-1 0 0,0 2 0,0 2 0,34 6 0,-64-9 0,0 0 0,1 0 0,-1 1 0,0-1 0,1 1 0,-1-1 0,0 1 0,1-1 0,-1 1 0,0 0 0,0 0 0,0-1 0,0 1 0,2 2 0,-3-3 0,0 1 0,0-1 0,0 1 0,1-1 0,-1 1 0,0-1 0,0 0 0,0 1 0,0-1 0,0 1 0,0-1 0,0 1 0,-1-1 0,1 0 0,0 1 0,0-1 0,0 1 0,0-1 0,0 0 0,-1 1 0,1-1 0,0 1 0,0-1 0,-1 0 0,1 1 0,0-1 0,-1 0 0,1 1 0,-1-1 0,-4 4 0,-1 0 0,0 0 0,0-1 0,-10 5 0,-51 18 0,-110 29 0,160-50 0,-905 209-724,-8-57-1,448-93 2554,614-64-1829,27-3 0,60-1 0,1401-101-857,-1536 94 861,-72 7-4,-19 1 0,-32 0 0,-63 1 0,43 3 0,-142-1 0,-78 1-25,-52 0-73,-53 0-485,-1116 0-2178,858-1 2729,911 0 32,-3 0-52,88 0-158,2419 0-327,-4080 18 3187,-104 56-4622,1259-59 1972,93-5 0,59-8 0,8 0 0,35 1 0,132-1 0,127-4-54,121-9-162,1381-66-51,-1065 43 279,-661 29-42,-76 4 38,-7 1 55,-34-1 326,-35 2 639,-2 0-4049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35.43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394 39 24575,'-7'1'0,"-1"0"0,1 1 0,0 0 0,0 0 0,1 0 0,-1 1 0,0 0 0,1 1 0,0-1 0,-7 6 0,-6 2 0,-9 4 0,-24 14 0,1 2 0,-50 39 0,95-65 0,1 1 0,0-1 0,0 1 0,1 0 0,-1 0 0,1 1 0,1-1 0,-1 1 0,1 0 0,0 0 0,1 0 0,0 0 0,0 0 0,-2 13 0,1 9 0,1 0 0,3 44 0,0-31 0,6 121 0,-4-142 0,0 1 0,2-1 0,0 0 0,1 0 0,14 29 0,-4-16 0,2 0 0,2-1 0,1-2 0,1 0 0,2-1 0,42 42 0,-56-64 0,-1 0 0,1-1 0,1 0 0,-1-1 0,1 0 0,15 5 0,72 21 0,-45-17 0,2 3 0,-4-1 0,86 17 0,-121-31 0,0-1 0,0-1 0,0 0 0,0-1 0,0-1 0,0 0 0,0-1 0,-1-1 0,1-1 0,15-5 0,-11 1 0,0-2 0,-1 0 0,0-1 0,-1-1 0,0 0 0,0-1 0,-2-2 0,0 1 0,0-2 0,-2 0 0,26-36 0,-29 35 0,0 0 0,-2-1 0,0 0 0,-1-1 0,0 0 0,-2 0 0,0 0 0,-1-1 0,-1 0 0,-1 0 0,-1 0 0,-1 0 0,-1-21 0,-1 27 0,-1 0 0,-1 1 0,0-1 0,-1 1 0,-1-1 0,0 1 0,-9-17 0,-8-8 0,-26-35 0,29 45 0,-128-171 0,108 153 0,-2 2 0,-53-44 0,74 72 20,-1 0 0,0 1 0,-1 2 0,-1 0 0,-35-14 0,39 20-206,1 1 1,-1 1-1,0 1 0,0 0 1,-1 1-1,1 2 1,-37 0-1,41 2-6640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4.4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67 25 24575,'-1'-14'0,"1"4"0,1 19 0,14 114 0,-5-40 0,1 94 0,-11-155 0,1-13 0,-1 0 0,0 0 0,-2 11 0,2-20 0,-1 0 0,1 1 0,0-1 0,0 0 0,0 0 0,-1 1 0,1-1 0,0 0 0,0 0 0,0 0 0,-1 1 0,1-1 0,0 0 0,-1 0 0,1 0 0,0 0 0,0 0 0,-1 1 0,1-1 0,0 0 0,-1 0 0,1 0 0,0 0 0,0 0 0,-1 0 0,1 0 0,0 0 0,-1 0 0,1 0 0,0 0 0,-1 0 0,1 0 0,0-1 0,-1 1 0,1 0 0,0 0 0,0 0 0,-1 0 0,1 0 0,0-1 0,0 1 0,-1 0 0,1 0 0,0 0 0,0-1 0,-1 1 0,1 0 0,0-1 0,-14-11 0,14 12 0,-6-7 0,0 0 0,0 0 0,1 0 0,1-1 0,-1 0 0,1 0 0,-3-10 0,-18-31 0,25 50 0,0-1 0,0 0 0,0 0 0,0 0 0,0 0 0,0 1 0,0-1 0,0 0 0,0 0 0,0 0 0,0 0 0,0 1 0,0-1 0,0 0 0,-1 0 0,1 0 0,0 0 0,0 0 0,0 1 0,0-1 0,0 0 0,0 0 0,0 0 0,0 0 0,-1 0 0,1 0 0,0 0 0,0 1 0,0-1 0,0 0 0,-1 0 0,1 0 0,0 0 0,0 0 0,0 0 0,0 0 0,0 0 0,-1 0 0,1 0 0,0 0 0,0 0 0,0 0 0,0 0 0,-1 0 0,1 0 0,0 0 0,0 0 0,0 0 0,0 0 0,-1 0 0,1 0 0,0-1 0,0 1 0,0 0 0,0 0 0,0 0 0,-1 0 0,1 0 0,0-1 0,0 19 0,5 3 0,0 0 0,1 0 0,1 0 0,16 33 0,-22-52 0,-1-1 0,1 1 0,0 0 0,0-1 0,-1 1 0,1-1 0,0 1 0,1-1 0,-1 0 0,0 1 0,0-1 0,1 0 0,-1 0 0,0 0 0,1 0 0,-1 0 0,1 0 0,-1 0 0,1 0 0,0-1 0,-1 1 0,1-1 0,0 1 0,-1-1 0,1 0 0,0 1 0,0-1 0,0 0 0,-1 0 0,1 0 0,0 0 0,0-1 0,-1 1 0,1 0 0,0-1 0,-1 1 0,1-1 0,0 0 0,-1 0 0,1 1 0,-1-1 0,1 0 0,-1 0 0,1 0 0,-1-1 0,3-1 0,5-6 0,0 0 0,-1 0 0,0-1 0,0 0 0,6-12 0,15-25-1365,-17 31-5461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5.7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1 585 24575,'28'-31'0,"8"-9"0,28-11 0,89-55 0,-33 24 0,-78 54 0,-23 15 0,1 0 0,-2-1 0,0-1 0,23-24 0,-40 37 0,1 1 0,-1-1 0,0 1 0,0-1 0,1 1 0,-1-1 0,0 0 0,0 0 0,0 1 0,-1-1 0,1 0 0,0 0 0,-1 0 0,1 0 0,-1 0 0,0 0 0,0 0 0,0 0 0,0 0 0,0 0 0,0 0 0,0 0 0,0 0 0,-1 0 0,1 0 0,-1 0 0,0 0 0,1 0 0,-1 0 0,0 0 0,0 1 0,0-1 0,0 0 0,-1 1 0,1-1 0,0 0 0,-1 1 0,1 0 0,-4-3 0,-2-1 0,0 1 0,0 0 0,-1 0 0,0 0 0,1 1 0,-1 0 0,0 1 0,-12-3 0,-59-2 0,15 1 0,49 1 0,15 5 0,0 0 0,0 0 0,0 0 0,0 0 0,0-1 0,0 1 0,0 0 0,-1 0 0,1 0 0,0 0 0,0 0 0,0-1 0,0 1 0,0 0 0,0 0 0,0 0 0,0 0 0,0-1 0,0 1 0,0 0 0,0 0 0,0 0 0,0 0 0,0-1 0,0 1 0,0 0 0,0 0 0,1 0 0,-1 0 0,0-1 0,0 1 0,0 0 0,0 0 0,0 0 0,0 0 0,0 0 0,0 0 0,1-1 0,-1 1 0,0 0 0,2-1 0,0-1 0,0 1 0,1 0 0,-1 0 0,0 0 0,1 0 0,-1 0 0,4 0 0,22-4 0,-1 2 0,0 1 0,1 1 0,30 3 0,-55-1 0,0-1 0,-1 1 0,1-1 0,-1 1 0,0 0 0,1 0 0,-1 0 0,0 0 0,1 0 0,-1 1 0,0-1 0,0 1 0,0-1 0,0 1 0,0 0 0,-1 0 0,1 0 0,0 0 0,-1 0 0,1 0 0,-1 0 0,0 0 0,0 1 0,0-1 0,0 0 0,0 1 0,0-1 0,0 5 0,2 7 0,-2 0 0,1 1 0,-2-1 0,0 15 0,0-12 0,-3 106-1365,3-102-5461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6.82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218 1 24575,'-132'77'0,"124"-73"0,0 1 0,0 0 0,1 0 0,-1 0 0,1 1 0,0 0 0,-9 12 0,14-16 0,1 0 0,-1 1 0,0 0 0,1-1 0,-1 1 0,1 0 0,0 0 0,0-1 0,0 1 0,1 0 0,-1 0 0,1 0 0,-1 0 0,1 0 0,0 0 0,0 0 0,0 0 0,1 1 0,-1-1 0,1 0 0,-1-1 0,1 1 0,0 0 0,0 0 0,0 0 0,3 4 0,2 1 0,1 1 0,-1-1 0,1-1 0,1 1 0,-1-1 0,1-1 0,1 0 0,-1 0 0,1 0 0,11 5 0,-9-5 0,0 1 0,0 0 0,-1 0 0,0 1 0,0 0 0,9 12 0,-18-18 0,0-1 0,0 1 0,0-1 0,0 1 0,0-1 0,0 1 0,-1 0 0,1-1 0,-1 1 0,0 0 0,1 0 0,-1 0 0,0-1 0,0 1 0,0 0 0,0 0 0,0 0 0,0-1 0,-1 1 0,1 0 0,-1 0 0,1-1 0,-1 1 0,0 0 0,1-1 0,-1 1 0,0-1 0,0 1 0,0-1 0,-3 3 0,-3 5 0,0-1 0,-1-1 0,-18 14 0,14-11 0,-86 66-1365,71-57-5461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7.2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24575,'0'3'0,"3"13"0,4 21 0,10 21 0,5 14 0,4 4 0,2-1 0,-2-11 0,-2-11 0,-2-13 0,-2-14 0,-1-12 0,-1-14 0,0-12 0,2-21 0,1-12 0,0-5 0,-3 6-8191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7.65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0 140 24575,'1'1'0,"-1"0"0,0 0 0,1 0 0,-1 0 0,1-1 0,0 1 0,-1 0 0,1 0 0,-1-1 0,1 1 0,0 0 0,0-1 0,-1 1 0,1-1 0,0 1 0,0-1 0,0 1 0,-1-1 0,1 1 0,0-1 0,0 0 0,0 0 0,0 1 0,0-1 0,0 0 0,0 0 0,1 0 0,27 2 0,-25-3 5,-1 0 0,1-1 0,-1 1-1,0 0 1,1-1 0,-1 0 0,0 0 0,0 0-1,0 0 1,0-1 0,-1 1 0,1-1 0,-1 1-1,1-1 1,-1 0 0,0 0 0,0 0-1,0 0 1,0 0 0,-1-1 0,1 1 0,-1 0-1,0-1 1,1-5 0,-1 6-55,0 0 1,0 0-1,-1 0 1,1 0-1,-1 0 1,0 0-1,1 0 1,-2 0-1,1 0 1,0 0-1,0 0 1,-1 0-1,0 0 1,0 0-1,0 0 1,0 0-1,0 0 1,0 0-1,-1 1 1,1-1-1,-1 0 1,0 1-1,0-1 1,0 1-1,0 0 1,0 0-1,0 0 1,0 0-1,-5-3 1,-4 0-6777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8.4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1 205 24575,'2'0'0,"-1"1"0,1 0 0,0 0 0,0 0 0,-1 0 0,1 0 0,-1 0 0,1 0 0,-1 0 0,1 1 0,-1-1 0,0 0 0,1 1 0,-1-1 0,0 1 0,0 0 0,1 3 0,3 1 0,42 66 0,62 129 0,-27-44 0,-62-126 0,-20-31 0,0-1 0,0 1 0,0 0 0,0 0 0,0 0 0,0 0 0,0-1 0,0 1 0,0 0 0,0 0 0,0 0 0,1-1 0,-1 1 0,0 0 0,0 0 0,0 0 0,0 0 0,0 0 0,0-1 0,0 1 0,1 0 0,-1 0 0,0 0 0,0 0 0,0 0 0,0 0 0,1 0 0,-1-1 0,0 1 0,0 0 0,0 0 0,1 0 0,-1 0 0,0 0 0,0 0 0,0 0 0,1 0 0,-1 0 0,0 0 0,0 0 0,0 0 0,0 0 0,1 0 0,-1 0 0,0 0 0,0 1 0,0-1 0,1 0 0,-1 0 0,0 0 0,0 0 0,0 0 0,0 0 0,0 0 0,1 0 0,-1 1 0,0-1 0,0 0 0,0 0 0,0 1 0,-2-21 0,-36-141 0,16 78 0,-14-109 0,36 190 0,-5-37 0,1 0 0,3 0 0,4-60 0,1 81 0,-4 18 0,1 0 0,-1 0 0,0-1 0,0 1 0,0 0 0,0 0 0,0 0 0,0 0 0,0 0 0,0 0 0,0 0 0,0 0 0,0-1 0,0 1 0,0 0 0,0 0 0,0 0 0,0 0 0,0 0 0,0 0 0,1 0 0,-1 0 0,0 0 0,0 0 0,0 0 0,0 0 0,0 0 0,0 0 0,0-1 0,0 1 0,1 0 0,-1 0 0,0 0 0,0 0 0,0 0 0,0 0 0,0 0 0,0 0 0,0 0 0,1 0 0,-1 0 0,0 1 0,0-1 0,0 0 0,0 0 0,0 0 0,0 0 0,0 0 0,0 0 0,1 0 0,-1 0 0,0 0 0,0 0 0,0 0 0,0 0 0,1 3 0,0-1 0,-1 0 0,1 0 0,-1 0 0,0 0 0,1 0 0,-1 1 0,0-1 0,0 0 0,-1 4 0,0 5 5,-2 0 1,1 0-1,-1 0 0,-1 0 0,0-1 0,0 0 1,-11 18-1,-49 65-217,28-45-983,16-19-5631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8.8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1 546 24575,'5'-7'0,"-1"1"0,1-1 0,-1 0 0,-1 0 0,6-13 0,-3 6 0,8-21 0,-1 0 0,-2 0 0,-2-1 0,-1-1 0,5-49 0,-12 74 0,0-1 0,-2-23 0,0 32 0,1 1 0,-1-1 0,0 0 0,1 0 0,-1 1 0,-1-1 0,1 0 0,-1 1 0,1 0 0,-1-1 0,0 1 0,0 0 0,-4-4 0,6 6 0,-1 1 0,1-1 0,0 1 0,-1-1 0,1 1 0,0 0 0,-1-1 0,1 1 0,-1 0 0,1-1 0,-1 1 0,1 0 0,-1 0 0,1-1 0,-1 1 0,1 0 0,-1 0 0,1 0 0,-1 0 0,1 0 0,-1 0 0,1 0 0,-1 0 0,0 0 0,1 0 0,-1 0 0,1 0 0,-1 0 0,1 0 0,-1 0 0,0 1 0,0 0 0,0 0 0,0 0 0,0 0 0,1 0 0,-1 0 0,0 0 0,1 0 0,-1 0 0,1 0 0,-1 0 0,1 0 0,-1 1 0,1 0 0,-6 43 0,6-43 0,-1 8 0,0 0 0,1 0 0,1 0 0,0 0 0,3 16 0,-3-24 0,-1-1 0,1 1 0,-1 0 0,1 0 0,0-1 0,0 1 0,0 0 0,0-1 0,0 1 0,0-1 0,0 0 0,0 1 0,1-1 0,-1 0 0,1 1 0,-1-1 0,1 0 0,-1 0 0,1 0 0,-1-1 0,1 1 0,0 0 0,0 0 0,-1-1 0,1 1 0,0-1 0,0 0 0,0 0 0,0 1 0,-1-1 0,1 0 0,0 0 0,0-1 0,0 1 0,0 0 0,-1-1 0,1 1 0,2-2 0,4 0 0,-1-1 0,1 0 0,-1-1 0,0 1 0,-1-1 0,1-1 0,-1 0 0,1 1 0,9-12 0,6-7 0,20-28 0,-29 35 0,51-73-1365,-42 54-5461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09.6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16 137 24575,'0'0'0,"-1"0"0,0 1 0,1-1 0,-1 0 0,1 1 0,-1-1 0,1 0 0,-1 1 0,1-1 0,-1 1 0,1-1 0,0 0 0,-1 1 0,1-1 0,-1 1 0,1-1 0,0 1 0,0 0 0,-1-1 0,1 1 0,0-1 0,0 1 0,0 0 0,-1-1 0,1 2 0,-3 18 0,2-17 0,0 6 0,1 0 0,0 0 0,0 0 0,1 0 0,0 0 0,0 0 0,1 0 0,0 0 0,7 17 0,-7-21 0,1 0 0,-1 0 0,1 0 0,0 0 0,0-1 0,1 1 0,0-1 0,-1 0 0,1 0 0,1 0 0,-1 0 0,0-1 0,1 0 0,0 0 0,0 0 0,0 0 0,8 2 0,3 0 0,0-1 0,0-1 0,0-1 0,1 0 0,-1-1 0,1-1 0,-1 0 0,1-1 0,-1-1 0,32-7 0,-33 5 0,0-1 0,0 0 0,-1-1 0,1 0 0,-1-2 0,-1 1 0,1-2 0,-2 1 0,1-2 0,-1 0 0,18-19 0,-24 22 0,-1-1 0,0 1 0,0-1 0,0-1 0,-1 1 0,0-1 0,-1 0 0,0 0 0,0 0 0,-1 0 0,0 0 0,-1 0 0,0-1 0,0 1 0,-1-1 0,0 1 0,-1-1 0,0 1 0,0 0 0,-6-17 0,6 23 0,-1-1 0,1 1 0,-1 1 0,0-1 0,1 0 0,-2 0 0,1 1 0,0-1 0,0 1 0,-1 0 0,1-1 0,-1 1 0,0 0 0,0 1 0,0-1 0,0 0 0,0 1 0,0 0 0,0-1 0,0 1 0,0 0 0,-1 1 0,1-1 0,0 1 0,-1-1 0,1 1 0,0 0 0,-1 0 0,1 1 0,0-1 0,-1 1 0,1-1 0,0 1 0,-1 0 0,1 0 0,0 1 0,0-1 0,0 1 0,0-1 0,0 1 0,-5 4 0,2 2-341,-1 1 0,1 0-1,-10 18 1,0 3-6485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10.7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10 906 24575,'0'0'0,"0"1"0,-1-1 0,1 0 0,0 0 0,0 0 0,-1 0 0,1 0 0,0 0 0,0 0 0,-1 0 0,1 0 0,0 0 0,0 0 0,-1 0 0,1 0 0,0 0 0,0 0 0,-1 0 0,1 0 0,0 0 0,0 0 0,-1 0 0,1 0 0,0-1 0,0 1 0,-1 0 0,1 0 0,0 0 0,0 0 0,0-1 0,-1 1 0,1 0 0,0 0 0,0 0 0,0-1 0,0 1 0,0 0 0,-1 0 0,1-1 0,0 1 0,0 0 0,0 0 0,0-1 0,0 1 0,0 0 0,0 0 0,0-1 0,0 1 0,0 0 0,0 0 0,0-1 0,0 1 0,0 0 0,0 0 0,0-1 0,0 1 0,0 0 0,0 0 0,1-1 0,-1 1 0,0 0 0,0 0 0,0-1 0,1 1 0,16-18 0,-13 13 0,385-341 0,19 19 0,-353 284 0,-52 40 0,123-103 0,-99 76 0,-27 30 0,1 0 0,-1-1 0,0 1 0,0 0 0,1-1 0,-1 1 0,0-1 0,0 1 0,1 0 0,-1-1 0,0 1 0,0-1 0,0 1 0,0-1 0,0 1 0,0 0 0,0-1 0,1 1 0,-1-1 0,-1 1 0,1-1 0,0 1 0,0-1 0,0 1 0,0-1 0,0 1 0,0 0 0,0-1 0,-1 1 0,1-1 0,0 1 0,0 0 0,0-1 0,-1 1 0,1 0 0,0-1 0,-1 1 0,1 0 0,0-1 0,-1 1 0,1 0 0,0-1 0,-1 1 0,1 0 0,-1 0 0,1 0 0,-1 0 0,1-1 0,0 1 0,-1 0 0,1 0 0,-1 0 0,0 0 0,-31 0 0,29 0 0,-278 43 0,53-6 0,210-37 0,32-6 0,34-11 0,1 3 0,0 2 0,59-6 0,-103 17 0,1 0 0,-1 1 0,1 0 0,-1 0 0,0 0 0,1 1 0,-1 0 0,0 0 0,1 0 0,-1 1 0,9 3 0,-11-3 0,1 0 0,-1 1 0,0-1 0,0 1 0,0 0 0,0 0 0,0 0 0,0 0 0,-1 0 0,0 1 0,0-1 0,0 1 0,0-1 0,0 1 0,2 8 0,2 10-1365,-2-2-5461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12.28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24575,'5'1'0,"-1"0"0,0-1 0,1 1 0,-1 1 0,0-1 0,0 1 0,1 0 0,3 2 0,9 4 0,15 3 0,0-2 0,1-1 0,56 7 0,104-7 0,-190-8 0,0 0 0,0 0 0,0 0 0,0 1 0,0-1 0,-1 0 0,1 1 0,0 0 0,0 0 0,0 0 0,0 0 0,4 3 0,-6-3 0,1 1 0,-1 0 0,1-1 0,-1 1 0,1 0 0,-1 0 0,0 0 0,0 0 0,0 0 0,0 1 0,0-1 0,-1 0 0,1 0 0,-1 1 0,1-1 0,-1 5 0,2 27-102,-1 1 0,-4 36-1,2-41-955,-1-7-5768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13.2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109 35 24575,'-5'24'0,"4"-22"0,0 1 0,0 0 0,0 0 0,1-1 0,-1 1 0,1 0 0,0 5 0,0-7 0,0 0 0,1 0 0,-1 0 0,0 0 0,1 0 0,-1 0 0,1 0 0,0 0 0,-1 0 0,1 0 0,0 0 0,-1-1 0,1 1 0,0 0 0,0 0 0,0-1 0,-1 1 0,1 0 0,0-1 0,0 1 0,0-1 0,0 1 0,0-1 0,0 0 0,2 1 0,8 1 0,0 0 0,0 0 0,0-2 0,0 1 0,0-1 0,0-1 0,0 0 0,13-3 0,-22 4 0,320-52 0,-18 2 0,-262 46 0,-41 4 0,-1 0 0,0 0 0,1-1 0,-1 1 0,0 0 0,0 0 0,1 0 0,-1 0 0,0 0 0,1 0 0,-1 0 0,0 0 0,1 0 0,-1 0 0,0 0 0,1 0 0,-1 0 0,0 0 0,0 1 0,1-1 0,-1 0 0,0 0 0,0 0 0,1 0 0,-1 1 0,0-1 0,0 0 0,1 0 0,-1 0 0,0 1 0,0-1 0,0 0 0,1 0 0,-1 1 0,0-1 0,0 0 0,0 0 0,0 1 0,0-1 0,1 0 0,-1 1 0,0-1 0,0 0 0,0 0 0,0 1 0,0-1 0,0 0 0,0 1 0,0-1 0,0 0 0,0 1 0,0-1 0,-1 0 0,1 0 0,0 1 0,0-1 0,-6 6 0,0 0 0,0-1 0,0 0 0,-1-1 0,0 1 0,0-1 0,0 0 0,-14 4 0,-4 5 0,-687 323 0,632-304 0,63-29 0,17-3 0,0 0 0,-1 0 0,1 0 0,0 0 0,0 0 0,0 0 0,0 0 0,0-1 0,0 1 0,-1 0 0,1 0 0,0 0 0,0 0 0,0 0 0,0 0 0,0 0 0,0 0 0,0 0 0,0 0 0,-1-1 0,1 1 0,0 0 0,0 0 0,0 0 0,0 0 0,0 0 0,0 0 0,0-1 0,0 1 0,0 0 0,0 0 0,0 0 0,0 0 0,0 0 0,0-1 0,0 1 0,0 0 0,0 0 0,0 0 0,0 0 0,0 0 0,0-1 0,0 1 0,0 0 0,0 0 0,0 0 0,0 0 0,1 0 0,-1 0 0,0 0 0,0-1 0,0 1 0,0 0 0,0 0 0,0 0 0,6-6 0,0 0 0,0 1 0,0 0 0,11-7 0,82-52 0,110-53 0,120-37 0,-272 131-1365,-19 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0.45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24575,'2'22'0,"1"1"0,1-1 0,1 0 0,0 0 0,2 0 0,10 22 0,-8-20 0,-6-16 0,8 22 0,1-1 0,23 42 0,-31-64 0,0 0 0,0-1 0,1 0 0,-1 0 0,1 0 0,0-1 0,1 0 0,0 0 0,-1 0 0,1 0 0,1-1 0,-1 0 0,1-1 0,0 1 0,-1-1 0,12 3 0,-13-5 0,0 0 0,0-1 0,0 1 0,0-1 0,0 0 0,0 0 0,0-1 0,-1 0 0,1 0 0,0 0 0,0 0 0,0-1 0,-1 1 0,1-1 0,0-1 0,-1 1 0,0-1 0,0 1 0,0-1 0,0 0 0,0-1 0,0 1 0,-1-1 0,1 1 0,-1-1 0,0 0 0,2-5 0,4-5 0,-1 0 0,-1 0 0,-1-1 0,0 0 0,-1 0 0,0 0 0,2-19 0,6-76 0,-13 110 0,-1 0 0,1 1 0,0-1 0,0 0 0,0 0 0,0 0 0,0 0 0,1 0 0,-1 0 0,0 0 0,0 0 0,0 0 0,0 1 0,0-1 0,0 0 0,0 0 0,0 0 0,0 0 0,0 0 0,0 0 0,0 0 0,0 0 0,0 0 0,0 0 0,0 0 0,0 0 0,0 0 0,1 1 0,-1-1 0,0 0 0,0 0 0,0 0 0,0 0 0,0 0 0,0 0 0,0 0 0,0 0 0,0 0 0,0 0 0,1 0 0,-1 0 0,0 0 0,0 0 0,0 0 0,0 0 0,0 0 0,0 0 0,0 0 0,0 0 0,0 0 0,1 0 0,-1 0 0,0-1 0,0 1 0,0 0 0,0 0 0,0 0 0,0 0 0,0 0 0,0 0 0,0 0 0,0 0 0,0 0 0,0 0 0,0 0 0,0-1 0,17 26 0,16 31 0,0 1 0,29 39 0,-3-7 0,87 179 0,-144-264 0,2 5 0,0 0 0,-1 0 0,0 1 0,2 12 0,-4-20 0,-1 1 0,0-1 0,0 1 0,0-1 0,0 1 0,0-1 0,0 1 0,-1-1 0,1 0 0,-1 1 0,0-1 0,0 0 0,0 1 0,0-1 0,0 0 0,0 0 0,0 0 0,-1 0 0,1 0 0,-1 0 0,0 0 0,-2 2 0,-6 3 0,0 0 0,-1 0 0,1-1 0,-1 0 0,-17 5 0,-61 17 0,69-22 0,-55 13-455,-2-3 0,-86 8 0,120-21-6371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0.7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53 24575,'3'0'0,"7"-3"0,5-1 0,9-3 0,3 0 0,6-2 0,6-3 0,-3 2-8191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1.0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24575,'3'6'0,"4"14"0,3 10 0,4-1 0,-1-2 0,1-2 0,-3-3 0,0-5 0,2-6 0,1-4 0,-2-3-8191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1.81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 24 24575,'0'14'0,"-1"20"0,1-33 0,0 1 0,0-1 0,0 1 0,0-1 0,1 0 0,-1 1 0,0-1 0,1 1 0,-1-1 0,1 0 0,-1 1 0,1-1 0,0 0 0,0 1 0,1 1 0,-1-4 0,-1 1 0,1 0 0,-1-1 0,1 1 0,-1-1 0,0 1 0,1-1 0,-1 0 0,0 1 0,1-1 0,-1 1 0,0-1 0,1 0 0,-1 1 0,0-1 0,0 1 0,0-1 0,0 0 0,0 1 0,0-1 0,0 0 0,0 0 0,3-19 0,0-39 0,-3 59 0,0 0 0,0 0 0,0 0 0,0 0 0,0-1 0,0 1 0,0 0 0,0 0 0,0 0 0,0 0 0,1 0 0,-1 0 0,0-1 0,0 1 0,0 0 0,0 0 0,0 0 0,0 0 0,0 0 0,0 0 0,1 0 0,-1 0 0,0 0 0,0-1 0,0 1 0,0 0 0,0 0 0,1 0 0,-1 0 0,0 0 0,0 0 0,0 0 0,0 0 0,0 0 0,1 0 0,-1 0 0,0 0 0,0 0 0,0 0 0,0 0 0,0 0 0,0 0 0,1 0 0,-1 1 0,0-1 0,0 0 0,10 6 0,9 12 0,-18-17 0,90 94 0,-69-80 119,-21-15-160,-1 0-1,1 1 1,0-1 0,-1 0 0,1 0-1,0 0 1,-1 0 0,1 0 0,0 0 0,-1 0-1,1 0 1,0 0 0,-1 0 0,1-1 0,0 1-1,-1 0 1,1 0 0,0 0 0,-1-1-1,1 1 1,-1 0 0,1-1 0,-1 1 0,1-1-1,-1 1 1,1-1 0,-1 1 0,1-1-1,-1 1 1,0-1 0,1 1 0,-1-1 0,1 1-1,-1-1 1,0 0 0,7-16-6785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2.60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24575,'3'0'0,"4"0"0,9 3 0,15 7 0,2 2-8191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3.0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24575,'2'1'0,"0"0"0,0 0 0,0 0 0,0 0 0,0 0 0,-1 0 0,1 0 0,0 0 0,-1 1 0,1-1 0,-1 1 0,1 0 0,-1-1 0,0 1 0,1 0 0,0 3 0,1-2 0,18 31 0,-2 2 0,0 0 0,16 52 0,12 22 0,-42-100 0,5 10 0,16 27 0,-23-43 0,0 0 0,0 0 0,0 0 0,1 0 0,-1-1 0,1 1 0,0-1 0,0 0 0,0 0 0,0 0 0,0-1 0,7 4 0,-10-6 6,1 1-1,0-1 1,-1 0-1,1 1 0,0-1 1,-1 0-1,1 0 1,0 0-1,-1 0 1,1 0-1,0-1 1,0 1-1,-1 0 0,1-1 1,-1 0-1,1 1 1,0-1-1,-1 0 1,1 1-1,-1-1 1,2-1-1,0-1-154,-1 1 1,1 0-1,-1-1 1,0 1-1,0-1 1,0 0-1,0 1 1,0-1-1,2-6 1,2-9-6678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5.1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1 610 24575,'20'-2'0,"0"0"0,1-1 0,26-8 0,-21 5 0,13-4 0,0-2 0,71-30 0,-86 29 0,0 0 0,0-1 0,-2-1 0,0-1 0,25-25 0,-38 33 0,-1-1 0,0-1 0,-1 1 0,0-1 0,11-21 0,-15 26 0,-1 1 0,0 0 0,0-1 0,-1 0 0,1 1 0,-1-1 0,0 0 0,-1 0 0,1 0 0,-1 1 0,0-1 0,0 0 0,0 0 0,-1 0 0,1 0 0,-1 0 0,-3-6 0,4 10 0,0 0 0,-1 0 0,1 0 0,0 1 0,-1-1 0,1 0 0,-1 1 0,0-1 0,1 0 0,-1 1 0,1-1 0,-1 0 0,0 1 0,0-1 0,1 1 0,-1-1 0,0 1 0,0 0 0,0-1 0,1 1 0,-1 0 0,0-1 0,0 1 0,0 0 0,0 0 0,0 0 0,0 0 0,1 0 0,-1 0 0,0 0 0,0 0 0,0 0 0,0 1 0,0-1 0,0 0 0,1 0 0,-1 1 0,0-1 0,0 0 0,0 1 0,1-1 0,-2 2 0,-3 1 0,1 0 0,-1 0 0,1 0 0,0 1 0,-7 7 0,2 0 0,1 0 0,0 1 0,0 0 0,-8 18 0,14-25 0,-1 0 0,2-1 0,-1 1 0,0 0 0,1 0 0,0 0 0,0 0 0,0 0 0,1 0 0,0 0 0,0 0 0,0 1 0,0-1 0,1 0 0,2 8 0,-2-10 0,1-1 0,-1 1 0,1 0 0,0-1 0,0 0 0,0 1 0,0-1 0,0 0 0,1 0 0,-1 0 0,1 0 0,-1-1 0,1 1 0,0-1 0,-1 1 0,1-1 0,0 0 0,0 0 0,0 0 0,0 0 0,5 0 0,3 0 0,0 1 0,1-2 0,-1 1 0,18-3 0,-11 0 0,-1-1 0,1-1 0,-1-1 0,0 0 0,0-1 0,0-1 0,-1 0 0,0-1 0,-1-1 0,18-13 0,-26 17 0,0-1 0,-1 0 0,1 0 0,-1-1 0,-1 0 0,1 0 0,-1 0 0,0-1 0,6-14 0,-9 16 0,1 0 0,-2-1 0,1 0 0,-1 1 0,0-1 0,0 0 0,-1 1 0,1-1 0,-2 0 0,1 0 0,-1 0 0,0 1 0,0-1 0,-3-7 0,4 13 0,-1-1 0,1 1 0,-1-1 0,1 1 0,-1-1 0,1 1 0,-1-1 0,0 1 0,0 0 0,0 0 0,0-1 0,0 1 0,0 0 0,0 0 0,0 0 0,0 0 0,-3-2 0,4 3 0,0 0 0,0 0 0,-1 0 0,1 0 0,0 0 0,-1 0 0,1 0 0,0 1 0,0-1 0,-1 0 0,1 0 0,0 0 0,-1 0 0,1 0 0,0 0 0,0 0 0,-1 1 0,1-1 0,0 0 0,0 0 0,-1 0 0,1 1 0,0-1 0,0 0 0,0 0 0,-1 0 0,1 1 0,0-1 0,0 0 0,0 1 0,0-1 0,-4 21 0,4-3 0,1 1 0,0 0 0,2-1 0,1 1 0,6 21 0,35 91 0,-41-121 0,7 15 0,-11-26 0,0 1 0,0 0 0,0-1 0,0 1 0,0 0 0,1 0 0,-1-1 0,0 1 0,0 0 0,0-1 0,0 1 0,0 0 0,0-1 0,1 1 0,-1 0 0,0 0 0,0-1 0,0 1 0,1 0 0,-1 0 0,0-1 0,0 1 0,1 0 0,-1 0 0,0 0 0,1 0 0,-1-1 0,0 1 0,1 0 0,-1 0 0,0 0 0,0 0 0,1 0 0,-1 0 0,0 0 0,1 0 0,-1 0 0,0 0 0,1 0 0,-1 0 0,0 0 0,1 0 0,-1 0 0,0 0 0,1 0 0,-1 1 0,0-1 0,1 0 0,-1 0 0,0 0 0,0 0 0,1 1 0,-1-1 0,0 0 0,0 0 0,1 0 0,-1 1 0,0-1 0,0 0 0,0 1 0,1-1 0,-1 0 0,0 0 0,0 1 0,0-1 0,0 0 0,0 1 0,0-1 0,0 1 0,3-15 0,0 0 0,-1 0 0,-1 0 0,0 0 0,-3-27 0,1-14 0,1 53 0,0 0 0,0 1 0,0-1 0,1 0 0,-1 0 0,0 1 0,1-1 0,-1 0 0,1 0 0,-1 1 0,1-1 0,0 1 0,0-1 0,0 1 0,0-1 0,0 1 0,0-1 0,0 1 0,0 0 0,1 0 0,-1-1 0,0 1 0,1 0 0,-1 0 0,1 0 0,-1 1 0,1-1 0,0 0 0,1 0 0,4-1 0,1 1 0,-1 1 0,0-1 0,1 1 0,13 1 0,24-1 0,-40-2 0,1 1 0,-1-2 0,0 1 0,0 0 0,0-1 0,0 0 0,0 0 0,-1-1 0,1 1 0,-1-1 0,0 0 0,0 0 0,0 0 0,-1-1 0,1 1 0,-1-1 0,0 0 0,2-7 0,-5 12 0,0 0 0,0 0 0,0 0 0,0 0 0,0 0 0,0 0 0,0 0 0,0 0 0,0 0 0,0 0 0,0 0 0,0 0 0,0 0 0,0 0 0,-8 12 0,-10 22 0,14-23 0,0 0 0,2 0 0,-1 0 0,1 1 0,0 20 0,2-30 0,0 1 0,0-1 0,0 1 0,0 0 0,0-1 0,1 1 0,0-1 0,-1 1 0,1-1 0,0 1 0,0-1 0,0 1 0,1-1 0,-1 0 0,0 0 0,1 0 0,0 1 0,-1-2 0,1 1 0,0 0 0,0 0 0,0 0 0,0-1 0,0 1 0,1-1 0,-1 0 0,0 0 0,1 0 0,-1 0 0,1 0 0,2 1 0,5-1 0,0 0 0,1 0 0,-1-1 0,0 0 0,0-1 0,0 0 0,0 0 0,0-1 0,18-6 0,0-2 0,0-2 0,29-15 0,-17 6 0,-1-1 0,-1-2 0,-1-2 0,-2-2 0,44-42 0,-78 69 0,32-37 0,-31 35 0,-1 1 0,1-1 0,-1 1 0,1-1 0,-1 1 0,0-1 0,0 0 0,0 0 0,-1 0 0,1 1 0,-1-1 0,1 0 0,-1 0 0,0-3 0,0 5 0,0-1 0,-1 1 0,1 0 0,-1 0 0,1 0 0,0 0 0,-1 0 0,0 0 0,1 0 0,-1 0 0,0 0 0,1 0 0,-1 0 0,0 0 0,0 0 0,0 0 0,0 1 0,0-1 0,0 0 0,0 1 0,0-1 0,0 1 0,0-1 0,0 1 0,0-1 0,0 1 0,-1 0 0,1 0 0,0-1 0,0 1 0,0 0 0,-1 0 0,1 0 0,0 0 0,0 1 0,0-1 0,-1 0 0,1 0 0,0 1 0,-2 0 0,-2 0 0,0 0 0,0 1 0,0 0 0,0 0 0,0 0 0,0 1 0,-7 4 0,7-2 0,0-1 0,1 1 0,-1 1 0,1-1 0,0 1 0,1-1 0,-1 1 0,1 0 0,0 1 0,1-1 0,-1 0 0,1 1 0,0-1 0,1 1 0,0 0 0,-1 10 0,2-13 0,-1 0 0,1 0 0,1-1 0,-1 1 0,0 0 0,1 0 0,0 0 0,0-1 0,0 1 0,0 0 0,0-1 0,1 1 0,0-1 0,0 1 0,0-1 0,0 0 0,0 0 0,1 0 0,-1 0 0,1 0 0,0-1 0,0 1 0,0-1 0,0 0 0,0 1 0,0-1 0,1-1 0,-1 1 0,1 0 0,4 0 0,7 2 0,0-1 0,0-1 0,0 0 0,1-1 0,-1-1 0,0 0 0,1-1 0,24-6 0,-19 3 0,-1-1 0,0-1 0,-1-1 0,1-1 0,33-18 0,-47 23 0,-1-1 0,0 1 0,0-1 0,0 0 0,0 0 0,0-1 0,-1 1 0,0-1 0,0 0 0,0 0 0,0 0 0,-1-1 0,0 1 0,0-1 0,-1 0 0,1 0 0,-1 0 0,-1 0 0,1 0 0,1-11 0,-2 12 0,1 6 0,3 12 0,6 31 0,-9-36 0,21 76 0,53 131 0,-71-204 0,-2-4 0,0 0 0,0 1 0,-1-1 0,3 14 0,-5-21 0,0 0 0,0 0 0,0 1 0,1-1 0,-1 0 0,0 1 0,0-1 0,0 0 0,0 1 0,0-1 0,0 0 0,0 1 0,0-1 0,0 0 0,-1 1 0,1-1 0,0 0 0,0 0 0,0 1 0,0-1 0,0 0 0,0 1 0,-1-1 0,1 0 0,0 0 0,0 1 0,0-1 0,-1 0 0,1 0 0,0 0 0,0 1 0,-1-1 0,1 0 0,0 0 0,0 0 0,-1 0 0,1 0 0,0 0 0,-1 1 0,1-1 0,0 0 0,-1 0 0,1 0 0,0 0 0,-1 0 0,1 0 0,0 0 0,0 0 0,-1 0 0,1 0 0,0 0 0,-1-1 0,1 1 0,0 0 0,-1 0 0,-18-12 0,2-4 0,0-1 0,1 0 0,0-1 0,2-1 0,-22-37 0,-48-110 0,83 165 0,-14-32 0,1 0 0,1-1 0,-7-36 0,19 67 0,1 1 0,-1-1 0,1 0 0,0 0 0,0 0 0,0 0 0,0 0 0,0 0 0,0 0 0,1 1 0,-1-1 0,1 0 0,1-3 0,-1 5 0,0 0 0,-1 0 0,1 1 0,0-1 0,0 0 0,-1 0 0,1 1 0,0-1 0,0 0 0,0 1 0,0-1 0,0 1 0,0-1 0,0 1 0,0 0 0,0-1 0,0 1 0,0 0 0,0 0 0,1 0 0,-1 0 0,0 0 0,0 0 0,0 0 0,0 0 0,0 0 0,0 0 0,0 1 0,0-1 0,0 0 0,0 1 0,0-1 0,0 1 0,2 0 0,3 2 0,0 0 0,0 1 0,0-1 0,-1 1 0,1 1 0,-1-1 0,0 1 0,0 0 0,-1 0 0,7 9 0,-4-4 0,0 0 0,-2 0 0,1 1 0,-1 0 0,5 14 0,-9-21 4,0 0-1,0 0 0,-1 0 1,1 0-1,-1 0 1,0 0-1,0 0 0,0 0 1,-1 0-1,1 0 1,-1 0-1,0 0 0,0 0 1,0 0-1,-1-1 1,1 1-1,-1 0 0,0-1 1,0 1-1,0-1 1,0 0-1,-1 1 0,0-1 1,1 0-1,-1-1 1,-5 5-1,-6 4-162,-2 0-1,1-1 1,-1-1-1,-25 11 1,21-11-501,-16 9-6166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5.81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441 171 24575,'0'-161'0,"1"153"0,1 7 0,6 12 0,6 26 0,37 144 0,-27-88 0,-23-90 0,0 1 0,0-1 0,0 0 0,1 1 0,-1-1 0,1 0 0,0 0 0,0 0 0,0 0 0,0 0 0,0-1 0,1 1 0,-1-1 0,1 1 0,0-1 0,0 0 0,-1 0 0,6 2 0,-4-2 0,1 0 0,0-1 0,-1 0 0,1 0 0,0 0 0,-1-1 0,1 1 0,0-1 0,0 0 0,-1-1 0,1 1 0,0-1 0,5-1 0,-6 1 0,0 0 0,0-1 0,0 1 0,-1-1 0,1 0 0,0 0 0,-1 0 0,1 0 0,-1-1 0,1 1 0,-1-1 0,0 0 0,0 0 0,-1 0 0,1 0 0,-1-1 0,1 1 0,-1-1 0,0 0 0,0 1 0,-1-1 0,1 0 0,-1 0 0,0 0 0,0 0 0,0 0 0,0 0 0,-1 0 0,1-1 0,-1 1 0,0 0 0,-1 0 0,1 0 0,-2-6 0,1 7 0,1 1 0,-1-1 0,0 1 0,0 0 0,0-1 0,0 1 0,0 0 0,0-1 0,-1 1 0,1 0 0,-1 0 0,0 0 0,1 1 0,-1-1 0,0 0 0,0 1 0,0-1 0,0 1 0,-1-1 0,1 1 0,0 0 0,-1 0 0,-2-1 0,-3-1 0,-1 1 0,0 0 0,0 0 0,1 1 0,-17-1 0,5 3 0,0 0 0,0 1 0,1 1 0,-38 10 0,-72 33 0,111-39 0,-114 49 0,-23 9 0,150-63 0,-1 0 0,1-1 0,-1 1 0,0-1 0,-6 1 0,12-2 0,0 0 0,-1 0 0,1 0 0,0 0 0,0 0 0,-1 0 0,1 0 0,0 0 0,-1 0 0,1 0 0,0 0 0,0 0 0,-1 0 0,1 0 0,0 0 0,0-1 0,-1 1 0,1 0 0,0 0 0,0 0 0,0 0 0,-1 0 0,1-1 0,0 1 0,0 0 0,0 0 0,-1 0 0,1 0 0,0-1 0,0 1 0,0 0 0,0 0 0,0-1 0,0 1 0,-1 0 0,1 0 0,0-1 0,0 1 0,0 0 0,0 0 0,0-1 0,0 1 0,0 0 0,0 0 0,0-1 0,0 1 0,0 0 0,0 0 0,0-1 0,1 1 0,-1 0 0,0 0 0,0-1 0,0 1 0,0 0 0,0 0 0,0-1 0,1 1 0,2-5 0,0 0 0,0 0 0,1 0 0,-1 0 0,1 1 0,0 0 0,6-6 0,39-27 0,-32 25 0,65-45-1365,-50 38-5461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47.0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244 32 24575,'4'1'0,"0"-1"0,-1 1 0,1 0 0,0 0 0,-1 0 0,1 1 0,-1-1 0,1 1 0,3 2 0,15 6 0,21 5 0,1-2 0,0-2 0,1-2 0,80 5 0,183-14 0,-165-12 0,279-62 0,-357 57 0,-41 8 0,-24 9 0,0 0 0,0 0 0,0 0 0,0 0 0,0 0 0,0 0 0,0 0 0,0 0 0,0 0 0,1 0 0,-1 0 0,0 0 0,0 0 0,0 0 0,0 0 0,0-1 0,0 1 0,0 0 0,0 0 0,0 0 0,0 0 0,0 0 0,1 0 0,-1 0 0,0 0 0,0 0 0,0 0 0,0 0 0,0-1 0,0 1 0,0 0 0,0 0 0,0 0 0,0 0 0,0 0 0,0 0 0,0 0 0,0 0 0,0-1 0,0 1 0,0 0 0,0 0 0,0 0 0,0 0 0,0 0 0,0 0 0,0 0 0,0 0 0,0 0 0,0-1 0,0 1 0,-1 0 0,1 0 0,0 0 0,0 0 0,-15-2 0,-208 21 0,119-6 0,-784 69-916,835-78 907,-101 11 9,696-87 925,-527 71-925,-18 4 0,-29 7 0,26-8 0,-379 97 0,178-49 0,158-35 0,41-11-170,9 0-1025,14 0-5631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5:51.3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507 170 24575,'2'-7'0,"-1"-1"0,1 1 0,1-1 0,-1 1 0,1 0 0,1 0 0,-1 0 0,1 1 0,10-13 0,0-3 0,-12 19 0,0-1 0,0 1 0,0-1 0,0 0 0,-1 0 0,1 0 0,-1 0 0,0 0 0,1-5 0,-2 8 0,0 0 0,-1 0 0,1 0 0,0 1 0,0-1 0,0 0 0,0 1 0,-1-1 0,1 0 0,0 0 0,-1 1 0,1-1 0,-1 0 0,1 1 0,-1-1 0,1 1 0,-1-1 0,1 1 0,-1-1 0,1 1 0,-2-2 0,-1 1 0,1 0 0,0 0 0,-1 1 0,1-1 0,-1 0 0,1 1 0,-1 0 0,1-1 0,-1 1 0,-2 0 0,-64 3 0,-103 18 0,92-9 0,12-2 0,-79 8 0,191-34 0,128-15 0,-70 14 0,-102 17 0,0 0 0,0 0 0,0 0 0,0 0 0,0 0 0,-1 0 0,1 0 0,0 0 0,0 0 0,0 1 0,0-1 0,0 0 0,0 0 0,0 0 0,0 0 0,0 0 0,0 0 0,0 0 0,0 0 0,0 0 0,0 0 0,0 0 0,0 0 0,0 1 0,0-1 0,0 0 0,0 0 0,0 0 0,0 0 0,0 0 0,0 0 0,0 0 0,0 0 0,0 0 0,0 0 0,0 1 0,0-1 0,0 0 0,0 0 0,0 0 0,0 0 0,0 0 0,0 0 0,0 0 0,0 0 0,0 0 0,0 0 0,0 0 0,0 0 0,0 1 0,1-1 0,-1 0 0,0 0 0,0 0 0,0 0 0,-13 11 0,-20 11 0,-55 23 0,87-43-116,8-3 153,21-5 160,39-12-1680,-33 7-5343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1.0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22 24575,'1'3'0,"-1"0"0,1 0 0,0 0 0,0 0 0,0 0 0,0 0 0,1 0 0,2 4 0,2 4 0,82 200 0,-86-208 0,-1 1 0,1-1 0,-1 0 0,1 0 0,0 0 0,0 0 0,1 0 0,-1-1 0,0 1 0,5 2 0,-6-4 0,0 0 0,1-1 0,-1 1 0,1-1 0,-1 1 0,1-1 0,-1 0 0,1 1 0,0-1 0,-1 0 0,1 0 0,-1 0 0,1 0 0,-1-1 0,1 1 0,-1 0 0,1-1 0,-1 1 0,1-1 0,-1 1 0,1-1 0,-1 0 0,0 1 0,1-1 0,1-2 0,12-7 0,-1-1 0,0-1 0,-1 0 0,-1-1 0,12-14 0,53-79 0,-45 62 0,12-16 0,-44 60 0,1-1 0,0 0 0,0 0 0,0 0 0,0 0 0,0 1 0,0-1 0,0 0 0,0 1 0,0-1 0,0 1 0,0-1 0,0 1 0,0 0 0,0-1 0,1 1 0,-1 0 0,0 0 0,0 0 0,0 0 0,1 0 0,-1 0 0,0 0 0,0 0 0,0 1 0,0-1 0,1 0 0,-1 1 0,0-1 0,0 0 0,0 1 0,0 0 0,0-1 0,0 1 0,0 0 0,0-1 0,0 1 0,0 0 0,0 0 0,-1 0 0,1 0 0,0 0 0,0 1 0,6 7 0,0 1 0,-1 0 0,8 19 0,-7-17 0,14 30 0,233 471 0,-190-358 0,-53-124 0,-2-1 0,-1 1 0,4 38 0,-11-64 0,0 1 0,-1-1 0,0 1 0,0-1 0,-1 0 0,1 1 0,-1-1 0,-1 1 0,1-1 0,-1 0 0,1 0 0,-5 9 0,3-10 0,0-1 0,0 1 0,0 0 0,0-1 0,0 0 0,-1 1 0,1-1 0,-1-1 0,0 1 0,0 0 0,0-1 0,0 0 0,0 0 0,-8 2 0,-12 3 0,0-1 0,-1-1 0,0-2 0,1 0 0,-1-2 0,0 0 0,0-2 0,-29-4 0,46 4 14,0-1-1,1 0 0,-1 0 0,0 0 1,1-1-1,0 0 0,-1 0 1,-6-5-1,11 5-100,-1 1-1,1-1 1,0 0 0,0 0-1,0 0 1,0 0 0,0 0-1,1-1 1,-1 1-1,1-1 1,0 0 0,0 1-1,1-1 1,-1 0 0,1 0-1,-2-8 1,0-8-6739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1.55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 8 24575,'-3'0'0,"-4"-3"0,2-1 0,11 4 0,11 1 0,17 0 0,5 1 0,0-1 0,-7 0-8191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1.8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24575,'3'0'0,"7"3"0,8 1 0,13 0 0,9 2 0,5 0 0,1-1 0,-5-1 0,-6-2 0,-10-3 0,-2-12 0,-5-2-8191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2.0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32 0 24575,'-3'0'0,"-4"0"0,-3 0 0,-1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2.8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0 291 24575,'0'5'0,"1"0"0,0 0 0,0 0 0,0 0 0,1 0 0,0 0 0,0 0 0,0 0 0,4 6 0,29 41 0,-26-40 0,97 136 0,-106-148 0,17 20 0,-17-19 0,1-1 0,-1 0 0,0 0 0,0 0 0,0 0 0,1 1 0,-1-1 0,0 0 0,0 0 0,1 0 0,-1 0 0,0 0 0,0 0 0,1 0 0,-1 0 0,0 0 0,0 0 0,1 0 0,-1 0 0,0 0 0,0 0 0,1 0 0,-1 0 0,0 0 0,0 0 0,1 0 0,-1 0 0,0 0 0,0 0 0,1-1 0,3-13 0,-3-24 0,-6-45 0,-1-22 0,9 40 0,2 0 0,17-75 0,-21 132 0,1 0 0,0 0 0,1 0 0,4-11 0,-6 18 0,-1 0 0,1 0 0,-1 0 0,1 0 0,-1 0 0,1 0 0,0 0 0,0 0 0,-1 0 0,1 0 0,0 0 0,0 1 0,0-1 0,0 0 0,0 1 0,0-1 0,0 0 0,0 1 0,0-1 0,0 1 0,1 0 0,-1-1 0,0 1 0,0 0 0,0 0 0,1 0 0,-1-1 0,0 1 0,0 0 0,0 1 0,1-1 0,-1 0 0,0 0 0,0 0 0,0 1 0,0-1 0,1 1 0,0 0 0,5 3 0,-1 0 0,0 1 0,0-1 0,0 1 0,-1 0 0,1 1 0,7 11 0,33 50 0,-35-48 0,71 119 0,-34-55 0,-47-82 0,12 17 0,-13-17 0,1-1 0,-1 0 0,0 0 0,0 1 0,1-1 0,-1 0 0,0 0 0,1 0 0,-1 1 0,0-1 0,1 0 0,-1 0 0,0 0 0,1 0 0,-1 0 0,0 0 0,1 0 0,-1 0 0,0 0 0,1 0 0,-1 0 0,0 0 0,1 0 0,-1 0 0,0 0 0,1 0 0,-1 0 0,0 0 0,1 0 0,-1 0 0,0-1 0,1 1 0,-1 0 0,0 0 0,1 0 0,-1-1 0,0 1 0,0 0 0,1 0 0,-1-1 0,0 1 0,0 0 0,0 0 0,1-1 0,-1 1 0,0 0 0,0-1 0,0 1 0,0 0 0,0-1 0,0 1 0,1 0 0,-1-1 0,0 1 0,0 0 0,0-1 0,0 0 0,2-11 0,1 0 0,-2-1 0,0 0 0,0 1 0,-2-23 0,0 20 0,1 1 0,0 0 0,1-1 0,4-20 0,-5 34 0,1-1 0,-1 1 0,0-1 0,1 1 0,-1-1 0,1 1 0,-1-1 0,1 1 0,0-1 0,0 1 0,0 0 0,0-1 0,0 1 0,0 0 0,0 0 0,0-1 0,0 1 0,0 0 0,1 0 0,-1 1 0,0-1 0,1 0 0,-1 0 0,1 0 0,-1 1 0,1-1 0,-1 1 0,1 0 0,-1-1 0,1 1 0,-1 0 0,1 0 0,0 0 0,-1 0 0,1 0 0,-1 0 0,1 0 0,0 0 0,-1 1 0,3 0 0,2 1 0,0 1 0,-1-1 0,1 1 0,-1 0 0,0 0 0,0 1 0,0 0 0,-1 0 0,7 6 0,13 17 0,-2 1 0,0 0 0,-2 2 0,-2 0 0,20 42 0,-37-69-91,0-1 0,0 1 0,1-1 0,-1 1 0,1-1 0,-1 0 0,1 0 0,0 1 0,0-1 0,0 0 0,0-1 0,1 1 0,-1 0 0,4 1 0,9 4-6735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4.5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161 201 24575,'0'14'0,"2"0"0,4 23 0,-3-27 0,-1 0 0,-1 0 0,0 0 0,0 1 0,-1-1 0,-2 18 0,-4-10 0,2-12 0,3-11 0,2 1 0,1 0 0,0-1 0,0 1 0,0 0 0,1 0 0,-1 1 0,1-1 0,0 0 0,0 1 0,7-6 0,-1-1 0,11-13 0,0 0 0,20-32 0,-35 46 0,0 0 0,-1 0 0,0 0 0,0-1 0,-1 1 0,0-1 0,0 0 0,-1 0 0,-1 0 0,1-16 0,-2 26 0,0 0 0,0 0 0,1-1 0,-1 1 0,0 0 0,0-1 0,0 1 0,0 0 0,0-1 0,0 1 0,0 0 0,0-1 0,0 1 0,0 0 0,0-1 0,-1 1 0,1 0 0,0-1 0,0 1 0,0 0 0,0 0 0,0-1 0,-1 1 0,1 0 0,0-1 0,0 1 0,0 0 0,-1 0 0,1 0 0,0-1 0,0 1 0,-1 0 0,0 0 0,-8 7 0,-12 26 0,17-27 0,-55 82 0,-78 88 0,120-156 0,1-3 0,16-17 0,0 0 0,-1 0 0,1 1 0,0-1 0,0 0 0,0 0 0,0 0 0,0 0 0,0 0 0,0 0 0,-1 1 0,1-1 0,0 0 0,0 0 0,0 0 0,0 0 0,0 0 0,-1 0 0,1 0 0,0 0 0,0 0 0,0 1 0,0-1 0,-1 0 0,1 0 0,0 0 0,0 0 0,0 0 0,-1 0 0,1 0 0,0 0 0,0 0 0,0 0 0,0-1 0,-1 1 0,1 0 0,0 0 0,0 0 0,0 0 0,0 0 0,-1 0 0,1 0 0,0 0 0,0 0 0,0 0 0,0-1 0,0 1 0,0 0 0,-1 0 0,1 0 0,0 0 0,0 0 0,0-1 0,0 1 0,0 0 0,0 0 0,0 0 0,0 0 0,0-1 0,0 1 0,0 0 0,0 0 0,0 0 0,0-1 0,0 1 0,0 0 0,3-14 0,8-5 0,1 0 0,0 1 0,1 0 0,1 1 0,32-30 0,-19 18 0,-1 2 0,-8 9 0,0-1 0,21-32 0,-34 44 0,0-1 0,-1-1 0,0 1 0,-1 0 0,0-1 0,0 0 0,0 0 0,-1 0 0,-1 0 0,1-16 0,-1 21 0,-1-12 0,-1 13 0,-3 7 0,-210 319 0,212-321-47,-3 5 81,0 0 1,0 0 0,-1-1-1,-11 10 1,16-15-80,-1-1 0,1 1 0,0 0-1,0 0 1,-1 0 0,1-1 0,-1 1 0,1-1-1,0 1 1,-1-1 0,1 1 0,-1-1 0,1 0 0,-1 0-1,1 0 1,-1 0 0,1 0 0,-1 0 0,1 0-1,-1 0 1,1-1 0,-1 1 0,1-1 0,-1 1-1,1-1 1,0 1 0,-1-1 0,1 0 0,0 0 0,-1 1-1,1-1 1,-2-2 0,-12-13-6781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4.89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24575,'61'54'0,"1"-2"0,132 81 0,-41-31 0,-125-83 0,-18-13 0,0 0 0,-1 1 0,0 0 0,0 1 0,0 0 0,9 11 0,-10-10-104,0-1-1,0 1 1,1-2-1,0 1 1,1-2-1,-1 1 1,1-1-1,17 7 1,-21-9-321,29 14-6401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5.3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75 24575,'9'0'0,"12"-3"0,11-4 0,13-1 0,4 1 0,-3 2 0,-7-1 0,-6 0 0,-6-2 0,-5 0 0,-6-1 0,-6 1-8191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5.7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24575,'0'6'0,"6"14"0,11 19 0,8 17 0,7 9 0,0 4 0,-2 4 0,0 0 0,-2-5 0,-7-12 0,-2-15 0,-6-12 0,-1-11 0,2-17 0,3-18 0,7-15 0,6-14 0,-3 1-8191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6.51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24575,'1'9'0,"1"0"0,0-1 0,0 1 0,1-1 0,0 1 0,0-1 0,1 0 0,0 0 0,0-1 0,8 10 0,2 7 0,218 376 0,-221-380 0,3 4 0,23 32 0,-37-55 0,1 0 0,0 0 0,0 0 0,-1 0 0,1 0 0,0 0 0,0 0 0,0 0 0,0-1 0,0 1 0,0 0 0,0-1 0,0 1 0,0-1 0,0 1 0,0-1 0,2 1 0,-2-1 0,-1 0 0,1 0 0,-1-1 0,1 1 0,-1 0 0,1 0 0,-1-1 0,0 1 0,1 0 0,-1 0 0,1-1 0,-1 1 0,0-1 0,1 1 0,-1 0 0,0-1 0,1 1 0,-1-1 0,0 1 0,0-1 0,1 1 0,-1-1 0,0 1 0,0-1 0,0 1 0,0-1 0,2-7 0,-1 1 0,0-1 0,-1-14 0,-4-58 0,1 48 0,1 1 0,2-1 0,4-30 0,-3 57 0,0 1 0,0 0 0,0 0 0,0 0 0,1 0 0,-1 1 0,1-1 0,0 0 0,0 1 0,1-1 0,3-4 0,-4 6 0,-1 1 0,0 0 0,1 0 0,-1 0 0,1-1 0,-1 1 0,1 1 0,0-1 0,0 0 0,-1 0 0,1 1 0,0-1 0,0 1 0,0-1 0,0 1 0,-1 0 0,1 0 0,0 0 0,0 0 0,0 0 0,0 0 0,0 0 0,0 1 0,-1-1 0,1 1 0,0-1 0,3 2 0,2 2 0,0 0 0,0 0 0,0 1 0,-1 0 0,0 0 0,0 1 0,0 0 0,-1 0 0,1 0 0,6 12 0,6 10 0,17 37 0,-31-57 0,2 4 0,37 81 0,-37-79 0,-2 0 0,1 0 0,-2 0 0,4 28 0,-7-40 0,0 0 0,0-1 0,0 1 0,0 0 0,0-1 0,0 1 0,-1 0 0,1 0 0,0-1 0,-1 1 0,1 0 0,-1-1 0,0 1 0,0-1 0,0 1 0,0-1 0,0 1 0,0-1 0,0 0 0,0 1 0,-2 1 0,0-2 0,0 1 0,1-1 0,-1 1 0,0-1 0,0 0 0,0 0 0,1 0 0,-1-1 0,0 1 0,0-1 0,-5 1 0,-1-1 0,-1 0 0,1-1 0,0 0 0,0-1 0,0 0 0,0 0 0,-13-5 0,15 3-97,-1 0-1,0-1 1,1 0-1,0 0 1,0 0-1,1-1 1,-1 0-1,1 0 1,1-1-1,-1 0 1,1 0-1,0 0 0,-4-9 1,0 0-6729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8.4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0 196 24575,'1'-16'0,"3"11"0,-2 6 0,0 0 0,-1 0 0,1 0 0,0 0 0,-1 0 0,1 0 0,-1 1 0,0-1 0,1 0 0,-1 1 0,1 1 0,40 49 0,-26-32 0,0 0 0,23 21 0,-38-40 0,-1-1 0,0 1 0,1-1 0,-1 0 0,0 1 0,1-1 0,-1 0 0,1 0 0,-1 1 0,0-1 0,1 0 0,-1 0 0,1 0 0,-1 1 0,1-1 0,-1 0 0,1 0 0,-1 0 0,1 0 0,-1 0 0,1 0 0,-1 0 0,0 0 0,1 0 0,-1 0 0,1 0 0,-1 0 0,1 0 0,0-1 0,7-13 0,-5-25 0,-3 35 0,0-37 0,-1 28 0,0 0 0,1 0 0,1-1 0,1 1 0,3-16 0,-4 25 0,0 1 0,0 0 0,1 0 0,-1-1 0,1 1 0,0 0 0,0 0 0,0 0 0,0 1 0,0-1 0,1 0 0,-1 1 0,1 0 0,0-1 0,0 1 0,-1 0 0,2 0 0,-1 1 0,0-1 0,0 1 0,0-1 0,1 1 0,-1 0 0,5-1 0,3 1 0,0 0 0,-1 0 0,1 1 0,0 0 0,-1 1 0,1 0 0,-1 1 0,1 0 0,-1 1 0,1 0 0,-1 0 0,0 1 0,10 6 0,15 9 0,0 1 0,33 27 0,-63-44 0,94 71 0,-81-59 0,-1 1 0,-1 0 0,20 25 0,-36-41 0,0 0 0,0 0 0,0 0 0,0 0 0,0 0 0,0-1 0,0 1 0,0 0 0,0 0 0,0 0 0,1 0 0,-1 0 0,0 0 0,0 0 0,0 0 0,0 0 0,0-1 0,0 1 0,0 0 0,0 0 0,1 0 0,-1 0 0,0 0 0,0 0 0,0 0 0,0 0 0,0 0 0,0 0 0,1 0 0,-1 0 0,0 0 0,0 0 0,0 0 0,0 0 0,0 0 0,0 0 0,0 0 0,1 0 0,-1 0 0,0 0 0,0 0 0,0 0 0,0 0 0,0 0 0,0 0 0,1 0 0,-1 1 0,0-1 0,0 0 0,0 0 0,0 0 0,0 0 0,0 0 0,0 0 0,0 0 0,0 0 0,0 1 0,0-1 0,0 0 0,1 0 0,-1 0 0,0 0 0,0 0 0,0 0 0,0 0 0,0 1 0,0-1 0,0 0 0,-1-16 0,-5-23 0,1 17 0,-3-16 0,-4-43 0,11 70 0,1 0 0,0 1 0,0-1 0,1 0 0,0 1 0,1-1 0,0 1 0,1-1 0,4-10 0,-6 18 0,0 1 0,0 0 0,0 0 0,0-1 0,1 1 0,-1 0 0,1 0 0,-1 0 0,1 1 0,0-1 0,0 0 0,-1 1 0,1-1 0,0 1 0,1-1 0,-1 1 0,0 0 0,0 0 0,1 0 0,-1 0 0,0 0 0,1 1 0,-1-1 0,1 1 0,-1-1 0,1 1 0,-1 0 0,1 0 0,-1 0 0,1 0 0,-1 1 0,1-1 0,-1 1 0,0-1 0,1 1 0,-1 0 0,3 1 0,6 3 0,-1 0 0,0 0 0,0 1 0,0 1 0,-1 0 0,15 13 0,5 8-273,-1 2 0,-1 2 0,-2 0 0,22 37 0,-35-49-6553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8.9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24575,'3'0'0,"7"0"0,14 0 0,8 0 0,6 0 0,1 0 0,-2 0 0,-5 0 0,-7 0-8191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19.39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24575,'9'3'0,"9"1"0,4 0 0,8 2 0,1 0 0,2 2 0,-2 0 0,-3-2 0,-6-1-8191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25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585 160 24575,'-72'-1'0,"-87"-12"0,156 13 0,-65-7 0,60 6 0,0 1 0,0 0 0,0 1 0,1 0 0,-1 0 0,-12 4 0,17-4 0,-1 1 0,1 0 0,0 0 0,0 1 0,0-1 0,0 1 0,0-1 0,0 1 0,1 0 0,-1 0 0,1 0 0,0 0 0,-3 6 0,-21 49 0,21-45 0,-44 124 0,28-77 0,1 1 0,4 0 0,-13 97 0,26-145 0,1-1 0,1 1 0,0-1 0,0 1 0,2 0 0,-1-1 0,2 1 0,0 0 0,0-1 0,1 0 0,0 1 0,7 13 0,27 48 0,-24-48 0,-12-23 0,0 1 0,1-1 0,-1 0 0,1 0 0,0 1 0,0-1 0,0 0 0,1-1 0,-1 1 0,0 0 0,1-1 0,0 1 0,0-1 0,0 0 0,0 0 0,6 3 0,12 3 0,-1-2 0,1 0 0,1-1 0,31 2 0,-4 1 0,-15-4 0,55 1 0,-16-3 0,45 15 0,-76-9 0,53 2 0,167-9 0,-129-2 0,-19-8 0,-9 0 0,-30 4 0,143-29 0,-24 2 0,-143 25 0,-19 2 0,44-1 0,447 7 0,-518-1 0,0 0 0,1-1 0,-1 1 0,0-1 0,0 0 0,1 0 0,-1-1 0,0 0 0,0 1 0,7-5 0,-10 4 0,1 0 0,-1 0 0,0 0 0,1 0 0,-1 0 0,0 0 0,0 0 0,-1-1 0,1 1 0,0-1 0,-1 1 0,0-1 0,1 0 0,-1 1 0,0-1 0,0 0 0,-1 0 0,1 0 0,-1 0 0,1-3 0,8-118 0,-3 55 0,-2 0 0,-8-76 0,3 119 0,-2 0 0,-1 1 0,-2 0 0,-8-26 0,6 18 0,1 0 0,-4-47 0,10 74 0,0 0 0,-1 0 0,0 0 0,0 0 0,0 0 0,-1 1 0,0-1 0,0 1 0,-1 0 0,1 0 0,-1 0 0,0 1 0,0-1 0,-1 1 0,1 0 0,-10-7 0,-8-3 0,1 0 0,-41-17 0,45 23 0,-26-12 0,-1 3 0,-81-23 0,93 35 0,0 1 0,0 1 0,-1 2 0,-42 4 0,29-2 0,-53-3 0,-241-13 0,333 15 0,0 1 0,0-1 0,1 2 0,-1-1 0,1 1 0,-1 0 0,1 0 0,0 1 0,0-1 0,-7 6 0,-5 3 0,-31 27 0,34-24 0,-1-2 0,-20 13 0,30-22 0,0 0 0,-1 0 0,1 0 0,0-1 0,-1 0 0,0 0 0,1 0 0,-1-1 0,0 0 0,-9 0 0,-441-6 0,453 5-50,-7 0-96,-1 0 0,0 0 0,1 1 0,-1 0 0,1 1-1,-1 0 1,1 1 0,-13 5 0,13-2-6680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29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2 165 24575,'-1'-20'0,"0"5"0,6 29 0,-3-5 0,0-1 0,1-1 0,0 1 0,0 0 0,1-1 0,0 0 0,0 0 0,1 0 0,0 0 0,0 0 0,1-1 0,7 7 0,-12-12 0,0-1 0,0 1 0,0-1 0,0 1 0,0-1 0,0 0 0,1 1 0,-1-1 0,0 0 0,0 0 0,0 0 0,0 0 0,1 0 0,-1 0 0,0 0 0,0 0 0,0 0 0,0 0 0,0-1 0,0 1 0,1-1 0,-1 1 0,0-1 0,0 1 0,0-1 0,0 1 0,0-1 0,-1 0 0,1 1 0,0-1 0,0 0 0,0 0 0,-1 0 0,1 0 0,0 0 0,-1 0 0,2-2 0,2-4 0,0-1 0,0 1 0,5-17 0,-7 20 0,6-20 0,0 0 0,-2-1 0,-1 0 0,5-51 0,-8 67 0,1 10 0,8 15 0,-5-8 0,39 60 0,-6-10 0,-2 1 0,29 67 0,-61-117 0,-1 0 0,-1 1 0,0 0 0,-1-1 0,1 1 0,-2 0 0,1 13 0,-1-20 0,-2 0 0,1 0 0,0 0 0,-1 0 0,1 0 0,-1 0 0,0 0 0,0 0 0,0 0 0,0-1 0,0 1 0,-1 0 0,1-1 0,-1 1 0,0-1 0,0 1 0,0-1 0,0 0 0,0 0 0,0 0 0,-1 0 0,1 0 0,-1 0 0,1-1 0,-1 1 0,1-1 0,-7 2 0,3-1-85,0 0 0,-1 0-1,1 0 1,-1-1 0,0-1-1,0 1 1,1-1 0,-1 0-1,0 0 1,0-1 0,1 0-1,-1 0 1,1 0 0,-1-1-1,-10-4 1,1-3-6741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0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24575,'8'1'0,"1"0"0,-1 0 0,0 0 0,0 1 0,0 0 0,0 1 0,7 3 0,-11-5 0,-1 1 0,0-1 0,0 1 0,0 0 0,0 0 0,0 0 0,0 0 0,0 0 0,-1 1 0,1 0 0,-1-1 0,1 1 0,-1 0 0,0 0 0,0 0 0,-1 0 0,1 0 0,0 0 0,-1 1 0,2 5 0,-2 38 0,-1-38 0,0 0 0,0 0 0,3 14 0,-3-22 2,0-1 0,0 1 0,0 0-1,0-1 1,0 1 0,1-1 0,-1 1-1,0-1 1,0 1 0,1-1 0,-1 1-1,0-1 1,1 1 0,-1-1 0,1 1-1,-1-1 1,1 1 0,-1-1 0,1 0-1,-1 1 1,1-1 0,-1 0 0,1 1-1,-1-1 1,1 0 0,-1 0 0,1 0-1,0 1 1,-1-1 0,1 0 0,-1 0-1,1 0 1,0 0 0,-1 0 0,1 0-1,-1 0 1,1 0 0,0-1 0,-1 1-1,1 0 1,-1 0 0,1 0 0,-1-1 0,1 1-1,1-1 1,27-17-630,-24 14-190,6-4-6008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1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24575,'3'0'0,"7"0"0,8 0 0,7 0 0,2 0 0,-1 0 0,-1-3 0,-2-1 0,-6-3 0,-4 0-8191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1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24575,'0'6'0,"1"-1"0,0 1 0,0-1 0,0 1 0,1-1 0,0 0 0,0 0 0,3 6 0,25 41 0,-19-35 0,-4-6 0,64 97 0,-63-97 0,1 0 0,1-1 0,-1 1 0,2-2 0,0 0 0,0 0 0,13 7 0,-23-15 0,1 0 0,0 0 0,-1 0 0,1 0 0,0 0 0,0 0 0,-1-1 0,1 1 0,0-1 0,0 0 0,0 1 0,0-1 0,0 0 0,0 0 0,-1 0 0,1 0 0,0-1 0,0 1 0,0 0 0,0-1 0,0 1 0,3-3 0,-3 2 0,1-1 0,-1 0 0,0 0 0,0 0 0,0-1 0,0 1 0,0 0 0,-1-1 0,1 1 0,-1-1 0,1 0 0,-1 1 0,1-5 0,3-9 0,-1-1 0,-1 0 0,0 0 0,0-17 0,-3 33 0,1-193 0,-1 192 0,0 0 0,0 0 0,0 0 0,0 0 0,0 0 0,0 0 0,0 0 0,1 0 0,-1 0 0,1 0 0,0 0 0,-1 0 0,2-2 0,-2 4 0,1 0 0,-1 0 0,0 0 0,0 0 0,1-1 0,-1 1 0,0 0 0,1 0 0,-1 0 0,0 0 0,1 0 0,-1 0 0,0 0 0,1 0 0,-1 0 0,0 0 0,1 0 0,-1 0 0,0 0 0,1 0 0,-1 0 0,0 0 0,1 0 0,-1 0 0,0 0 0,1 1 0,15 11 0,20 24 0,55 73 0,22 51 0,-101-141 0,1-2 0,-1 2 0,11 22 0,-21-37 0,0 0 0,-1 0 0,1 0 0,-1 1 0,0-1 0,0 0 0,0 1 0,0-1 0,-1 1 0,0-1 0,1 0 0,-2 1 0,1-1 0,-1 1 0,1-1 0,-3 9 0,1-10 0,-1 0 0,1 0 0,0 0 0,-1 0 0,1 0 0,-1-1 0,0 1 0,0-1 0,0 1 0,0-1 0,-1 0 0,1 0 0,0-1 0,-1 1 0,1-1 0,-1 0 0,0 0 0,1 0 0,-1 0 0,0 0 0,0-1 0,-5 0 0,-6 1 0,1 0 0,-1-2 0,1 0 0,-21-4 0,14 1-455,1-2 0,-38-15 0,22 3-6371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2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0 24575,'-3'0'0,"-1"3"0,0 4 0,1 4 0,1 3 0,0 5 0,5 2 0,0 1 0,4-3 0,0-3 0,0-3-8191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3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39 293 24575,'-3'3'0,"-4"1"0,-4 0 0,-2-1 0,8 0 0,49-2 0,55-9 0,65-19 0,52-19 0,17-9 0,-20 3-1322,-42 10 1322,-48 12 0,-45 9 0,-35 4 0,-25 5-6869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4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0 24575,'1'0'0,"0"0"0,1 1 0,-1-1 0,0 0 0,1 1 0,-1-1 0,0 1 0,0 0 0,0-1 0,1 1 0,-1 0 0,0-1 0,0 1 0,0 0 0,0 0 0,0 0 0,0 0 0,-1 0 0,1 0 0,0 0 0,0 1 0,-1-1 0,1 0 0,-1 0 0,1 0 0,-1 1 0,1-1 0,-1 0 0,0 1 0,1-1 0,-1 3 0,1 5 0,0 0 0,-1 0 0,-1 14 0,0-6 0,-2 1 0,0-1 0,-1 0 0,-1 0 0,0 0 0,-1-1 0,-1 0 0,-1 0 0,-9 15 0,3-10 0,0 0 0,-2-1 0,0-1 0,-1-1 0,-34 29 0,49-45 0,-1 1 0,-1-1 0,1 0 0,0 1 0,-1-2 0,1 1 0,-1 0 0,1-1 0,-1 1 0,0-1 0,1 0 0,-7 0 0,8-1 0,0 0 0,0 0 0,0 0 0,0-1 0,0 1 0,0-1 0,0 0 0,0 1 0,0-1 0,0 0 0,1 0 0,-1 0 0,0-1 0,0 1 0,1 0 0,-1 0 0,1-1 0,-1 1 0,1-1 0,0 0 0,0 1 0,-1-1 0,1 0 0,-1-3 0,-5-11 0,1-1 0,0 0 0,2 0 0,0 0 0,0-1 0,2 1 0,0-1 0,1 1 0,1-1 0,1 0 0,3-18 0,-3 29 0,0 0 0,1 0 0,0 0 0,0 1 0,1-1 0,0 1 0,0-1 0,0 1 0,1 0 0,0 0 0,0 0 0,1 1 0,0-1 0,-1 1 0,2 0 0,-1 1 0,1-1 0,7-4 0,-11 8 0,0 0 0,0 1 0,1-1 0,-1 1 0,0-1 0,0 1 0,1 0 0,-1 0 0,0 0 0,0 0 0,1 0 0,-1 0 0,0 1 0,1-1 0,-1 1 0,0-1 0,0 1 0,0 0 0,0 0 0,0 0 0,0 0 0,0 0 0,3 3 0,5 3 0,0 2 0,0-1 0,8 10 0,-13-12 0,104 122 0,-69-78 0,46 46 0,-85-95 5,1 0 0,-1 0 0,0 0 0,0 0 0,1 0-1,-1 0 1,0 0 0,1 0 0,-1-1 0,1 1 0,-1-1 0,1 1-1,-1-1 1,1 1 0,0-1 0,-1 0 0,1 0 0,-1 0 0,1 0-1,0 0 1,-1 0 0,1 0 0,2-1 0,-1 0-153,0-1 0,0 1-1,0-1 1,0 1 0,0-1 0,0 0 0,0-1-1,-1 1 1,5-5 0,10-12-6678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5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24575,'0'-1'0,"0"1"0,0-1 0,1 1 0,-1-1 0,0 1 0,0-1 0,1 1 0,-1-1 0,0 1 0,1-1 0,-1 1 0,0-1 0,1 1 0,-1-1 0,1 1 0,-1 0 0,1-1 0,-1 1 0,1 0 0,-1 0 0,1-1 0,-1 1 0,1 0 0,-1 0 0,1 0 0,-1-1 0,1 1 0,1 0 0,17-1 0,-13 2 0,-1 0 0,1 1 0,-1-1 0,1 1 0,-1 1 0,0-1 0,0 1 0,0 0 0,0 0 0,0 0 0,0 1 0,-1 0 0,0 0 0,5 5 0,0 2 0,1 0 0,-1 1 0,-1 0 0,10 18 0,-12-17 0,-1-1 0,0 0 0,-1 1 0,0 0 0,-1 0 0,3 20 0,-6-29 0,0 0 0,0 0 0,0 1 0,0-1 0,-1 0 0,1 1 0,-1-1 0,0 0 0,-1 0 0,-2 7 0,3-9 0,0 0 0,-1 0 0,1 0 0,-1 0 0,1 0 0,-1 0 0,0-1 0,0 1 0,0-1 0,0 1 0,0-1 0,0 0 0,0 1 0,-1-1 0,1 0 0,0 0 0,-1-1 0,1 1 0,-4 0 0,2-1 0,0 0 0,0 0 0,0 0 0,0-1 0,0 1 0,0-1 0,0 0 0,1 0 0,-1-1 0,0 1 0,1-1 0,-1 0 0,1 0 0,0 0 0,-1 0 0,-4-5 0,-2-1 0,1-1 0,0 0 0,-13-16 0,20 23 0,0 0 0,1 0 0,0 0 0,0 0 0,-1 0 0,1-1 0,0 1 0,1 0 0,-1 0 0,0-1 0,1 1 0,-1 0 0,1-1 0,0 1 0,0-5 0,0 6 0,0 0 0,1 0 0,-1-1 0,1 1 0,-1 0 0,1 0 0,0 0 0,-1 0 0,1 0 0,0 0 0,0 0 0,0 0 0,0 0 0,0 0 0,0 0 0,0 1 0,0-1 0,0 0 0,0 1 0,0-1 0,1 1 0,-1-1 0,0 1 0,0 0 0,1-1 0,-1 1 0,0 0 0,0 0 0,1 0 0,0 0 0,13-1 0,0 1 0,-1 1 0,26 4 0,-24-2 0,0-2 0,30 1 0,-43-2-85,-1-1 0,1 1-1,-1 0 1,0-1 0,1 0-1,-1 0 1,0 0 0,0 0-1,1 0 1,-1 0 0,0 0-1,0 0 1,0-1 0,0 1-1,2-4 1,8-10-6741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5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24575,'0'-3'0,"3"-1"0,10-3 0,9-3 0,9-3 0,6 1 0,0-1 0,-4 2 0,-5 3 0,-6 0 0,-5 1 0,-4 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6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1 24575,'1'91'0,"-3"98"0,3-187 0,-2 0 0,1 0 0,0 0 0,0 0 0,0 0 0,-1 0 0,1 0 0,-1 0 0,0-1 0,0 1 0,1 0 0,-1 0 0,0-1 0,0 1 0,-1 0 0,1-1 0,0 1 0,0-1 0,-3 2 0,2-2 0,1 0 0,-1 0 0,0-1 0,0 1 0,1-1 0,-1 1 0,0-1 0,0 0 0,0 1 0,0-1 0,0 0 0,0 0 0,1 0 0,-1-1 0,0 1 0,-3-1 0,-2-1 0,0-1 0,0 0 0,0 0 0,0 0 0,0-1 0,1 0 0,0 0 0,-10-8 0,-19-24-1365,23 20-5461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6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24575,'3'0'0,"7"0"0,8 0 0,10 3 0,9 7 0,4 5 0,1 5 0,-3 3 0,-6 1 0,-8-2 0,-5-4 0,-4-1 0,0-5 0,-5-4-8191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36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24575,'3'0'0,"4"3"0,4 4 0,3 7 0,-1 3 0,0 0 0,-1 0 0,-4-1 0,0-2 0,0-1 0,-3-3-8191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2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24575,'3'0'0,"1"3"0,3 1 0,3 0 0,0-1-8191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3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24575,'9'0'0,"15"0"0,9 0 0,0 3 0,-4 1 0,-6 0-8191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3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24575,'3'0'0,"4"-3"0,4-1 0,3-2 0,-1-1-8191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3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24575,'3'0'0,"4"0"0,4 0 0,3 0 0,8 0 0,9 0 0,18 0 0,24 0 0,21 0 0,6 0 0,-4 0 0,-11 0 0,-15 0 0,-21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4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24575,'15'0'0,"11"0"0,7 0 0,1 0 0,-6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9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57 24575,'11'0'0,"0"-1"0,1 0 0,-1-1 0,0 0 0,0-1 0,0 0 0,0-1 0,0 0 0,-1-1 0,14-7 0,-18 8 0,1 1 0,-1 1 0,1-1 0,0 1 0,0 1 0,0-1 0,0 1 0,0 0 0,0 1 0,0-1 0,0 2 0,0-1 0,9 2 0,-11-1 0,-1 0 0,0 0 0,1 1 0,-1-1 0,0 1 0,0 0 0,0 0 0,0 0 0,0 1 0,0-1 0,-1 1 0,1 0 0,-1 0 0,0 1 0,0-1 0,0 0 0,0 1 0,-1 0 0,1 0 0,-1 0 0,2 5 0,-2-5 0,-1 0 0,0 1 0,1-1 0,-2 1 0,1-1 0,-1 1 0,1-1 0,-1 1 0,-1 0 0,1-1 0,-1 1 0,1-1 0,-1 1 0,-1-1 0,1 0 0,-1 1 0,1-1 0,-1 0 0,0 0 0,-1 0 0,1 0 0,-1 0 0,1 0 0,-1-1 0,-6 6 0,0 0 0,0-1 0,-1-1 0,1 0 0,-1 0 0,-1 0 0,1-2 0,-1 1 0,-20 6 0,59-5 0,-2-2 0,36 12 0,-47-10 0,0 0 0,-1 2 0,0-1 0,-1 2 0,0 0 0,-1 1 0,0 0 0,0 0 0,14 20 0,-6-4 0,0 1 0,-2 1 0,21 47 0,-37-73 0,2 5 0,-1 0 0,1 0 0,-1 0 0,-1 1 0,3 10 0,-5-17 0,0 1 0,0-1 0,0 0 0,0 0 0,0 1 0,0-1 0,-1 0 0,1 0 0,-1 1 0,0-1 0,1 0 0,-1 0 0,0 0 0,0 0 0,0 0 0,0 0 0,-1 0 0,1 0 0,-1-1 0,1 1 0,-1 0 0,1-1 0,-1 1 0,0-1 0,0 0 0,-2 2 0,-9 4 0,-1 0 0,1-1 0,-2 0 0,-28 7 0,-64 8 0,87-18 0,-59 9 0,0-3 0,-1-4 0,-141-9 0,220 4 0,-7 0 0,0-1 0,-1-1 0,1 1 0,-12-5 0,18 5 0,0 1 0,1-1 0,-1 0 0,1 0 0,-1 0 0,1 0 0,-1 0 0,1 0 0,0 0 0,-1 0 0,1-1 0,0 1 0,0 0 0,0-1 0,0 1 0,0-1 0,0 1 0,1-1 0,-1 1 0,0-1 0,1 0 0,-1 1 0,1-1 0,0 0 0,-1 0 0,1-2 0,5-44-1365,-1 25-5461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49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65 24575,'-3'-3'0,"-4"-1"0,-3 0 0,-4 1 0,1-2 0,5-1 0,14 2 0,17-2 0,23-1 0,7 2 0,9-1 0,-3-1 0,-11 2-8191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0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24575,'0'3'0,"3"7"0,1 8 0,3 7 0,0 5 0,-1 3 0,-2 3 0,2 0 0,0-2 0,-2-4 0,-1-5 0,-1-5-8191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0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0 308 24575,'9'0'0,"42"0"0,54 0 0,58 0 0,87-12 0,44-16-2896,41-18 2896,-7-10 0,-44 4 0,-65 11 0,-72 9 684,-61 8-684,-45 7-5979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4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24575,'3'6'0,"4"8"0,4 7 0,3 7 0,-1 1 0,-2-1 0,-4-2 0,-3-7-8191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4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24575,'3'0'0,"4"0"0,3 0 0,4 0 0,2 0 0,2 0 0,0 0 0,-3 0-8191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5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74 143 24575,'-2'0'0,"-1"0"0,1 1 0,0-1 0,-1 0 0,1 1 0,0-1 0,-1 1 0,1 0 0,0 0 0,0 0 0,0 0 0,0 0 0,0 0 0,0 0 0,0 1 0,0-1 0,-1 3 0,0-1 0,1 0 0,-1 0 0,1 1 0,0-1 0,0 1 0,0 0 0,0 0 0,1 0 0,-2 4 0,0 9 0,0 0 0,1 0 0,0 30 0,2-34 0,-1-3 0,0 2 0,1-1 0,1 1 0,-1 0 0,4 16 0,-3-25 0,0 0 0,0 0 0,0 0 0,0 0 0,1 0 0,-1 0 0,1-1 0,0 1 0,-1-1 0,1 1 0,0-1 0,1 1 0,-1-1 0,0 0 0,1 0 0,-1 0 0,1 0 0,0-1 0,-1 1 0,1-1 0,4 2 0,7 1 0,0 0 0,1-1 0,0 0 0,-1-2 0,1 1 0,0-2 0,0 0 0,0-1 0,-1 0 0,26-6 0,-3-2 0,0-2 0,68-28 0,-103 38 0,14-6 0,1-1 0,-1 0 0,27-20 0,-39 25 0,0 0 0,0-1 0,0 0 0,-1 0 0,1 0 0,-1 0 0,0 0 0,0-1 0,-1 1 0,1-1 0,-1 0 0,0 1 0,-1-1 0,1 0 0,-1 0 0,0-1 0,1-8 0,-1 6 0,0 1 0,-1-1 0,0 1 0,0 0 0,-1-1 0,0 1 0,-1 0 0,1-1 0,-1 1 0,-1 0 0,1 0 0,-1 0 0,0 1 0,-1-1 0,1 1 0,-2-1 0,1 1 0,0 0 0,-1 1 0,0-1 0,-1 1 0,1 0 0,-13-8 0,3 3 17,-1 1 0,0 0 1,-1 1-1,0 1 0,0 0 0,-32-7 0,3 4-760,-67-4 1,77 11-6084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6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24575,'6'3'0,"11"1"0,8 0 0,16 2 0,6 0 0,-2 2 0,-8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7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24575,'3'0'0,"10"0"0,12 0 0,8 0 0,0 0 0,-1 0 0,-4 0 0,-6-3 0,-7-4 0,-6 0-8191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9:59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41 178 24575,'-1'-5'0,"0"1"0,0 0 0,0 1 0,-1-1 0,0 0 0,0 0 0,0 1 0,0-1 0,-4-5 0,-5-9 0,9 15 0,1 1 0,0-1 0,0 1 0,0-1 0,0 0 0,0 1 0,0-1 0,1 0 0,0 0 0,-1 0 0,1 0 0,0 1 0,0-1 0,1 0 0,-1 0 0,0 0 0,1 0 0,0 1 0,1-5 0,0 4 0,0 0 0,0 0 0,1 0 0,-1 0 0,1 0 0,0 0 0,0 0 0,0 1 0,0 0 0,0-1 0,0 1 0,1 0 0,5-2 0,-2 1 0,-1 0 0,1 1 0,0-1 0,0 1 0,0 1 0,-1-1 0,2 1 0,-1 1 0,0-1 0,0 1 0,0 0 0,0 1 0,0 0 0,13 3 0,-11-1 0,-1 0 0,0 1 0,1 0 0,-2 0 0,1 1 0,0 0 0,-1 0 0,0 1 0,0 0 0,9 11 0,-5-4 0,0 1 0,-1 0 0,-1 1 0,0 0 0,-1 1 0,-1-1 0,0 2 0,-1-1 0,-1 1 0,-1-1 0,5 30 0,-8-35 0,-1-1 0,0 0 0,-1 1 0,0-1 0,0 0 0,-1 0 0,0 1 0,-1-2 0,-7 19 0,8-23 0,0 0 0,-1 0 0,0-1 0,1 1 0,-2-1 0,1 0 0,0 0 0,-1 0 0,0 0 0,0 0 0,0-1 0,0 0 0,0 0 0,-1 0 0,0 0 0,1-1 0,-1 0 0,0 0 0,0 0 0,-10 2 0,9-3 0,1-1 0,-1 0 0,0 0 0,1-1 0,-1 0 0,1 0 0,-1 0 0,1 0 0,0-1 0,-1 0 0,1 0 0,0 0 0,0-1 0,0 1 0,1-1 0,-1-1 0,1 1 0,-1-1 0,1 1 0,0-1 0,0 0 0,1-1 0,-1 1 0,1-1 0,-3-4 0,6 8 0,0 0 0,-1 0 0,1 0 0,0 1 0,0-1 0,-1 0 0,1 0 0,0 0 0,0 1 0,0-1 0,0 0 0,0 0 0,0 0 0,0 1 0,1-1 0,-1 0 0,0 0 0,0 0 0,0 1 0,1-1 0,-1 0 0,1 0 0,-1 1 0,0-1 0,1 0 0,-1 1 0,2-2 0,-1 1 0,1 0 0,0-1 0,0 1 0,0 0 0,0 0 0,0 0 0,0 1 0,0-1 0,0 0 0,3 0 0,5 0 0,1-1 0,-1 2 0,15 0 0,-3 1-195,1 2 0,-1 1 0,1 0 0,-1 2 0,0 0 0,39 19 0,-42-16-6631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00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0 134 24575,'3'0'0,"31"0"0,28-6 0,30-5 0,12-3 0,-1-3 0,-8-1 0,-17 2 0,-22 1 0,-18 3 0,-12 4 0,-7 2 0,-8 1 0,-1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00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0 188 24575,'21'0'0,"25"-9"0,32-12 0,17-8 0,2-6 0,-10-2 0,-17 4 0,-19 9-8191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08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15 24575,'0'0'0,"-1"1"0,1-1 0,-1 0 0,1 0 0,-1 1 0,1-1 0,0 0 0,-1 1 0,1-1 0,-1 0 0,1 1 0,0-1 0,-1 0 0,1 1 0,0-1 0,0 1 0,-1-1 0,1 1 0,0-1 0,0 1 0,0-1 0,-1 1 0,1-1 0,0 1 0,0-1 0,0 1 0,0-1 0,0 1 0,0-1 0,0 1 0,0-1 0,0 1 0,2 20 0,-2-20 0,6 29 0,11 37 0,-4-20 0,-11-40 0,-2-3 0,1 1 0,0-1 0,0 0 0,1 0 0,-1 0 0,1 0 0,0 0 0,0 0 0,5 6 0,-7-10 0,0 0 0,0 0 0,0 1 0,0-1 0,1 0 0,-1 0 0,0 0 0,0 0 0,0 0 0,0 0 0,1 0 0,-1 0 0,0 0 0,0 0 0,0 0 0,1 0 0,-1 0 0,0 0 0,0 0 0,0 0 0,0 0 0,1 0 0,-1 0 0,0 0 0,0 0 0,0 0 0,1 0 0,-1 0 0,0 0 0,0 0 0,0 0 0,0 0 0,1 0 0,-1-1 0,0 1 0,0 0 0,0 0 0,0 0 0,5-10 0,1-14 0,-6 22 0,4-17 0,15-74 0,-16 83 0,0 1 0,1-1 0,0 1 0,1 0 0,0 0 0,0 0 0,8-9 0,-12 16 0,0 1 0,0 0 0,0 0 0,1-1 0,-1 1 0,0 0 0,0 0 0,1 0 0,-1 0 0,0 1 0,1-1 0,-1 0 0,1 0 0,-1 1 0,1-1 0,-1 1 0,1 0 0,0-1 0,-1 1 0,1 0 0,0 0 0,-1 0 0,1 0 0,-1 0 0,1 0 0,0 1 0,-1-1 0,1 0 0,-1 1 0,1-1 0,-1 1 0,1 0 0,-1 0 0,1-1 0,-1 1 0,3 2 0,4 3 0,0 1 0,-1 1 0,0-1 0,12 17 0,-3-5 0,44 52 0,54 80 0,-102-139 0,-12-12 0,0 0 0,0 0 0,1 0 0,-1 0 0,0 0 0,0 0 0,1 0 0,-1 0 0,0 0 0,0 0 0,0 0 0,1-1 0,-1 1 0,0 0 0,0 0 0,0 0 0,1 0 0,-1 0 0,0 0 0,0-1 0,0 1 0,0 0 0,0 0 0,1 0 0,-1-1 0,0 1 0,0 0 0,0 0 0,0 0 0,0-1 0,0 1 0,0 0 0,0 0 0,0-1 0,0 1 0,2-33 0,-2 26 0,-1-26 0,0 0 0,4-37 0,-2 60 0,0 0 0,1 0 0,0 1 0,1-1 0,0 1 0,1-1 0,0 1 0,6-11 0,-9 19 0,-1 0 0,1 0 0,0 0 0,-1 0 0,1 1 0,0-1 0,0 0 0,0 0 0,-1 1 0,1-1 0,0 0 0,0 1 0,0-1 0,0 1 0,0-1 0,0 1 0,1 0 0,-1-1 0,0 1 0,0 0 0,0 0 0,0 0 0,0-1 0,0 1 0,0 1 0,1-1 0,-1 0 0,0 0 0,0 0 0,0 1 0,0-1 0,0 0 0,0 1 0,0-1 0,0 1 0,0-1 0,0 1 0,1 0 0,5 4 0,0 0 0,-1 0 0,1 1 0,6 7 0,-6-6 0,11 13 0,-1 1 0,16 23 0,3 5 0,-33-45-114,1-1 1,-1 1-1,1-1 0,0 0 0,0 0 1,0 0-1,0-1 0,0 0 0,1 1 1,-1-1-1,6 1 0,4 1-6712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08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18 24575,'-3'0'0,"-1"-3"0,-3-1 0,3 0 0,5 1 0,8 1 0,3 0-8191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0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24575,'0'3'0,"3"1"0,4-1 0,1 3 0,2 1 0,2-2 0,2-1 0,2-2 0,7-1 0,0 0-8191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09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18 123 24575,'-1'0'0,"0"-1"0,1 1 0,-1 0 0,0-1 0,0 1 0,1-1 0,-1 1 0,0-1 0,1 1 0,-1-1 0,1 1 0,-1-1 0,0 1 0,1-1 0,-1 0 0,1 0 0,0 1 0,-1-1 0,1 0 0,0 0 0,-1 1 0,1-1 0,0 0 0,0 0 0,-1 0 0,1 1 0,0-3 0,-3-26 0,3 26 0,0-1 0,-1 0 0,2 0 0,-1 0 0,0 0 0,1 0 0,0 0 0,0 0 0,0 1 0,0-1 0,0 0 0,4-6 0,-4 9 0,0-1 0,0 1 0,0 0 0,0-1 0,1 1 0,-1 0 0,0 0 0,1 0 0,-1 0 0,1 0 0,-1 0 0,1 0 0,-1 0 0,1 1 0,0-1 0,-1 1 0,1-1 0,0 1 0,-1-1 0,1 1 0,0 0 0,0 0 0,-1 0 0,1 0 0,0 0 0,0 1 0,-1-1 0,1 0 0,3 2 0,2 0 0,0 1 0,0 0 0,0 1 0,0 0 0,0 0 0,-1 0 0,12 11 0,41 44 0,-49-48 0,86 100 0,-86-98 0,-1 0 0,-1 1 0,0 0 0,-1 1 0,0 0 0,-1 0 0,4 16 0,-10-29 0,1 0 0,-1 0 0,0 0 0,1-1 0,-1 1 0,0 0 0,0 0 0,-1 0 0,1 0 0,0-1 0,0 1 0,-1 0 0,0 0 0,1 0 0,-1-1 0,0 1 0,1 0 0,-1-1 0,0 1 0,-2 1 0,1 0 0,-1-1 0,0 0 0,1 1 0,-1-1 0,0-1 0,0 1 0,0 0 0,0-1 0,0 1 0,-5 0 0,-5 1 0,0 0 0,0-1 0,0 0 0,-23 0 0,26-3 0,0 1 0,0-1 0,0-1 0,1 0 0,-1 0 0,1-1 0,-1-1 0,1 1 0,-14-9 0,16 9 0,1-1 0,0 0 0,0-1 0,1 1 0,-1-1 0,1 0 0,0-1 0,0 1 0,1-1 0,-1 0 0,1 0 0,1 0 0,-6-12 0,8 17 0,1 0 0,-1 0 0,1-1 0,0 1 0,0 0 0,-1 0 0,1-1 0,0 1 0,0 0 0,0 0 0,0-1 0,0 1 0,0 0 0,1 0 0,-1-1 0,0 1 0,1 0 0,-1 0 0,1 0 0,-1 0 0,1-1 0,-1 1 0,1 0 0,0 0 0,0 0 0,-1 0 0,1 0 0,0 1 0,0-1 0,0 0 0,0 0 0,0 0 0,0 1 0,0-1 0,0 1 0,1-1 0,-1 1 0,0-1 0,0 1 0,0 0 0,3-1 0,4-1 0,0 0 0,0 1 0,0 0 0,0 1 0,10 0 0,10 2 0,1 1 0,-1 2 0,0 1 0,0 1 0,0 1 0,39 18 0,-33-9 0,-27-12 0,0-1 0,1-1 0,0 1 0,0-1 0,0 0 0,14 2 0,45 0-1365,-49-5-5461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12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84 24575,'0'-1'0,"0"0"0,0 1 0,1-1 0,-1 0 0,0 1 0,0-1 0,1 0 0,-1 1 0,0-1 0,1 1 0,-1-1 0,1 0 0,-1 1 0,1-1 0,-1 1 0,1 0 0,-1-1 0,1 1 0,0-1 0,-1 1 0,1 0 0,1-1 0,17-6 0,-16 6 0,39-11 0,1 2 0,60-5 0,87 2 0,-171 12 0,-7 0 0,-26 1 0,11 0 0,-159-6 0,-72 2 0,229 4 0,0 1 0,1-1 0,-1 1 0,0 0 0,0 1 0,1-1 0,-1 1 0,1 0 0,-1 0 0,1 0 0,-5 4 0,7-5 0,1 1 0,-1-1 0,1 1 0,-1-1 0,1 1 0,0-1 0,0 1 0,0 0 0,0 0 0,0 0 0,0 0 0,0 0 0,1 0 0,-1 0 0,1 0 0,-1 0 0,1 0 0,0 0 0,0 0 0,0 0 0,0 0 0,0 0 0,0 0 0,1 0 0,-1 0 0,1 0 0,1 4 0,-1-3 0,1 0 0,-1 1 0,1-1 0,0 0 0,1-1 0,-1 1 0,0 0 0,1 0 0,-1-1 0,1 0 0,0 1 0,0-1 0,0 0 0,0-1 0,0 1 0,0 0 0,1-1 0,-1 0 0,1 1 0,5 0 0,9 2 0,0-1 0,31 2 0,-43-5 0,67 3 0,-72-3 0,-1 0 0,1 0 0,0 0 0,-1 0 0,1 0 0,-1 0 0,1 0 0,-1 0 0,1 0 0,0 0 0,-1 0 0,1 1 0,-1-1 0,1 0 0,-1 0 0,1 0 0,-1 1 0,1-1 0,-1 0 0,0 1 0,1-1 0,-1 0 0,1 1 0,0 0 0,-9 8 0,-28 10 0,30-16 0,2-1-170,0 0-1,0 0 0,-1-1 1,1 1-1,0-1 0,-1 0 1,-8 1-1,-3-3-6655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17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24575,'970'0'0,"-757"17"0,-51-2 0,63-11 0,80 6 0,31-3-507,-285-7-351,-34 0-5968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2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 24575,'0'3'0,"0"3"0,0-1 0,0 1 0,1 0 0,-1-1 0,2 7 0,-1-11 0,-1 0 0,0-1 0,0 1 0,1 0 0,-1 0 0,0 0 0,1 0 0,-1 0 0,1-1 0,-1 1 0,1 0 0,-1 0 0,1-1 0,-1 1 0,1 0 0,0-1 0,0 1 0,-1-1 0,1 1 0,0-1 0,0 1 0,-1-1 0,1 1 0,0-1 0,0 0 0,0 1 0,0-1 0,0 0 0,0 0 0,0 0 0,0 0 0,-1 0 0,1 0 0,0 0 0,0 0 0,0 0 0,0 0 0,0 0 0,0-1 0,0 1 0,0 0 0,0-1 0,1 0 0,8-4 0,0-1 0,-1 0 0,1-1 0,-1 0 0,-1 0 0,0-1 0,0 0 0,0-1 0,7-10 0,25-25 0,-39 43 0,0 0 0,0 0 0,0 0 0,1 0 0,-1 0 0,0 0 0,1 0 0,-1 1 0,0-1 0,1 1 0,-1-1 0,1 1 0,-1-1 0,1 1 0,-1 0 0,1 0 0,-1-1 0,1 1 0,-1 1 0,1-1 0,-1 0 0,1 0 0,-1 0 0,1 1 0,-1-1 0,1 1 0,-1-1 0,1 1 0,2 1 0,2 2 0,0 1 0,1 0 0,-1 0 0,9 10 0,-8-8 0,59 61 0,-4 2 0,-2 3 0,-4 2 0,66 116 0,-116-180 0,46 93 0,-47-93 0,-1 0 0,-1 0 0,1 0 0,-2 1 0,1-1 0,-2 1 0,1 15 0,-2-26 0,0 0 0,0 1 0,0-1 0,0 0 0,0 1 0,0-1 0,0 0 0,-1 0 0,1 0 0,0 1 0,-1-1 0,1 0 0,-1 0 0,1 0 0,-1 0 0,0 0 0,0 0 0,1 0 0,-1 0 0,0 0 0,0 0 0,0 0 0,0 0 0,-2 1 0,1-2 0,1 1 0,-1-1 0,0 0 0,0 1 0,0-1 0,0 0 0,0 0 0,0 0 0,0 0 0,1-1 0,-1 1 0,0 0 0,0-1 0,-3-1 0,-5-2 0,0 0 0,0-2 0,1 1 0,-13-10 0,-47-33 0,-103-82 0,148 108-1365,7 4-5461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2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 24575,'2'-3'0,"8"-4"0,8-4 0,7-3 0,2 1 0,-1 3 0,-1 2 0,-5 4-8191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24575,'6'0'0,"8"3"0,13 1 0,6 0 0,9-1 0,3-1 0,-3 0 0,-8-2-8191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5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38 24575,'-1'-1'0,"0"1"0,1 0 0,-1-1 0,0 1 0,0-1 0,0 1 0,1-1 0,-1 1 0,0-1 0,1 0 0,-1 1 0,1-1 0,-1 0 0,1 0 0,-1 1 0,1-1 0,-1 0 0,1 0 0,0 0 0,-1 1 0,1-1 0,0 0 0,0 0 0,-1 0 0,1 0 0,0 0 0,0-1 0,0 1 0,0 1 0,0-1 0,0 1 0,0-1 0,0 0 0,0 1 0,0-1 0,0 1 0,0-1 0,0 1 0,0-1 0,0 1 0,0-1 0,1 1 0,-1-1 0,0 1 0,0-1 0,0 1 0,1-1 0,-1 1 0,0-1 0,1 1 0,-1-1 0,0 1 0,1 0 0,-1-1 0,1 1 0,-1 0 0,1-1 0,-1 1 0,1 0 0,-1 0 0,1-1 0,-1 1 0,1 0 0,-1 0 0,1 0 0,-1 0 0,1-1 0,-1 1 0,1 0 0,-1 0 0,1 0 0,-1 0 0,1 0 0,0 1 0,-1-1 0,1 0 0,-1 0 0,1 0 0,4 2 0,-1 0 0,1 0 0,-1 1 0,0-1 0,0 1 0,0 0 0,0 0 0,0 0 0,5 6 0,30 39 0,-23-27 0,-4-6 0,-2 1 0,0 0 0,-1 0 0,0 1 0,-1 1 0,-1-1 0,-1 1 0,0 0 0,-2 0 0,4 29 0,-6-35 0,-2-1 0,0 1 0,0 0 0,-1 0 0,0-1 0,-1 1 0,-7 21 0,6-25 0,0 0 0,0 0 0,-1 0 0,-1-1 0,1 0 0,-1 0 0,0 0 0,-1-1 0,1 1 0,-1-1 0,-13 9 0,14-11 0,-1 0 0,0-1 0,-1 1 0,1-2 0,-1 1 0,1-1 0,-1 0 0,0 0 0,1 0 0,-1-1 0,0 0 0,0-1 0,0 0 0,0 0 0,0 0 0,-8-2 0,9 1 0,0 0 0,1 0 0,-1-1 0,0 0 0,1 0 0,0 0 0,-1-1 0,1 0 0,0 0 0,0 0 0,0 0 0,1-1 0,-1 0 0,1 0 0,0 0 0,0-1 0,0 1 0,1-1 0,-4-6 0,1 1 0,1-1 0,0 0 0,1 0 0,1 0 0,-1-1 0,2 1 0,0-1 0,0 1 0,1-1 0,0 0 0,2-16 0,-1 26 0,0 0 0,1 0 0,-1 1 0,1-1 0,-1 0 0,1 1 0,0-1 0,0 0 0,0 1 0,0-1 0,0 1 0,0-1 0,0 1 0,0-1 0,0 1 0,1 0 0,-1 0 0,1 0 0,-1 0 0,1 0 0,-1 0 0,1 0 0,-1 0 0,1 0 0,0 1 0,0-1 0,-1 1 0,1-1 0,0 1 0,3-1 0,5 1 0,0 0 0,-1 1 0,1 0 0,16 3 0,-13-2 0,210 46 0,33 5 0,-248-51-80,-1-1 0,1 0-1,0 0 1,0-1 0,0 0-1,0-1 1,0 0 0,0 0-1,0 0 1,-1-1 0,1 0 0,-1-1-1,1 0 1,-1 0 0,0 0-1,8-6 1,15-15-6746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5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1 24575,'-1'33'0,"-1"0"0,-2 0 0,-1 0 0,-1-1 0,-2 1 0,-1-2 0,-2 1 0,-1-1 0,-1-1 0,-2 0 0,-1-1 0,-1-1 0,-33 42 0,42-61 24,1 0 0,-2-1 0,1 0 0,-12 8 0,18-14-89,0 0 1,-1-1-1,1 1 1,0-1-1,-1 0 1,1 0-1,-1 0 0,1 0 1,-1 0-1,0 0 1,1 0-1,-1-1 1,0 0-1,0 1 0,0-1 1,1 0-1,-1 0 1,0-1-1,0 1 1,1-1-1,-1 1 1,-4-2-1,-7-6-6761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5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24575,'3'0'0,"7"3"0,2 4 0,8 9 0,18 21 0,15 19 0,7 5 0,6 2 0,-2-4 0,-10-9 0,-11-13 0,-9-12 0,-5-12 0,-1-10 0,-5-5-8191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6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24575,'5'0'0,"9"0"0,14 0 0,17-3 0,9-4 0,12-4 0,2-3 0,0-2 0,-4 2 0,-3 0 0,-9 2 0,-10 4 0,-10 2 0,-10 1 0,-8-1-8191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6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24575,'0'3'0,"0"7"0,3 13 0,7 16 0,8 16 0,3 7 0,2-1 0,-3-4 0,-3-1 0,-3 0 0,-5-7 0,-3-8 0,-3-9 0,1-10 0,3-8 0,3-7 0,0-4-8191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24575,'2'0'0,"1"0"0,-1 1 0,0 0 0,1-1 0,-1 1 0,0 0 0,0 0 0,0 0 0,1 0 0,-1 0 0,0 1 0,-1-1 0,1 1 0,0-1 0,2 3 0,25 31 0,-18-21 0,60 80 0,-4 4 0,75 146 0,-140-240 0,0 0 0,1 0 0,-1 0 0,1 0 0,0-1 0,0 1 0,7 5 0,-9-9 0,0 1 0,-1-1 0,1 1 0,-1-1 0,1 0 0,0 1 0,-1-1 0,1 0 0,0 0 0,0 0 0,-1 0 0,1 1 0,0-1 0,-1 0 0,1 0 0,0 0 0,0 0 0,-1 0 0,1-1 0,0 1 0,-1 0 0,2-1 0,-1 1 0,0-1 0,0 0 0,0 0 0,0 0 0,0 0 0,0 0 0,0 0 0,0-1 0,0 1 0,-1 0 0,1 0 0,0-1 0,-1 1 0,1 0 0,-1-1 0,1-1 0,6-26 0,-2-1 0,4-47 0,-7 50 0,1 0 0,1 0 0,14-49 0,-17 74 0,0 0 0,-1 0 0,1 0 0,0 0 0,0 0 0,1 0 0,-1 0 0,0 0 0,0 0 0,1 1 0,-1-1 0,1 1 0,0-1 0,-1 1 0,1-1 0,0 1 0,0 0 0,0 0 0,0 0 0,3-1 0,-2 1 0,0 1 0,0 0 0,1-1 0,-1 1 0,0 0 0,0 0 0,1 1 0,-1-1 0,0 1 0,0 0 0,0 0 0,5 1 0,6 5 0,0 0 0,-1 1 0,0 0 0,18 15 0,29 27 0,-52-43 0,-1 1 0,-1-1 0,1 1 0,-1 0 0,8 16 0,-12-21 0,-1 0 0,0 0 0,0 0 0,0 0 0,-1 1 0,1-1 0,-1 0 0,0 0 0,1 0 0,-2 1 0,1-1 0,0 0 0,0 0 0,-1 1 0,0-1 0,0 0 0,0 0 0,0 0 0,0 0 0,-1 0 0,1 0 0,-1 0 0,1-1 0,-1 1 0,0 0 0,0-1 0,-1 0 0,1 1 0,0-1 0,-5 3 0,-4 3 0,1-1 0,-1 0 0,0 0 0,-1-1 0,0-1 0,-17 6 0,8-4 0,1-2 0,-1 0 0,0-1 0,0-1 0,0-1 0,0-1 0,0-1 0,-35-4 0,46 1-105,1 1 0,0-1 0,0-1 0,0 0 0,0 0 0,1-1 0,0 0 0,-1 0 0,2-1 0,-1 0 0,1-1 0,-10-10 0,-17-19-6721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29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1 102 24575,'8'0'0,"0"-1"0,-1 0 0,1 0 0,0-1 0,-1 0 0,1 0 0,-1-1 0,8-4 0,7-4 0,26-18 0,13-7 0,-58 34 0,1 1 0,0 0 0,0 0 0,0 1 0,0-1 0,0 1 0,0 0 0,0 0 0,0 0 0,0 0 0,0 1 0,0 0 0,0 0 0,0 0 0,0 0 0,-1 0 0,6 3 0,9 5 0,0 0 0,19 14 0,-21-12 0,20 8-36,-26-14-154,0 0 0,-1 0 0,0 1 0,0 0 1,0 1-1,12 12 0,-15-11-6636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1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1 24575,'-2'75'0,"-3"0"0,-25 122 0,-14 74 0,37-201 0,5 135 0,2-202 0,0 1 0,0-1 0,1 0 0,-1 1 0,1-1 0,0 0 0,0 1 0,0-1 0,1 0 0,-1 0 0,1 0 0,0 0 0,-1 0 0,1 0 0,0-1 0,1 1 0,-1-1 0,3 3 0,0-2 0,-1 0 0,1-1 0,-1 0 0,1 0 0,0 0 0,0 0 0,0-1 0,0 0 0,0 0 0,0 0 0,7 0 0,26 1-1365,0-2-5461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57 24575,'-4'-1'0,"0"1"0,0 0 0,0 0 0,0 0 0,0 1 0,0 0 0,0 0 0,0 0 0,0 0 0,0 0 0,0 1 0,0-1 0,1 1 0,-1 0 0,0 0 0,1 1 0,0-1 0,0 1 0,-1 0 0,1-1 0,1 1 0,-1 1 0,-3 4 0,-1 0 0,1 1 0,0 1 0,1-1 0,-1 1 0,2 0 0,0 0 0,0 1 0,-4 16 0,7-21 0,0 1 0,1-1 0,-1 1 0,1-1 0,1 1 0,-1-1 0,1 1 0,0-1 0,1 1 0,0-1 0,-1 0 0,2 0 0,-1 0 0,1 0 0,7 11 0,-4-9 0,0 0 0,1-1 0,0 1 0,0-1 0,1 0 0,0-1 0,0 0 0,1-1 0,-1 1 0,1-1 0,0-1 0,1 0 0,-1 0 0,1-1 0,0 0 0,-1-1 0,1 0 0,0 0 0,1-1 0,-1 0 0,15-2 0,-23 1 0,1 0 0,-1-1 0,1 0 0,-1 1 0,1-1 0,-1 0 0,1 0 0,-1 0 0,0 0 0,0-1 0,1 1 0,-1-1 0,0 1 0,0-1 0,0 0 0,-1 0 0,1 0 0,0 0 0,-1 0 0,1 0 0,-1 0 0,0 0 0,0-1 0,0 1 0,0 0 0,0-1 0,0 1 0,0-1 0,-1 1 0,1-5 0,1-8 0,-1 0 0,0-1 0,-3-30 0,1 25 0,0-9 0,1 14 0,0 0 0,-6-28 0,5 38 0,0 1 0,-1-1 0,0 1 0,0 0 0,-1 0 0,1 0 0,-1 0 0,0 0 0,0 1 0,-1-1 0,-7-7 0,3 5 0,0 1 0,-1-1 0,0 2 0,0-1 0,0 1 0,-1 0 0,0 1 0,0 0 0,0 1 0,-21-4 0,2 2 0,-1 1 0,-49 2 0,75 1 9,0 1 0,0 0 0,0 1-1,1-1 1,-1 1 0,0 0 0,1 0-1,-1 0 1,0 0 0,1 0 0,-1 1-1,-5 3 1,7-3-108,-1 1 1,1-1-1,0 1 1,0-1-1,0 1 0,0 0 1,0 0-1,0 0 1,1 0-1,-1 0 0,1 0 1,0 0-1,0 1 1,0 3-1,-7 30-6727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4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 24575,'3'0'0,"1"3"0,3 7 0,0 14 0,-1 5 0,-2 8 0,-1 0 0,-4-4 0,-6-3 0,-3-5 0,-4-6 0,-3-7 0,0-5 0,-2-6 0,4-5-8191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5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24575,'3'3'0,"4"7"0,0 7 0,3 8 0,-1 5 0,2 3 0,-2 6 0,1 4 0,-1-1 0,0-2 0,0-6 0,-3-4 0,-2-5 0,2-7 0,-1-12 0,-1-10 0,-1-5-8191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5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24575,'39'40'0,"2"-1"0,1-3 0,64 43 0,-22-28 0,103 69 0,13 38 0,-164-125 0,-2 2 0,-1 2 0,34 48 0,-23-19 0,51 107 0,19 78 0,-92-201 0,-14-31-104,-4-14-1,-1 0 0,-1 1 0,1-1 0,-1 1 0,0 0-1,0 0 1,-1 0 0,0 0 0,0 0 0,0 0 0,-1 8 0,-2-3-6721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7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24575,'3'6'0,"4"11"0,1 6 0,-1 1 0,1 4 0,-1-1 0,-1-2 0,-2-2 0,-1-1 0,-2-3 0,-1 0 0,0-2 0,0-2-8191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48 24575,'-3'0'0,"-4"0"0,5 0 0,10 0 0,11-3 0,12-1 0,4-3 0,-2 0 0,-2 1 0,-8-2 0,-3 1 0,-7 2-8191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39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24575,'3'0'0,"4"0"0,10 0 0,14 0 0,14-3 0,5-4 0,0-4 0,-6 0 0,-9 2-8191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0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24575,'2'0'0,"-1"1"0,1-1 0,0 1 0,0 0 0,0-1 0,-1 1 0,1 0 0,0 0 0,-1 0 0,1 1 0,-1-1 0,1 0 0,-1 1 0,1-1 0,-1 1 0,0-1 0,1 2 0,-1-1 0,1 0 0,-1-1 0,0 1 0,1-1 0,-1 1 0,1-1 0,-1 1 0,1-1 0,0 0 0,-1 0 0,1 0 0,0 0 0,0 0 0,3 1 0,-4-3 0,-1 1 0,1 0 0,0 0 0,-1 0 0,1-1 0,0 1 0,-1 0 0,1 0 0,-1-1 0,1 1 0,-1-1 0,1 1 0,0 0 0,-1-1 0,1 1 0,-1-1 0,0 0 0,1 1 0,-1-1 0,1 1 0,-1-1 0,0 1 0,0-1 0,1 0 0,-1 1 0,0-1 0,0 0 0,0 1 0,1-1 0,-1 0 0,0 1 0,0-2 0,2-28 0,-2 22 0,0 7 0,1-1 0,-1 0 0,0 0 0,0 1 0,1-1 0,-1 0 0,1 0 0,-1 1 0,1-1 0,0 0 0,0 1 0,-1-1 0,1 1 0,0-1 0,0 1 0,1-1 0,-1 1 0,0 0 0,3-2 0,-3 2 0,1 0 0,-1 1 0,1-1 0,-1 1 0,1 0 0,-1-1 0,1 1 0,-1 0 0,1 0 0,0 0 0,-1 0 0,1 0 0,-1 0 0,1 1 0,0-1 0,-1 0 0,3 2 0,3 1 0,0 0 0,0 1 0,-1 0 0,1 0 0,-1 0 0,0 1 0,10 10 0,8 10 0,-2 1 0,-1 1 0,-1 1 0,-2 1 0,-1 1 0,-1 0 0,-1 1 0,16 52 0,-29-76 0,0 0 0,0 0 0,-1 1 0,0-1 0,0 1 0,-1-1 0,-1 14 0,1-18 0,-1 0 0,1-1 0,-1 1 0,0 0 0,0-1 0,-1 1 0,1-1 0,0 1 0,-1-1 0,0 1 0,1-1 0,-1 0 0,0 0 0,0 0 0,0 0 0,-1 0 0,1 0 0,0-1 0,-1 1 0,1-1 0,-1 0 0,1 1 0,-4 0 0,-8 2 0,0 0 0,-1 0 0,1-1 0,-1-1 0,1-1 0,-1 0 0,0-1 0,-20-2 0,32 2 0,0-1 0,0 0 0,-1 0 0,1 0 0,0 0 0,0-1 0,0 1 0,0-1 0,0 0 0,0 0 0,1 0 0,-1 0 0,1 0 0,-1-1 0,1 1 0,0-1 0,0 1 0,0-1 0,0 0 0,0 0 0,-1-4 0,0 3 0,1-1 0,0 0 0,1-1 0,-1 1 0,1 0 0,0 0 0,0-1 0,0 1 0,1 0 0,0-1 0,0 1 0,2-10 0,-2 14 0,0-1 0,1 0 0,0 0 0,-1 0 0,1 0 0,0 0 0,0 0 0,0 1 0,0-1 0,1 0 0,-1 1 0,0-1 0,1 1 0,-1 0 0,1-1 0,-1 1 0,1 0 0,2-1 0,0 0 0,0 0 0,1 0 0,-1 0 0,1 1 0,-1 0 0,1 0 0,7-1 0,5 2 0,0-1 0,1 2 0,19 3 0,-9 1 0,-1 1 0,1 2 0,38 15 0,-35-14-1365,-16-7-5461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0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24575,'-5'3'0,"1"-1"0,0 2 0,0-1 0,0 0 0,1 1 0,-1 0 0,1 0 0,0 0 0,0 0 0,0 0 0,-3 7 0,-21 53 0,13-22 0,3 1 0,1 1 0,2 0 0,2 0 0,2 0 0,2 1 0,5 51 0,-3-92 0,0 1 0,1-1 0,-1 0 0,1 0 0,0 1 0,0-1 0,1 0 0,-1 0 0,1 0 0,0 0 0,0 0 0,0-1 0,5 7 0,-5-8 0,0 0 0,0-1 0,1 1 0,-1 0 0,0-1 0,1 0 0,-1 0 0,1 1 0,0-1 0,-1-1 0,1 1 0,0 0 0,-1-1 0,1 1 0,0-1 0,0 0 0,0 0 0,-1 0 0,1 0 0,0 0 0,4-2 0,1 0-105,0 0 0,0-1 0,-1 0 0,1-1 0,-1 1 0,0-1 0,0-1 0,0 1 0,0-1 0,-1 0 0,0-1 0,7-8 0,11-13-6721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1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55 24575,'-1'0'0,"1"0"0,0 0 0,0-1 0,0 1 0,0 0 0,-1 0 0,1 0 0,0-1 0,0 1 0,0 0 0,-1 0 0,1 0 0,0 0 0,0 0 0,-1 0 0,1-1 0,0 1 0,0 0 0,-1 0 0,1 0 0,0 0 0,0 0 0,-1 0 0,1 0 0,0 0 0,0 0 0,-1 0 0,1 0 0,0 0 0,-1 0 0,1 0 0,0 1 0,0-1 0,-1 0 0,1 0 0,0 0 0,0 0 0,0 0 0,-1 1 0,1-1 0,0 0 0,0 0 0,0 0 0,-1 0 0,1 1 0,-14 7 0,7-3 0,1 0 0,-1 0 0,1 1 0,1 0 0,-1 0 0,1 0 0,0 1 0,0-1 0,0 1 0,1 1 0,0-1 0,1 0 0,0 1 0,0 0 0,0 0 0,1 0 0,0 0 0,1 0 0,0 0 0,0 0 0,1 10 0,-1-10 0,2-1 0,-1 1 0,1 0 0,0-1 0,1 1 0,0-1 0,0 1 0,4 7 0,-5-13 0,0 1 0,1-1 0,0 1 0,-1-1 0,1 0 0,0 0 0,0 0 0,0 0 0,0 0 0,0 0 0,0-1 0,1 1 0,-1 0 0,1-1 0,-1 0 0,1 0 0,0 0 0,-1 0 0,1 0 0,0 0 0,-1-1 0,1 1 0,0-1 0,0 0 0,3 0 0,-2 0 0,0 0 0,0 0 0,0-1 0,0 1 0,0-1 0,0 0 0,0 0 0,0 0 0,-1-1 0,1 1 0,0-1 0,-1 0 0,0 0 0,1 0 0,-1-1 0,6-4 0,-6 2 0,1 1 0,-1-1 0,1 0 0,-1 0 0,-1 0 0,1 0 0,-1 0 0,0-1 0,0 1 0,2-9 0,-1-7 0,-1 0 0,0 0 0,-1 0 0,-2-1 0,-3-23 0,4 40 0,0 1 0,-1-1 0,0 0 0,0 1 0,0-1 0,0 1 0,-1-1 0,0 1 0,0 0 0,0 0 0,0 0 0,-5-6 0,4 7 0,0 0 0,-1 1 0,1-1 0,-1 1 0,1-1 0,-1 1 0,0 0 0,0 1 0,0-1 0,0 1 0,0-1 0,0 1 0,-7-1 0,0 0-227,1 1-1,-1 0 1,0 0-1,0 1 1,-19 2-1,12 1-6598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2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24575,'14'0'0,"-1"-1"0,0 2 0,1 0 0,-1 1 0,0 0 0,1 1 0,-1 0 0,-1 1 0,24 10 0,-2 5 0,-1 2 0,-1 1 0,39 35 0,76 88 0,-122-118 0,-2 1 0,-1 1 0,26 44 0,-38-54 0,0 0 0,-2 0 0,0 1 0,-1 0 0,-1 1 0,-1 0 0,4 24 0,-9-40 0,0 1 0,0-1 0,0 0 0,0 0 0,-1 0 0,0 0 0,0 0 0,0 0 0,0 0 0,-1 0 0,-3 7 0,3-10 0,1 1 0,-1-1 0,0 1 0,1-1 0,-1 0 0,0 1 0,0-1 0,-1 0 0,1-1 0,0 1 0,-1 0 0,1-1 0,-1 1 0,1-1 0,-1 0 0,0 1 0,1-1 0,-1-1 0,0 1 0,0 0 0,-4 0 0,6-1-68,-1 0 0,0 0-1,0 0 1,0-1 0,1 1 0,-1 0-1,0-1 1,0 1 0,1-1 0,-1 0-1,0 0 1,1 1 0,-1-1 0,1 0-1,-1 0 1,1-1 0,-1 1-1,1 0 1,-2-2 0,-9-12-6758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2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1 183 24575,'32'1'0,"-1"-2"0,1-1 0,-1-1 0,1-2 0,-1-2 0,45-14 0,-29 1 0,45-26 0,-49 24 0,58-23 0,-100 45-88,0-1 20,0 1 1,0 0 0,0 0 0,0-1 0,0 1-1,0-1 1,0 1 0,0-1 0,-1 1 0,1-1 0,0 1-1,0-1 1,-1 0 0,1 1 0,0-1 0,-1 0-1,1 0 1,0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3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24575,'1'1'0,"1"0"0,-1 0 0,1 0 0,-1 0 0,1 0 0,-1 0 0,0 0 0,0 1 0,1-1 0,-1 1 0,0-1 0,0 1 0,0-1 0,-1 1 0,1-1 0,0 1 0,0 3 0,2 0 0,14 35 0,-1 0 0,19 80 0,-24-75 0,2 0 0,24 53 0,-26-81 0,-11-16 0,1-1 0,-1 0 0,0 1 0,1-1 0,-1 0 0,0 0 0,1 1 0,-1-1 0,0 0 0,1 0 0,-1 1 0,0-1 0,1 0 0,-1 0 0,1 0 0,-1 0 0,1 0 0,-1 0 0,0 0 0,1 0 0,-1 0 0,1 0 0,1-1 0,-1 0 0,0 0 0,0 0 0,0 0 0,0 0 0,0-1 0,0 1 0,0 0 0,0-1 0,0 1 0,-1 0 0,1-1 0,-1 1 0,1-1 0,-1 1 0,1-1 0,-1 0 0,0-1 0,7-26-1365,-1-1-5461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4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24575,'10'-17'0,"1"1"0,-10 15 0,0 1 0,-1 0 0,1-1 0,0 1 0,0 0 0,-1 0 0,1-1 0,0 1 0,0 0 0,-1 0 0,1 0 0,0 0 0,0 0 0,0 0 0,-1 0 0,1 0 0,0 1 0,0-1 0,0 0 0,-1 0 0,1 1 0,0-1 0,0 0 0,-1 1 0,2 0 0,5 3 0,-1 0 0,1 1 0,-1-1 0,0 2 0,0-1 0,0 1 0,8 10 0,32 53 0,-29-43 0,53 86 0,82 174 0,-148-276 0,-3-7 0,0 0 0,1 0 0,-1 0 0,1 0 0,-1 0 0,1-1 0,2 3 0,-4-5 0,0 0 0,1 0 0,-1 0 0,0 0 0,0 0 0,0 0 0,1 0 0,-1 0 0,0 0 0,0 0 0,0 0 0,0 0 0,1 0 0,-1 0 0,0 0 0,0 0 0,0 0 0,0-1 0,0 1 0,1 0 0,-1 0 0,0 0 0,0 0 0,0 0 0,0 0 0,0-1 0,0 1 0,0 0 0,1 0 0,-1 0 0,0 0 0,0-1 0,0 1 0,0 0 0,0 0 0,0 0 0,0 0 0,0-1 0,0 1 0,0 0 0,0 0 0,0 0 0,0 0 0,0-1 0,0 1 0,0 0 0,1-13 0,-1 12 0,2-23 0,0 0 0,8-38 0,-9 57 0,0 0 0,0-1 0,1 1 0,0 0 0,0 0 0,0 1 0,1-1 0,0 0 0,0 1 0,0-1 0,0 1 0,1 0 0,4-4 0,-4 5 0,0 1 0,1 0 0,-1 0 0,1 0 0,-1 0 0,1 1 0,0 0 0,0-1 0,0 2 0,-1-1 0,1 1 0,0 0 0,10 0 0,-5 1 0,1 0 0,-1 1 0,1 1 0,-1-1 0,14 7 0,-3 0 0,-2 0 0,1 2 0,-2 1 0,33 25 0,-40-28 0,0 1 0,-1 0 0,0 1 0,-1 0 0,-1 0 0,1 1 0,-2 0 0,10 20 0,-15-28 0,0 0 0,-1 0 0,1 1 0,-1-1 0,0 0 0,0 1 0,-1-1 0,1 1 0,-1 0 0,0-1 0,0 1 0,-1-1 0,-1 9 0,1-10 0,0 0 0,-1 0 0,1 0 0,-1 0 0,0 0 0,0 0 0,0 0 0,0-1 0,0 1 0,0-1 0,-1 1 0,1-1 0,-1 0 0,0 0 0,0 0 0,1-1 0,-1 1 0,0-1 0,-5 2 0,2 0 0,0-1 0,0 0 0,0 0 0,-1-1 0,1 0 0,-1 0 0,1 0 0,-1-1 0,1 0 0,-1 0 0,1 0 0,-1-1 0,1 0 0,-1-1 0,1 1 0,0-1 0,0 0 0,0-1 0,0 0 0,0 0 0,0 0 0,1 0 0,-1-1 0,1 0 0,0 0 0,0-1 0,1 1 0,-6-7 0,-7-9-682,-23-38-1,26 36-6143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7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24575,'0'6'0,"3"14"0,4 16 0,4 13 0,0 11 0,-2-2 0,-2-8 0,-3-10 0,-2-10-8191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8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24575,'0'-3'0,"3"-1"0,4 0 0,10 1 0,5 1 0,11-2 0,5-1 0,0-2 0,-7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8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24575,'3'0'0,"1"-3"0,6-4 0,7-1 0,7 1 0,2 2 0,3 1 0,-1 2 0,-2 1 0,-2-2 0,-6-1-8191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49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24575,'2'1'0,"0"0"0,-1-1 0,1 1 0,0 0 0,0 0 0,-1 0 0,1 1 0,-1-1 0,1 0 0,-1 0 0,1 1 0,-1-1 0,0 1 0,0-1 0,1 1 0,-1 0 0,1 2 0,-1-3 0,25 43 0,32 68 0,-19-32 0,33 51 0,-72-130 0,1 1 0,-1-1 0,1 0 0,0 0 0,-1 0 0,1 0 0,0 0 0,0 0 0,-1 0 0,1 0 0,0 0 0,0 0 0,0 0 0,0 0 0,0 0 0,0-1 0,1 1 0,-1-1 0,0 1 0,0-1 0,0 1 0,2 0 0,-2-2 0,1 0 0,-1 0 0,0 0 0,0 0 0,0 0 0,1 0 0,-1 0 0,0 0 0,0 0 0,0 0 0,-1-1 0,1 1 0,0 0 0,0-1 0,-1 1 0,1 0 0,-1-1 0,1-1 0,13-32 0,9-38 0,-17 49 0,1 0 0,1 0 0,2 1 0,0 0 0,18-30 0,-23 47 0,-1 1 0,0 0 0,1 0 0,0 1 0,0-1 0,1 1 0,-1 0 0,1 1 0,0-1 0,0 1 0,0 0 0,0 0 0,0 1 0,1 0 0,-1 0 0,1 1 0,0-1 0,-1 1 0,1 1 0,0-1 0,-1 1 0,1 1 0,0-1 0,7 2 0,-3 0 0,0 0 0,0 1 0,0 1 0,0-1 0,-1 2 0,1-1 0,-1 2 0,0-1 0,-1 1 0,1 1 0,-1-1 0,0 2 0,11 12 0,-10-9 0,-1 0 0,-1 1 0,13 24 0,-18-30 0,0 1 0,0-1 0,-1 1 0,0-1 0,0 1 0,0 0 0,-1 0 0,0-1 0,-1 1 0,0 9 0,0-13 0,0-1 0,0 0 0,-1 0 0,1 1 0,-1-1 0,0 0 0,0 0 0,0 0 0,0 0 0,0 0 0,0 0 0,-1 0 0,1 0 0,0 0 0,-1 0 0,0-1 0,1 1 0,-4 1 0,1 0 0,0-1 0,0 0 0,0 0 0,0 0 0,0-1 0,-1 0 0,1 0 0,-9 2 0,-5-2 0,0-1 0,-1 0 0,-28-5 0,43 5 0,-10-2 17,0-1 0,0 0 1,1 0-1,-1-2 0,1 1 0,-24-14 0,30 14-123,0 0 0,1-1 0,-1 1 0,1-1 0,0-1 0,0 1-1,1-1 1,0 0 0,0-1 0,0 1 0,1-1 0,-1 0 0,-4-11 0,2-4-6720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51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299 346 24575,'-4'-7'0,"10"11"0,11 1 0,0-1 0,0-1 0,27 2 0,623 18 0,-545-23 0,41-1 0,171 4 0,-311-2 0,32 6 0,-49-6 0,-1 0 0,1 1 0,-1-1 0,0 1 0,0 1 0,0-1 0,0 0 0,0 1 0,-1 0 0,9 7 0,-22-17 0,0 1 0,0 0 0,0 0 0,-1 1 0,0 0 0,0 1 0,-15-5 0,-44-13-11,-1 3 0,-98-14 1,-154-3-708,-591 5 568,887 32 150,-2-2 0,-53 8 0,79-7-2,0 0 1,1 0-1,-1 1 0,1-1 0,-1 1 1,0-1-1,1 1 0,-1 0 1,1-1-1,-3 3 0,4-3 2,0 0-1,0 0 1,0 1-1,-1-1 1,1 0-1,0 0 1,0 0-1,0 1 1,0-1-1,0 0 1,0 0-1,0 1 1,0-1-1,0 0 1,0 0 0,0 1-1,0-1 1,0 0-1,0 0 1,0 1-1,0-1 1,0 0-1,0 0 1,0 1-1,0-1 1,0 0-1,0 0 1,0 0-1,1 1 1,-1-1-1,0 0 1,0 0-1,0 0 1,0 1-1,1-1 1,-1 0-1,0 0 1,1 1-1,2 1 25,0 0-1,1 0 1,0 0-1,0 0 1,-1-1-1,1 1 1,6 0-1,29 8 227,1-2 0,48 3 0,366-3-763,12-43-698,667-169-747,-1068 190 2984,-65 14-1000,0 0 0,1 0 1,-1 0-1,0 0 0,0 0 0,1 0 0,-1 0 1,0 0-1,0 0 0,0-1 0,1 1 0,-1 0 1,0 0-1,0 0 0,0 0 0,1 0 0,-1 0 1,0 0-1,0 0 0,0-1 0,0 1 0,1 0 1,-1 0-1,0 0 0,0 0 0,0-1 0,0 1 1,0 0-1,0 0 0,1 0 0,-1-1 0,0 1 1,0 0-1,0 0 0,0 0 0,0-1 1,-7-4 840,-17-4-371,24 9-502,-43-10 75,0 1 0,-85-5-1,-90 10 54,201 4-121,-621 29-1,614-27 0,-56 7 0,73-8 0,0 0 0,1 1 0,-1 0 0,1 0 0,0 0 0,0 1 0,-1 0 0,-5 4 0,12-7 0,-1 0 0,1 1 0,-1-1 0,1 0 0,0 1 0,-1-1 0,1 1 0,0-1 0,-1 1 0,1-1 0,0 1 0,-1-1 0,1 1 0,0-1 0,0 1 0,0-1 0,-1 1 0,1 0 0,0-1 0,0 1 0,0-1 0,0 1 0,0-1 0,0 1 0,0 0 0,0-1 0,0 1 0,1-1 0,-1 1 0,0-1 0,0 1 0,0 0 0,1-1 0,-1 1 0,0-1 0,0 1 0,1-1 0,-1 1 0,1-1 0,-1 0 0,0 1 0,1-1 0,-1 1 0,1-1 0,-1 0 0,1 1 0,-1-1 0,1 0 0,-1 0 0,1 1 0,1-1 0,6 5 0,0 0 0,1-1 0,0 0 0,0-1 0,0 0 0,17 4 0,69 7 0,-71-11 0,378 29-567,1-26-193,-294-5 705,43 1 55,407-10 0,-550 7 0,4 1 0,-1-1 0,1-1 0,-1 0 0,16-4 0,-27 5 13,0 1 0,0 0 0,-1 0-1,1-1 1,0 1 0,0-1-1,0 1 1,0-1 0,-1 1-1,1-1 1,0 0 0,0 1 0,-1-1-1,1 0 1,0 1 0,0-3-1,-1 3 8,0 0 0,0-1 0,0 1-1,0-1 1,0 1 0,0-1 0,0 1 0,0-1-1,0 1 1,0-1 0,0 1 0,0-1 0,0 1-1,0-1 1,0 1 0,-1-1 0,1 1 0,0 0-1,0-1 1,-1 1 0,1-1 0,0 1 0,-1-1-1,-2-1 68,0-1-1,0 1 0,0-1 1,0 1-1,0 0 1,0 1-1,-7-3 0,-12-4-86,-1 2 0,0 0 0,-1 2 0,1 0 0,-30 0 0,-115-1 0,-81 16-456,-651 96-1026,3 56 683,631-106 799,78-11 0,155-37 0,-45 19 0,76-27 0,-1 0 0,1 0 0,0 0 0,-1 1 0,1-1 0,0 1 0,0 0 0,-2 2 0,4-4 0,-1 0 0,1 1 0,0-1 0,0 0 0,0 1 0,-1-1 0,1 0 0,0 1 0,0-1 0,0 0 0,0 1 0,0-1 0,0 0 0,0 1 0,0-1 0,0 0 0,0 1 0,0-1 0,0 0 0,0 1 0,0-1 0,0 1 0,0-1 0,1 0 0,-1 0 0,0 1 0,0-1 0,0 0 0,0 1 0,1-1 0,-1 0 0,0 1 0,0-1 0,1 0 0,-1 0 0,0 0 0,0 1 0,1-1 0,-1 0 0,0 0 0,1 1 0,10 3 0,-1-1 0,1 0 0,0 0 0,0-1 0,0-1 0,18 1 0,191 5 0,124-19-529,101-25-1589,615-86 17,351-31 29,-1332 148 1997,51-7 547,-116 9 640,-13 1-534,-18-4 153,13 5-376,-183-72 6144,85 31-7979,80 35-5346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2:18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24575,'18'32'0,"-1"0"0,-2 0 0,-2 2 0,15 51 0,-24-74 0,28 111 0,26 197 0,-40-203 0,-15-95 0,-3-13 0,1 0 0,0 0 0,1 0 0,0-1 0,0 1 0,1 0 0,0-1 0,5 10 0,-7-16 0,0 0 0,0 0 0,0 0 0,0 0 0,0 0 0,0 0 0,0-1 0,0 1 0,0 0 0,0-1 0,0 1 0,0-1 0,0 1 0,0-1 0,1 0 0,-1 1 0,0-1 0,0 0 0,0 0 0,1 0 0,-1 0 0,0 0 0,0 0 0,1 0 0,-1 0 0,0 0 0,0-1 0,1 1 0,-1 0 0,2-2 0,4-1 0,-1 0 0,1-1 0,12-8 0,-19 12 0,35-28 0,56-54 0,-38 30 0,105-88-373,267-182 0,-289 234 234,4 6 0,238-102 1,-289 149-1034,-26 13-4685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10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1859 24575,'1'-7'0,"0"-1"0,0 1 0,0-1 0,1 1 0,1 0 0,-1 0 0,1 0 0,6-12 0,-4 7 0,100-232 0,-81 179 0,28-127 0,-39 117 0,-4 1 0,-3-2 0,-4 1 0,-2 0 0,-14-94 0,5 101 0,-4 0 0,-3 1 0,-3 1 0,-2 1 0,-58-120 0,65 157 0,-1 1 0,-2 0 0,0 1 0,-2 1 0,-27-28 0,45 51 0,-1 1 0,1-1 0,-1 0 0,0 1 0,0 0 0,0-1 0,1 1 0,-1 0 0,-1 0 0,1 0 0,0 0 0,0 0 0,0 1 0,0-1 0,-1 0 0,-1 1 0,2 0 0,1 1 0,0-1 0,-1 1 0,1 0 0,0-1 0,0 1 0,0 0 0,0 0 0,-1 0 0,1 0 0,0 0 0,0 0 0,1 0 0,-1 0 0,0 0 0,0 0 0,1 1 0,-1-1 0,0 0 0,1 0 0,-1 1 0,1-1 0,0 0 0,-1 1 0,1-1 0,0 1 0,0 1 0,-10 63 0,2 0 0,3 110 0,4-130 0,1-2 0,1 0 0,9 52 0,-7-80 0,0-1 0,1 1 0,1-1 0,0 1 0,1-1 0,0-1 0,2 1 0,0-1 0,12 17 0,-13-23 9,-1-2-1,2 1 1,-1-1-1,0 0 1,1 0 0,0-1-1,1 0 1,-1 0-1,1-1 1,0 0-1,0-1 1,0 0-1,12 2 1,9 1-504,0-1 0,56 0 0,-22-4-6331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11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24575,'-1'19'0,"2"0"0,0-1 0,1 1 0,1-1 0,1 1 0,1-1 0,0 0 0,1 0 0,1-1 0,11 19 0,1-1 0,3-1 0,42 52 0,-56-75 0,1-1 0,1-1 0,0 1 0,0-2 0,1 1 0,0-2 0,1 1 0,-1-1 0,1-1 0,1 0 0,22 7 0,-33-12 0,0-1 0,0 1 0,1-1 0,-1 1 0,0-1 0,1 0 0,-1 0 0,0 0 0,1 0 0,-1-1 0,0 1 0,1-1 0,-1 1 0,0-1 0,0 0 0,0 0 0,1 0 0,-1 0 0,0 0 0,0 0 0,2-3 0,-1 2 0,0-2 0,-1 1 0,1 0 0,-1 0 0,0-1 0,0 1 0,-1-1 0,1 0 0,-1 1 0,1-1 0,0-6 0,1-10 0,0 1 0,-2-1 0,-1-39 0,0 57 0,-1-10 0,0 0 0,-1 1 0,0-1 0,0 0 0,-1 1 0,-1 0 0,0 0 0,-1 0 0,-6-12 0,2 8 0,-1 1 0,-1 0 0,0 1 0,0 0 0,-22-18 0,23 22 0,-38-31 0,44 37 0,0 1 0,0-1 0,1 1 0,-1 0 0,-1 0 0,1 1 0,0-1 0,0 1 0,-1 0 0,1 0 0,-6 0 0,8 1 3,0 0-1,0 0 0,0 1 0,-1 0 1,1-1-1,0 1 0,0 0 0,0 0 1,0 0-1,0 0 0,1 0 0,-1 0 1,0 1-1,0-1 0,1 1 0,-1-1 1,1 1-1,-1-1 0,-1 5 0,-4 3-82,1 1 0,-8 18 0,3-6-1090,-1-1-5656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12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1 24575,'-24'0'0,"7"-1"0,0 1 0,-27 4 0,41-4 0,-1 1 0,0 0 0,0 0 0,1 0 0,-1 0 0,1 0 0,-1 1 0,1 0 0,0 0 0,-1 0 0,1 0 0,0 0 0,0 1 0,0-1 0,1 1 0,-1 0 0,-2 3 0,4-4 0,0 1 0,0-1 0,0 0 0,0 1 0,0-1 0,0 1 0,1-1 0,0 1 0,-1-1 0,1 1 0,0-1 0,0 1 0,0-1 0,0 1 0,1 0 0,-1-1 0,1 1 0,0-1 0,-1 0 0,1 1 0,0-1 0,0 0 0,1 1 0,2 3 0,3 4 0,1 1 0,0-1 0,16 14 0,-17-16 0,36 32 0,1-1 0,88 58 0,108 46 0,-235-141 0,-1 0 0,0 1 0,0 0 0,-1-1 0,6 6 0,-9-8 0,1 1 0,-1-1 0,0 0 0,0 1 0,0-1 0,1 0 0,-1 1 0,0-1 0,0 0 0,0 1 0,0-1 0,1 0 0,-1 1 0,0-1 0,0 1 0,0-1 0,0 0 0,0 1 0,0-1 0,0 1 0,0-1 0,0 0 0,0 1 0,0-1 0,-1 0 0,1 1 0,-1 0 0,1 0 0,-1 0 0,0-1 0,0 1 0,0 0 0,0-1 0,0 1 0,0 0 0,0-1 0,0 0 0,0 1 0,0-1 0,0 1 0,-1-1 0,-37 6-1365,19-5-5461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13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63 146 24575,'0'33'0,"4"105"0,-2-117 0,1-1 0,1 1 0,1-1 0,13 33 0,2-10 0,2-1 0,2-1 0,1-1 0,2-1 0,2-1 0,53 53 0,-74-84 0,0 0 0,1 0 0,-1-1 0,2 0 0,-1 0 0,0-1 0,1 0 0,0-1 0,0 0 0,0-1 0,1 0 0,-1 0 0,1-1 0,0-1 0,0 0 0,-1 0 0,1-1 0,0 0 0,0-1 0,0 0 0,-1-1 0,14-4 0,-11 3 0,1-1 0,-1-1 0,1 0 0,-1-1 0,-1 0 0,1-1 0,-1 0 0,0-1 0,-1-1 0,0 1 0,0-2 0,-1 0 0,0 0 0,-1-1 0,0 0 0,12-20 0,-17 24 0,-1 0 0,0-1 0,0 0 0,0 1 0,-1-1 0,0 0 0,-1-1 0,0 1 0,0 0 0,0 0 0,-2-10 0,0 5 0,-1 0 0,-1 1 0,0-1 0,0 1 0,-1-1 0,-9-16 0,-5-5 0,-2 1 0,-1 1 0,-44-52 0,32 43 0,-69-75 0,89 104 0,0 0 0,-2 1 0,1 0 0,-1 1 0,0 1 0,-28-12 0,13 9 0,1 1 0,-2 2 0,0 1 0,0 1 0,0 1 0,-53-1 0,78 7-80,0 1 0,-1 0-1,1 0 1,0 1 0,0 0-1,0 0 1,0 0 0,0 1-1,0 0 1,0 0 0,1 0 0,0 1-1,0 0 1,0 0 0,0 0-1,-6 8 1,-4 4-6746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1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1 24575,'-5'0'0,"1"0"0,0 0 0,-1 1 0,1-1 0,-1 1 0,1 0 0,0 0 0,0 1 0,0-1 0,-6 4 0,3-1 0,1 1 0,-1 0 0,1 1 0,-9 10 0,4-4 0,1 0 0,0 0 0,1 1 0,0 0 0,1 0 0,0 1 0,2 1 0,-1-1 0,2 1 0,0 0 0,0 0 0,2 0 0,-4 26 0,7-38 0,1 0 0,-1 0 0,0-1 0,1 1 0,-1 0 0,1 0 0,0 0 0,0-1 0,0 1 0,0-1 0,1 1 0,-1-1 0,1 1 0,-1-1 0,1 1 0,0-1 0,0 0 0,0 0 0,0 0 0,0 0 0,1-1 0,-1 1 0,0 0 0,1-1 0,4 2 0,6 3 0,1 0 0,0-2 0,27 7 0,-19-6 0,18 5 0,3 1 0,0 1 0,71 32 0,-111-43 0,0 1 0,0-1 0,0 1 0,-1 0 0,1-1 0,0 1 0,-1 1 0,0-1 0,1 0 0,-1 0 0,0 1 0,0-1 0,0 1 0,-1 0 0,1 0 0,0 0 0,-1-1 0,0 1 0,0 1 0,1 4 0,-1-3 0,-1-1 0,0 1 0,0 0 0,-1 0 0,0 0 0,1-1 0,-2 1 0,1 0 0,0 0 0,-1-1 0,0 1 0,-5 7 0,2-2 14,-1-1-1,0 0 0,-1 0 0,0 0 1,-1-1-1,0 0 0,0 0 1,-13 8-1,18-13-78,-1 0 1,0-1-1,0 1 1,0-1-1,0 0 1,0-1-1,-1 1 0,1-1 1,-1 1-1,1-1 1,-1 0-1,1-1 1,-1 1-1,1-1 0,-1 0 1,1 0-1,-1-1 1,1 1-1,-1-1 1,1 0-1,-1 0 0,-7-4 1,-3-3-6762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15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0 24575,'-9'0'0,"0"1"0,0 0 0,0 0 0,0 1 0,0 0 0,0 0 0,1 1 0,-1 0 0,-13 8 0,18-9 0,0 0 0,0 1 0,0 0 0,0 0 0,1 0 0,-1 1 0,1-1 0,0 1 0,0 0 0,0-1 0,0 1 0,1 1 0,-1-1 0,1 0 0,0 1 0,0-1 0,1 1 0,0-1 0,-2 9 0,2-4 0,0 1 0,0-1 0,1 0 0,0 1 0,4 16 0,-3-21 0,0-1 0,0 0 0,0 0 0,1 0 0,0 0 0,0 0 0,0-1 0,0 1 0,1 0 0,0-1 0,-1 0 0,1 1 0,0-1 0,7 4 0,4 4 0,1-2 0,1 0 0,0-1 0,33 12 0,73 15 0,-76-23 0,49 18 0,-88-27 0,0 0 0,-1 0 0,0 0 0,0 1 0,0-1 0,0 2 0,7 5 0,-11-8 0,-1 0 0,1 0 0,-1 0 0,1 0 0,-1 0 0,0 0 0,0 0 0,0 0 0,0 1 0,0-1 0,-1 0 0,1 0 0,-1 1 0,1-1 0,-1 1 0,0-1 0,0 0 0,0 1 0,0-1 0,0 1 0,-1-1 0,1 0 0,-1 1 0,1-1 0,-2 3 0,-1 1 9,0 0 0,0 0-1,-1 0 1,0 0 0,0-1 0,0 0-1,-6 6 1,-39 34-495,34-31-463,1-3-5877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789 125 24575,'-8'0'0,"-16"0"0,21 1 0,12 1 0,53 6 0,99-1 0,-146-7 0,5-1 0,-19 0 0,-5-1 0,-35-7 0,-249-25 0,124 19 0,119 8 0,28 2 0,33 4 0,513 23 0,-505-22 0,-25-2 0,-17-2 0,-375-25 0,296 25 0,-89-2 0,-112-6 0,261 7 0,33 2 0,11-1 0,12 0 0,1 1 0,0 1 0,24 0 0,-19 1 0,886-8 0,-817 10 0,-73-1 0,-31 0 0,-35 1 0,-133-1-1365,134 0-5461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5:58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24575,'24'51'0,"-3"1"0,19 70 0,16 109 0,-16-59 0,-38-163 0,0 0 0,1 0 0,5 11 0,-7-19 0,-1-1 0,0 0 0,0 1 0,0-1 0,0 0 0,0 1 0,0-1 0,1 0 0,-1 1 0,0-1 0,0 0 0,0 0 0,1 1 0,-1-1 0,0 0 0,0 0 0,1 1 0,-1-1 0,0 0 0,1 0 0,-1 0 0,0 0 0,1 1 0,-1-1 0,0 0 0,1 0 0,-1 0 0,0 0 0,1 0 0,-1 0 0,0 0 0,1 0 0,-1 0 0,1 0 0,-1 0 0,0 0 0,1 0 0,-1 0 0,0 0 0,1 0 0,-1-1 0,0 1 0,1 0 0,-1 0 0,0 0 0,0 0 0,1-1 0,-1 1 0,0 0 0,1 0 0,-1-1 0,0 1 0,0 0 0,0-1 0,1 1 0,3-8 0,0 0 0,-1-1 0,0 1 0,0-1 0,-1 0 0,0 0 0,-1 1 0,0-1 0,0-14 0,2-5 0,22-324 0,-23 298 0,3-5 0,-5 58 0,0-1 0,0 1 0,0 0 0,0-1 0,1 1 0,-1-1 0,1 1 0,-1 0 0,1-1 0,-1 1 0,1 0 0,0-1 0,-1 1 0,3-2 0,-3 3 0,1 0 0,-1-1 0,1 1 0,-1 0 0,1 0 0,-1 0 0,0 0 0,1 0 0,-1 0 0,1 0 0,-1 0 0,1 0 0,-1 0 0,0 0 0,1 0 0,-1 0 0,1 0 0,-1 0 0,1 1 0,-1-1 0,0 0 0,1 0 0,-1 1 0,1-1 0,-1 0 0,0 0 0,1 1 0,-1-1 0,1 1 0,3 4 0,1 1 0,-1-1 0,0 1 0,5 8 0,-9-12 0,56 103 0,-38-67 0,1 0 0,3-2 0,46 62 0,-63-93 0,0 0 0,0-1 0,0 1 0,1-1 0,-1 0 0,1-1 0,0 1 0,0-1 0,0 0 0,1-1 0,-1 1 0,9 1 0,-11-3 0,-1-1 0,0 1 0,1-1 0,-1 0 0,0 0 0,1 0 0,-1 0 0,1 0 0,-1-1 0,0 0 0,0 1 0,1-1 0,-1 0 0,0-1 0,0 1 0,0-1 0,0 1 0,0-1 0,0 0 0,-1 0 0,1 0 0,0 0 0,-1-1 0,0 1 0,1-1 0,1-3 0,2-4 0,-1 0 0,0 0 0,0-1 0,-1 1 0,-1-1 0,0 0 0,0 0 0,-1 0 0,1-22 0,-3 12 0,0 1 0,-1-1 0,-1 1 0,-8-35 0,4 30 0,-1 1 0,-1-1 0,-1 1 0,-1 1 0,-2 0 0,0 0 0,-1 1 0,-17-21 0,9 23-1365,4 8-5461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5:58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1 201 24575,'0'-3'0,"0"-4"0,0-4 0,6-6 0,8-6 0,13-5 0,9-1 0,3-1 0,2 1 0,-6 5-8191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5:59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24575,'3'0'0,"4"0"0,1 0-8191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5:59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24575,'0'6'0,"6"8"0,5 20 0,4 18 0,2 11 0,1 2 0,-2 3 0,2-1 0,0-7 0,-1-9 0,-5-12 0,-1-11 0,0-11 0,2-9 0,-2-5-8191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0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92 180 24575,'-1'0'0,"-1"0"0,1 0 0,-1 1 0,1-1 0,0 1 0,-1-1 0,1 1 0,0 0 0,-1 0 0,1-1 0,0 1 0,0 0 0,0 0 0,-1 0 0,1 0 0,0 0 0,1 1 0,-1-1 0,0 0 0,0 0 0,0 1 0,1-1 0,-1 0 0,0 1 0,1-1 0,0 0 0,-1 1 0,1-1 0,0 1 0,-1 1 0,-1 8 0,1 1 0,-1 21 0,2-22 0,-1-2 0,1 0 0,0 0 0,0 0 0,1-1 0,1 1 0,-1 0 0,1 0 0,1 0 0,-1-1 0,2 0 0,-1 1 0,1-1 0,0 0 0,1-1 0,0 1 0,0-1 0,0 0 0,1 0 0,0 0 0,1-1 0,-1 0 0,1 0 0,12 6 0,-11-6 0,0-1 0,1 0 0,0 0 0,0-1 0,1 0 0,16 4 0,-21-7 0,0 0 0,-1-1 0,1 1 0,0-1 0,-1 0 0,1 0 0,0-1 0,-1 1 0,1-1 0,-1 0 0,1 0 0,-1-1 0,1 1 0,-1-1 0,0 0 0,7-5 0,-1 0 0,0-2 0,-1 1 0,0-1 0,0-1 0,-1 1 0,-1-1 0,1-1 0,-2 0 0,1 0 0,-1 0 0,-1-1 0,0 1 0,5-23 0,-2 6 0,-2 0 0,-2 0 0,0 0 0,-2 0 0,-1-33 0,-1 55 0,0-1 0,-1 0 0,0 1 0,0-1 0,0 1 0,-1-1 0,0 1 0,-5-11 0,5 14 0,0 0 0,0 0 0,0 0 0,-1 0 0,1 0 0,-1 0 0,0 1 0,0-1 0,0 1 0,0 0 0,0 0 0,-1 0 0,1 0 0,0 1 0,-1-1 0,-5-1 0,-13-2 0,0 0 0,0 1 0,-34-1 0,-69 4 0,102 2 0,13-1-111,-43 3 356,50-3-333,0 1-1,1-1 1,-1 1 0,1 0 0,-1 0 0,0 0 0,1 0-1,0 0 1,-1 1 0,1-1 0,0 1 0,-1-1 0,1 1-1,0 0 1,0 0 0,-1 2 0,-3 6-6738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1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24575,'0'2'0,"1"1"0,0-1 0,0 1 0,0-1 0,0 1 0,0-1 0,1 0 0,-1 1 0,1-1 0,-1 0 0,4 3 0,3 7 0,241 377 0,-158-243 0,-88-142 0,0 2 0,0-1 0,1 0 0,0 0 0,8 9 0,-11-14 0,-1 1 0,0-1 0,1 0 0,-1 1 0,1-1 0,0 0 0,-1 1 0,1-1 0,-1 0 0,1 0 0,-1 1 0,1-1 0,0 0 0,-1 0 0,1 0 0,-1 0 0,1 0 0,0 0 0,-1 0 0,1 0 0,0 0 0,0 0 0,0-1 0,0 0 0,0 1 0,0-1 0,0 0 0,0 0 0,-1 0 0,1 0 0,0 0 0,-1 1 0,1-1 0,0 0 0,-1-1 0,0 1 0,1 0 0,-1 0 0,1 0 0,-1-2 0,7-23 0,-2-2 0,2-38 0,1 0 0,-8 62 0,5-29 0,1 0 0,18-58 0,-20 81 0,0 0 0,1 0 0,0 1 0,1-1 0,9-11 0,-11 16 0,0 1 0,0 0 0,0-1 0,1 2 0,0-1 0,0 0 0,0 1 0,0 0 0,0 0 0,11-3 0,-11 4 0,1 1 0,0 0 0,-1 0 0,1 0 0,0 1 0,-1 0 0,1 0 0,0 1 0,-1-1 0,1 1 0,0 1 0,-1-1 0,0 1 0,1 0 0,-1 0 0,0 0 0,0 1 0,0 0 0,0 0 0,7 6 0,4 3 0,-1 1 0,-1 1 0,0 1 0,18 24 0,-16-17 0,0 0 0,-1 0 0,-2 1 0,0 1 0,-1 1 0,-2-1 0,0 2 0,7 33 0,-16-53 0,-1 0 0,1 0 0,-1 1 0,-1-1 0,1 0 0,-1 0 0,0 0 0,0 0 0,-1 0 0,0-1 0,0 1 0,0 0 0,-1-1 0,1 1 0,-1-1 0,-1 0 0,1 0 0,-1 0 0,0 0 0,0-1 0,0 1 0,-1-1 0,-5 4 0,-4 3 0,-1 0 0,-1-1 0,0-1 0,0 0 0,-1-2 0,-25 10 0,38-16 0,0 1 0,0-1 0,0 0 0,1 0 0,-1 0 0,0-1 0,0 1 0,0-1 0,0 0 0,-1 0 0,1 0 0,0-1 0,0 1 0,1-1 0,-1 0 0,0 0 0,0-1 0,0 1 0,0-1 0,1 0 0,-1 0 0,1 0 0,0 0 0,-1 0 0,1-1 0,0 0 0,0 1 0,0-1 0,-2-4 0,-4-5-341,1 0 0,1 0-1,-12-25 1,5 2-6485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1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24575,'0'-3'0,"3"-1"0,7-2 0,8-4 0,6-3 0,6-3 0,-2 3-8191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1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24575,'6'0'0,"8"0"0,5 0 0,2 0 0,-3 0-8191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2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24575,'0'-3'0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 24575,'0'-3'0,"6"-1"0,8-3 0,11-3 0,6-3 0,5 1 0,-4-1 0,-7 2-8191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03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15 156 24575,'-1'0'0,"0"0"0,1 0 0,-1-1 0,0 1 0,0-1 0,1 1 0,-1-1 0,0 1 0,0-1 0,1 1 0,-1-1 0,1 0 0,-1 1 0,1-1 0,-1 0 0,1 1 0,-1-1 0,1 0 0,-1 0 0,1 1 0,0-1 0,-1 0 0,1 0 0,0 0 0,0 0 0,0 0 0,0 1 0,0-1 0,0 0 0,0-1 0,1-28 0,1 24 0,1 0 0,0 1 0,0-1 0,0 1 0,1 0 0,0 0 0,0 0 0,0 0 0,0 1 0,1-1 0,6-4 0,-5 4 0,1 1 0,0-1 0,0 1 0,0 0 0,0 1 0,1-1 0,-1 1 0,12-2 0,-17 4 0,0 1 0,-1 0 0,1 0 0,-1 0 0,1 0 0,0 0 0,-1 0 0,1 0 0,-1 0 0,1 1 0,0-1 0,-1 1 0,1-1 0,-1 1 0,1-1 0,-1 1 0,0 0 0,1 0 0,-1 0 0,0 0 0,1 0 0,-1 0 0,0 0 0,0 0 0,0 0 0,0 1 0,0-1 0,0 0 0,0 1 0,-1-1 0,1 1 0,0-1 0,-1 1 0,1-1 0,-1 1 0,0-1 0,1 3 0,0 1 0,0 0 0,-1 0 0,1 0 0,-1 0 0,0 0 0,-1 0 0,1 0 0,-1 0 0,0-1 0,-3 11 0,-9 6 0,-7 13 0,20-33 0,0 0 0,-1 0 0,1 0 0,0-1 0,-1 1 0,1 0 0,0 0 0,0 0 0,0 0 0,0 0 0,0 0 0,0 0 0,0-1 0,0 1 0,0 0 0,0 0 0,0 0 0,1 0 0,-1 0 0,0 0 0,1 0 0,-1-1 0,0 1 0,1 0 0,-1 0 0,1-1 0,0 1 0,-1 0 0,1-1 0,-1 1 0,3 1 0,9 4 0,1 0 0,0 0 0,1-2 0,0 1 0,-1-2 0,19 3 0,5 2 0,4 2 0,0-2 0,-1 2 0,0 2 0,-1 2 0,44 21 0,-76-31 0,-1 0 0,0 0 0,0 0 0,0 1 0,0 0 0,0 0 0,-1 1 0,5 6 0,-9-10 0,0-1 0,1 1 0,-1 0 0,0 0 0,0 0 0,-1 0 0,1 0 0,0 0 0,-1 0 0,1 0 0,-1 0 0,0 0 0,1 0 0,-1 1 0,0-1 0,0 0 0,-1 0 0,1 0 0,0 0 0,-1 0 0,1 0 0,-1 0 0,0 0 0,1 0 0,-1 0 0,0 0 0,0 0 0,-1 0 0,1 0 0,0-1 0,0 1 0,-3 2 0,-2 1 12,0 1 0,-1-1 0,0 0 0,0 0 0,-1-1 0,1 1 0,-1-2 0,0 1 0,-14 3 0,6-2-383,-1-1-1,0-1 1,-33 2 0,29-5-6455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21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24575,'1'42'0,"8"46"0,-1-23 0,101 2216-3396,-112-2095 3437,2-175-4877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6:22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24575,'21'15'0,"51"35"0,93 57 0,65 34 0,39 8-4715,16 0 4715,4-16 0,-11-20 0,-17-22 0,-32-24-217,-39-20 217,-44-12 1109,-43-12-1109,-36-10 0,-30-8-4368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0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24575,'1'5'0,"0"-1"0,0 0 0,0 1 0,1-1 0,0 0 0,0 0 0,0 0 0,0 0 0,1-1 0,-1 1 0,4 3 0,8 12 0,29 57 0,-2 1 0,31 87 0,-69-156 0,-1 0 0,1 0 0,-1 1 0,1 8 0,-3-17 0,0 0 0,0 1 0,0-1 0,0 0 0,0 0 0,0 0 0,0 1 0,0-1 0,0 0 0,0 0 0,0 1 0,0-1 0,0 0 0,0 0 0,0 0 0,0 1 0,0-1 0,0 0 0,0 0 0,0 0 0,0 1 0,-1-1 0,1 0 0,0 0 0,0 0 0,0 1 0,0-1 0,0 0 0,-1 0 0,1 0 0,0 0 0,0 0 0,0 1 0,0-1 0,-1 0 0,-6-5 0,-7-13 0,5 3 0,0 0 0,2-1 0,0 1 0,1-2 0,0 1 0,1-1 0,1 1 0,-2-21 0,5 35 0,1 0 0,0 1 0,0-1 0,0 0 0,0 1 0,0-1 0,0 1 0,0-1 0,0 0 0,1 1 0,-1-1 0,1 1 0,-1-1 0,1 1 0,-1-1 0,1 1 0,0-1 0,0 1 0,1-2 0,-1 2 0,0 1 0,0-1 0,0 0 0,0 1 0,1-1 0,-1 1 0,0 0 0,0-1 0,0 1 0,1 0 0,-1 0 0,0-1 0,0 1 0,1 0 0,-1 0 0,0 1 0,0-1 0,1 0 0,0 1 0,6 1 0,0 0 0,-1 1 0,0 0 0,1 1 0,-1 0 0,7 5 0,-4-2 0,0 0 0,-1 1 0,0 0 0,0 0 0,-1 1 0,0 0 0,-1 1 0,0-1 0,0 1 0,-1 1 0,0-1 0,-1 1 0,0 0 0,-1 0 0,0 1 0,-1-1 0,0 1 0,-1 0 0,0 0 0,0 16 0,-2-24-4,-1 0-1,1 0 1,-1 0-1,1 1 1,-1-1-1,0 0 1,-1 0 0,1 0-1,-1 0 1,0-1-1,0 1 1,0 0-1,0-1 1,-1 1-1,1-1 1,-1 0-1,-4 4 1,2-2 24,-1 0 0,0-1 0,0 0 0,0 0 0,-1-1 0,1 0 0,-1 0 0,0 0 0,-13 3 0,12-4-42,0-1-1,0 0 1,0 0 0,0-1-1,0 1 1,0-2 0,0 1-1,-15-4 1,18 3-58,1-1-1,-1 1 1,1-1 0,0 1 0,0-1-1,0-1 1,0 1 0,0 0 0,0-1-1,1 0 1,-1 0 0,1 0 0,0 0-1,0-1 1,-5-5 0,-4-14-6746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1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2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24575,'3'0'0,"4"0"0,4 0 0,3 0 0,2 0 0,-2-3 0,1-1 0,-4 0-8191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2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24575,'3'0'0,"4"0"0,4 0 0,3-3 0,2-1 0,1-3 0,2 0 0,-1 1 0,0 2 0,-2-2 0,-5 0-8191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3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24575,'3'0'0,"4"6"0,3 8 0,4 8 0,2 5 0,2 5 0,0 0 0,-3-2 0,-3-4 0,-2-7 0,-2-2 0,-2-2 0,-2 0 0,-3-3-8191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7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1 297 24575,'1'10'0,"0"0"0,1 1 0,0-1 0,4 13 0,3 13 0,-5-4 0,-4-24 0,1-1 0,0 1 0,0-1 0,0 1 0,1-1 0,0 0 0,0 0 0,1 0 0,6 12 0,-7-17 0,0-1 0,0 1 0,0 0 0,0-1 0,0 1 0,0-1 0,0 0 0,0 0 0,1 0 0,-1 0 0,0 0 0,1 0 0,-1-1 0,1 1 0,-1-1 0,1 1 0,-1-1 0,1 0 0,2 0 0,3-1 0,-1 1 0,1-1 0,-1-1 0,0 1 0,11-5 0,2-3 0,0 0 0,-1-1 0,0-1 0,-1-1 0,0 0 0,-1-2 0,0 0 0,-2 0 0,1-2 0,-2 0 0,0-1 0,-1 0 0,0-1 0,-2 0 0,0-1 0,-1 0 0,-1-1 0,-1 0 0,-1 0 0,0-1 0,-2 0 0,0 0 0,-2-1 0,0 1 0,0-31 0,-5 35 0,1 14 0,1 0 0,-1-1 0,1 1 0,0 0 0,0-1 0,0 1 0,0 0 0,1-1 0,-1 1 0,2-5 0,-1 8 0,-1 0 0,0 0 0,0 0 0,0 0 0,0-1 0,0 1 0,1 0 0,-1 0 0,0 0 0,0 0 0,0 0 0,0 0 0,0 0 0,1 0 0,-1 0 0,0 0 0,0 0 0,0 0 0,0 0 0,1 0 0,-1 0 0,0 0 0,0 0 0,0 0 0,0 0 0,0 1 0,1-1 0,-1 0 0,0 0 0,0 0 0,0 0 0,0 0 0,0 0 0,0 0 0,1 0 0,-1 1 0,0-1 0,0 0 0,0 0 0,0 0 0,0 0 0,0 0 0,0 1 0,0-1 0,0 0 0,0 0 0,0 0 0,0 0 0,0 1 0,5 6 0,-1 1 0,0-1 0,-1 1 0,3 9 0,3 7 0,75 181 0,76 196 0,-104-223 0,-47-145 0,-2 1 0,-1 0 0,1 46 0,-7-74 0,0-1 0,0 1 0,0 0 0,-1-1 0,0 1 0,0 0 0,0-1 0,-1 1 0,0-1 0,-3 7 0,4-9 0,-1-1 0,0 1 0,0-1 0,-1 1 0,1-1 0,0 0 0,-1 0 0,0 0 0,1 0 0,-1 0 0,0-1 0,0 1 0,0-1 0,0 0 0,0 0 0,0 0 0,0 0 0,-5 1 0,-15 1 0,-1 0 0,1-1 0,0-1 0,0-2 0,-1 0 0,-31-6 0,50 6-85,0 0 0,1 0-1,-1-1 1,0 0 0,1 0-1,-1 0 1,1 0 0,-1-1-1,1 1 1,0-1 0,0 0-1,0-1 1,1 1 0,-1-1-1,-4-5 1,-5-12-6741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8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24575,'3'0'0,"4"0"0,0 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9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24575,'3'0'0,"4"0"0,1 3 0,-1 4 0,4 1 0,6-1 0,10-2 0,6-1 0,0-2 0,1-1 0,-3-1 0,-3 0 0,-4 0 0,-6-1-8191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0:59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24575,'3'3'0,"4"1"0,4 0 0,6-1 0,3-1 0,1 0 0,0-2 0,-3 1-8191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0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24575,'1'0'0,"0"1"0,0-1 0,0 1 0,0-1 0,0 1 0,0 0 0,0-1 0,0 1 0,0 0 0,0 0 0,0 0 0,0 0 0,0 0 0,-1 0 0,1 0 0,0 0 0,-1 0 0,1 0 0,-1 0 0,1 2 0,11 14 0,-11-16 0,-1-1 0,1 1 0,-1-1 0,1 0 0,-1 1 0,1-1 0,-1 0 0,1 0 0,-1 1 0,1-1 0,-1 0 0,1 0 0,0 0 0,-1 0 0,1 0 0,0 0 0,-1 0 0,1 0 0,-1 0 0,1 0 0,0 0 0,-1 0 0,1 0 0,-1 0 0,1 0 0,0-1 0,-1 1 0,1 0 0,0-1 0,16-17 0,2 0 0,-19 17 0,1 0 0,0 1 0,0 0 0,0-1 0,0 1 0,-1 0 0,1-1 0,0 1 0,0 0 0,0 0 0,0 0 0,0-1 0,0 1 0,0 0 0,0 0 0,0 1 0,0-1 0,0 0 0,0 0 0,-1 0 0,1 1 0,0-1 0,0 0 0,1 1 0,1 1 0,1 1 0,-1-1 0,1 1 0,-1 0 0,0 0 0,0 0 0,-1 0 0,1 1 0,0-1 0,-1 1 0,3 5 0,19 48 0,-18-43 0,9 26 0,-1 1 0,-2 1 0,-2 0 0,-2 1 0,-1 0 0,1 82 0,-9-114 0,0 1 0,0-1 0,-1 0 0,-1 0 0,1 0 0,-2 0 0,0 0 0,-7 14 0,9-22 0,0 1 0,0 0 0,0-1 0,0 0 0,-1 1 0,1-1 0,-1 0 0,0 0 0,0 0 0,0-1 0,-1 1 0,1-1 0,0 1 0,-1-1 0,0 0 0,1-1 0,-1 1 0,0-1 0,0 1 0,0-1 0,0 0 0,0-1 0,0 1 0,0-1 0,-9 0 0,10 0 0,1-1 0,-1 0 0,0 0 0,1 0 0,-1 0 0,1-1 0,-1 1 0,1 0 0,0-1 0,0 0 0,-1 0 0,1 1 0,0-1 0,1 0 0,-1-1 0,0 1 0,-1-3 0,-24-42 0,19 29 0,1-1 0,0 1 0,2-1 0,0-1 0,1 1 0,1-1 0,-1-34 0,4 52 0,0 0 0,0 0 0,0 0 0,0 0 0,0 0 0,0 0 0,1 0 0,-1 0 0,1 0 0,0 0 0,-1 0 0,1 0 0,0 1 0,0-1 0,0 0 0,0 1 0,0-1 0,1 0 0,-1 1 0,0 0 0,3-3 0,-1 3 0,-1 0 0,0 0 0,1 0 0,-1 1 0,0-1 0,1 0 0,-1 1 0,1 0 0,-1 0 0,1-1 0,-1 2 0,1-1 0,0 0 0,3 1 0,6 2 0,0 1 0,0 0 0,0 1 0,-1 0 0,17 10 0,-15-7-136,1 0-1,-1-1 1,2-1-1,-1 0 1,1-1-1,0 0 1,0-1-1,0-1 0,28 3 1,-9-5-6690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1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 1 24575,'0'9'0,"0"12"0,0 11 0,-6 16 0,-8 5 0,-8 9 0,-11 8 0,-7 2 0,-3-5 0,1-3 0,4-8 0,2-15 0,5-13 0,7-15 0,8-19 0,7-26 0,4-8-8191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1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6 0,7 8 0,9 14 0,5 8 0,0 0 0,0-2 0,-3-1 0,-1-3 0,-3-7 0,-3-4 0,-3-6 0,-2-4 0,-1-5 0,1-2 0,7-2 0,-1 0-8191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1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24575,'6'0'0,"8"0"0,11 0 0,9 0 0,6 0 0,2-3 0,-1-4 0,0 0 0,-2-3 0,-5 0 0,-4 3 0,-8 2-8191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2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24575,'0'6'0,"0"8"0,3 11 0,4 10 0,1 11 0,2 6 0,-1 4 0,-1 1 0,-3-2 0,-2-6 0,-1-8 0,-2-7 0,0-10-8191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0 24575,'-3'0'0,"-4"3"0,-4 10 0,-3 12 0,-2 13 0,1 10 0,1 5 0,0-3 0,1-7 0,1-11 0,2-8 0,0-8 0,2 0 0,1-4-8191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08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24575,'6'12'0,"5"25"0,9 36 0,5 15 0,4 22 0,0 11 0,-5-1 0,-7 7 0,-5-4 0,-6-13 0,-4-20 0,-1-21 0,-2-33 0,-3-36 0,-4-31 0,-4-25 0,-3-18 0,2 4-8191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10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0 469 24575,'24'0'-16,"611"-15"-480,-284-12-1555,58-14 1072,699-114-1425,-2-32 1887,-1073 181 578,157-23-357,-138 23 1572,85 3 0,71 9 2778,280-1-3962,-483-6-92,0 1 0,0 0 0,0 1 0,0-1 0,0 1 0,0 0 0,0 0 0,5 3 0,-8-3 0,0 0 0,0 0 0,0 1 0,0-1 0,-1 1 0,1 0 0,-1-1 0,1 1 0,-1 0 0,0 0 0,1 0 0,-1 0 0,0 0 0,0 0 0,-1 0 0,1 1 0,0-1 0,-1 0 0,1 0 0,-1 4 0,5 34 0,-3 1 0,-3 68 0,-1-49 0,-3 735 0,4-774 0,-7 39 0,4-38 0,-1 30 0,6 2 0,1-39 0,-1 0 0,-1 0 0,-1 0 0,0 0 0,-5 19 0,4-27 0,-1 0 0,0 0 0,-1-1 0,0 1 0,0-1 0,0 1 0,-1-2 0,0 1 0,0 0 0,0-1 0,-1 0 0,0 0 0,0 0 0,0-1 0,-9 5 0,-2 0 0,-1 0 0,-1-1 0,1-1 0,-34 8 0,-34 4 0,-137 10 0,-90-13 0,207-12 0,-410 11 0,-89 3 0,199 35 0,273-29 0,-149 6 0,-341 3 0,488-28 0,-497 9 0,308-28 0,306 12-119,-3 0-296,0 0-1,-26-8 1,36 7-6411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13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79 24575,'-1'17'0,"-1"1"0,-1-1 0,-1 1 0,0-1 0,-8 17 0,-7 37 0,19-62 0,7-10 0,9-14 0,2-5 0,-1-2 0,-1 0 0,0 0 0,-2-2 0,-1 0 0,-1 0 0,-1-1 0,9-31 0,-19 52 0,6-13 0,-7 17 0,0-1 0,0 1 0,0 0 0,0 0 0,1 0 0,-1 0 0,0-1 0,0 1 0,0 0 0,0 0 0,1 0 0,-1 0 0,0-1 0,0 1 0,0 0 0,1 0 0,-1 0 0,0 0 0,0 0 0,1 0 0,-1 0 0,0 0 0,0 0 0,1 0 0,-1 0 0,0 0 0,0 0 0,1 0 0,-1 0 0,0 0 0,0 0 0,0 0 0,1 0 0,-1 0 0,0 0 0,0 0 0,1 0 0,-1 0 0,0 1 0,0-1 0,0 0 0,0 0 0,1 0 0,-1 0 0,0 1 0,0-1 0,0 0 0,0 0 0,1 0 0,-1 1 0,0-1 0,0 0 0,0 0 0,0 0 0,0 1 0,0-1 0,0 0 0,0 0 0,0 1 0,0-1 0,0 0 0,0 0 0,0 1 0,0-1 0,9 23 0,-2 0 0,0 1 0,-2-1 0,4 36 0,3 9 0,1-4 0,0-10 0,-4 0 0,6 83 0,-2-7 0,-13-129 0,0 1 0,0-1 0,-1 0 0,1 1 0,-1-1 0,1 0 0,-1 1 0,1-1 0,-1 0 0,0 0 0,1 0 0,-1 1 0,0-1 0,0 0 0,0 0 0,0 0 0,0 0 0,0 0 0,0-1 0,-1 1 0,1 0 0,0 0 0,0-1 0,-1 1 0,1-1 0,0 1 0,-1-1 0,1 0 0,0 1 0,-3-1 0,-6 2 0,-1-1 0,1 0 0,-12-1 0,11 0 0,-26 0 0,25 0 0,23-2 0,48-6 0,-1-3 0,74-23 0,-23 5 0,-93 26 0,1 1 0,23-1 0,-15 2 0,-137 16 0,0 4 0,-123 40 0,225-56 0,0 0 0,-1-1 0,1 0 0,-1 0 0,1-1 0,-1-1 0,1 0 0,-1 0 0,0-1 0,-19-4 0,15 1 0,0 1 0,-19-1 0,124 3 0,142-11 0,-210 11-101,22-4 324,-42 5-305,0-1-1,0 1 0,0-1 1,0 0-1,0 0 0,-1 0 1,1 0-1,0 0 1,0 0-1,-1 0 0,1-1 1,0 1-1,-1 0 0,0-1 1,1 0-1,-1 1 1,2-3-1,1-6-6743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15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1 766 24575,'1'10'0,"1"1"0,0-1 0,5 16 0,2 6 0,12 84 0,8 28 0,-28-139 0,0-1 0,1 0 0,0 0 0,-1 0 0,1 0 0,1 0 0,-1 0 0,0-1 0,1 1 0,0-1 0,0 0 0,0 0 0,0 0 0,1 0 0,-1 0 0,1-1 0,-1 1 0,1-1 0,0 0 0,0 0 0,0-1 0,0 1 0,0-1 0,1 0 0,7 2 0,1-2 0,1 0 0,-1 0 0,1-1 0,-1-1 0,1-1 0,-1 1 0,22-7 0,15-8 4,-1-1-1,-1-2 0,-1-3 0,54-32 1,173-129-217,-120 67-114,-4-7-1,235-250 1,-300 266 327,-19 21 0,-8 27-187,-52 51-6639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39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24575,'1'26'0,"2"-1"0,1 0 0,9 34 0,1 3 0,30 274 0,12 56 0,-29-275 0,-27-117 0,0 0 0,1 1 0,-1-1 0,0 0 0,0 0 0,0 0 0,0 1 0,0-1 0,0 0 0,0 0 0,0 0 0,0 1 0,0-1 0,0 0 0,0 0 0,0 0 0,0 1 0,0-1 0,0 0 0,0 0 0,0 0 0,0 1 0,0-1 0,0 0 0,0 0 0,0 0 0,0 1 0,0-1 0,0 0 0,-1 0 0,1 0 0,0 0 0,0 1 0,0-1 0,0 0 0,0 0 0,-1 0 0,1 0 0,0 0 0,0 1 0,-9-6 0,-10-14 0,1-4 0,-21-35 0,-9-13 0,40 64 0,4 11 0,3-3 0,1 1 0,0-1 0,0 0 0,0 0 0,0 1 0,0-1 0,0 0 0,0 1 0,1-1 0,-1 0 0,0 0 0,1 2 0,-1-3 4,1 1-1,-1 0 1,0 0-1,0-1 1,1 1-1,-1-1 1,0 1-1,1 0 1,-1-1-1,0 1 1,1-1 0,-1 1-1,1-1 1,-1 1-1,1-1 1,-1 1-1,1-1 1,0 1-1,-1-1 1,1 0-1,-1 1 1,1-1-1,0 0 1,-1 1-1,1-1 1,0 0-1,0 0 1,-1 0-1,1 0 1,0 0-1,-1 0 1,1 0-1,1 0 1,-1-1-103,1 1 0,-1-1 0,0 0 0,0 0 0,1 0 0,-1 0 0,0 0 0,0 0 0,0 0 0,0 0 0,0-1 0,0 1 0,0 0 0,0-3 0,6-8-6727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1:40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24575,'21'257'0,"-14"-197"0,28 138 0,-32-188 0,1 6 0,-10-26 0,-36-78 0,42 87 0,0 0 0,0 0 0,-1 0 0,1 0 0,0 0 0,-1 0 0,1 0 0,-1 0 0,1 0 0,-1 0 0,1 1 0,-1-1 0,0 0 0,1 0 0,-1 0 0,0 1 0,0-1 0,0 0 0,-1 0 0,1 1 0,1 0 0,-1 1 0,1-1 0,-1 1 0,1-1 0,-1 1 0,1-1 0,-1 1 0,1 0 0,0-1 0,-1 1 0,1-1 0,0 1 0,0 0 0,-1-1 0,1 1 0,0 0 0,0-1 0,0 1 0,0 0 0,0 0 0,-5 49 0,9 3 0,-3-49 0,-1-1 0,1 1 0,0 0 0,0-1 0,0 0 0,1 1 0,-1-1 0,1 0 0,0 0 0,0 0 0,0 0 0,3 4 0,-4-7 3,0 1 0,-1-1 0,1 1-1,0-1 1,-1 1 0,1-1 0,0 1-1,0-1 1,0 0 0,0 1 0,-1-1-1,1 0 1,0 0 0,0 0 0,0 0-1,0 0 1,0 0 0,-1 0 0,1 0-1,0 0 1,0 0 0,0 0 0,0 0-1,0-1 1,-1 1 0,1 0 0,0-1 0,0 1-1,0-1 1,-1 1 0,1-1 0,0 1-1,-1-1 1,1 1 0,0-1 0,-1 0-1,1 1 1,-1-1 0,1 0 0,-1 1-1,1-1 1,0-1 0,2-3-374,1-1 0,-1 0 0,5-12 0,-1-1-6455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2:21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552 111 24575,'-17'-1'0,"1"2"0,0 0 0,0 1 0,-21 6 0,28-5 0,0 0 0,1 0 0,0 1 0,-1 0 0,1 0 0,1 1 0,-1 1 0,1-1 0,-9 8 0,-153 172 0,94-85 0,-15 19 0,87-116 0,0 1 0,0 0 0,1 0 0,0-1 0,0 1 0,0 1 0,0-1 0,1 0 0,-1 0 0,1 1 0,0-1 0,0 6 0,0 6 0,0 0 0,2 17 0,0-7 0,-1 57 0,0 20 0,16 119 0,-12-190 0,2 0 0,1 0 0,2-1 0,1-1 0,1 1 0,1-2 0,2 1 0,18 27 0,-16-32 0,0-2 0,2 0 0,27 28 0,-38-44 0,1 0 0,0-1 0,0 0 0,0 0 0,1-1 0,0 0 0,0 0 0,1-1 0,-1 0 0,1 0 0,0-1 0,19 3 0,-19-5 0,1 0 0,0 0 0,-1-1 0,1-1 0,0 0 0,12-2 0,-17 1 0,1 0 0,-1 0 0,1-1 0,-1 0 0,0 0 0,0 0 0,0-1 0,0 0 0,0 0 0,7-8 0,10-11 0,-2-2 0,-1 0 0,-1-1 0,-1 0 0,19-40 0,-5-1 0,28-86 0,-47 114 0,-2-1 0,-2-1 0,4-44 0,2-126 0,-9 109 0,0-248 0,-7 257 0,0 83 0,0-1 0,-1 1 0,0 0 0,-1 0 0,0 0 0,-1 0 0,0 1 0,0-1 0,-10-14 0,-11-28 0,11 20-1365,8 20-5461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2:23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339 128 24575,'0'-2'0,"-1"0"0,1 0 0,-1 0 0,1 1 0,-1-1 0,0 0 0,0 0 0,0 0 0,0 1 0,0-1 0,0 0 0,0 1 0,-3-3 0,-22-21 0,16 16 0,5 5 0,0-2 0,0 1 0,-1 0 0,0 1 0,0-1 0,-7-3 0,12 7 0,-1 0 0,1 1 0,-1-1 0,1 1 0,-1-1 0,1 1 0,-1-1 0,1 1 0,-1 0 0,1 0 0,-1 0 0,1 0 0,-1 0 0,0 0 0,1 0 0,-1 1 0,1-1 0,-1 0 0,1 1 0,-1 0 0,1-1 0,-1 1 0,1 0 0,0-1 0,-1 1 0,1 0 0,0 0 0,0 0 0,-1 0 0,0 2 0,-13 16 0,2 1 0,0 0 0,1 1 0,1 0 0,-12 32 0,19-43 0,-23 53 0,-21 76 0,40-107 0,1-1 0,1 1 0,2 0 0,-1 55 0,6 31 0,9 185 0,-5-252 0,3 0 0,1-1 0,31 94 0,-32-122 0,2 0 0,0 0 0,1-1 0,1-1 0,1 0 0,1-1 0,19 21 0,-25-31 0,0 0 0,1-1 0,0-1 0,0 1 0,1-2 0,0 1 0,1-1 0,-1-1 0,1 0 0,0 0 0,0-1 0,1 0 0,-1-1 0,1-1 0,0 0 0,11 1 0,7-3 0,-1-1 0,0-1 0,0-2 0,0 0 0,40-13 0,-26 3 0,-1-2 0,74-38 0,-98 43 0,1 0 0,-2-1 0,1-1 0,-2 0 0,1-1 0,-2-1 0,0-1 0,15-21 0,-20 23 0,-1 0 0,-1 0 0,0-1 0,-1 0 0,-1 0 0,0-1 0,-1 0 0,-1 0 0,0 0 0,-1-1 0,1-19 0,-4-382 0,-2 386 0,-1 0 0,-1 0 0,-2 1 0,-1 0 0,-1 0 0,-2 1 0,-16-36 0,5 22 0,-1 2 0,-3 0 0,-1 1 0,-2 2 0,-52-57 0,40 46 0,29 35 0,0 1 0,0 0 0,-23-19 0,31 30-105,-1 1 0,-1-1 0,1 1 0,0 0 0,-1 0 0,1 0 0,-1 1 0,1 0 0,-1-1 0,0 2 0,1-1 0,-10 0 0,-1 1-6721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1:26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569 180 24575,'0'0'0,"0"0"0,-1 0 0,1 0 0,0 0 0,0 0 0,0 0 0,0 0 0,0 0 0,0 0 0,0 0 0,0 0 0,0 0 0,0 0 0,0 0 0,0 0 0,0 0 0,0 0 0,0 0 0,0 1 0,0-1 0,0 0 0,0 0 0,0 0 0,0 0 0,0 0 0,0 0 0,0 0 0,0 0 0,0 0 0,0 0 0,0 0 0,0 0 0,0 0 0,0 0 0,0 0 0,0 0 0,0 0 0,0 1 0,0-1 0,0 0 0,0 0 0,0 0 0,0 0 0,0 0 0,0 0 0,0 0 0,0 0 0,0 0 0,0 0 0,0 0 0,0 0 0,0 0 0,0 0 0,0 0 0,0 0 0,0 0 0,0 0 0,0 0 0,0 0 0,1 0 0,-10 6 0,-12 4 0,-11-4 0,-1-2 0,-38 2 0,-47-4 0,104-2 0,42 1 0,33-3 0,-84-9 0,-2 2 0,-214-81 0,236 89 0,0 0 0,1 0 0,-1-1 0,0 1 0,1 0 0,-1-1 0,1 0 0,0 1 0,-1-1 0,1 0 0,0 0 0,-3-5 0,4 7 0,1-1 0,0 0 0,0 1 0,0-1 0,0 1 0,-1-1 0,1 1 0,0-1 0,0 0 0,0 1 0,1-1 0,-1 1 0,0-1 0,0 1 0,0-1 0,0 0 0,0 1 0,1-1 0,-1 1 0,0-1 0,0 1 0,1-1 0,-1 1 0,1-1 0,1-1 0,0 0 0,0 0 0,0 1 0,0-1 0,0 1 0,0-1 0,1 1 0,2-2 0,9-3 0,1 0 0,0 2 0,0-1 0,0 1 0,16-1 0,81-4 0,-73 7 0,-22 1 0,100-7 0,175 12 0,-291-5 0,1 1 0,0 0 0,0 0 0,0 0 0,-1 1 0,1-1 0,0 0 0,0 1 0,-1-1 0,1 1 0,0-1 0,-1 1 0,1 0 0,0 0 0,-1 0 0,1 0 0,1 2 0,-3-2 0,0-1 0,-1 1 0,1 0 0,-1 0 0,1 0 0,-1-1 0,1 1 0,-1 0 0,0 0 0,1-1 0,-1 1 0,0-1 0,1 1 0,-1 0 0,0-1 0,0 0 0,0 1 0,0-1 0,1 1 0,-1-1 0,0 0 0,-1 1 0,-18 6 0,-32 8 0,-188 48 0,208-57 0,0-1 0,0-2 0,-59-1 0,55-2 0,-8 0 0,-117-1 0,142-2 0,24 0 0,31-2 0,67 0 0,27-1 0,-110 2 0,-20 3 0,0 1 0,0 0 0,1 0 0,-1 0 0,0 0 0,0 0 0,0 0 0,0 0 0,0-1 0,0 1 0,0 0 0,0 0 0,0 0 0,0 0 0,0 0 0,0 0 0,0 0 0,0-1 0,0 1 0,0 0 0,0 0 0,0 0 0,0 0 0,-1 0 0,1 0 0,0 0 0,0-1 0,0 1 0,0 0 0,0 0 0,0 0 0,0 0 0,0 0 0,0 0 0,0 0 0,-1 0 0,1 0 0,0 0 0,0 0 0,0-1 0,0 1 0,0 0 0,0 0 0,0 0 0,-1 0 0,1 0 0,0 0 0,0 0 0,0 0 0,0 0 0,0 0 0,0 0 0,0 0 0,-1 0 0,1 0 0,0 0 0,0 0 0,0 1 0,0-1 0,0 0 0,-35-5 0,-19 0-1365,34 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1:27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10 147 24575,'-1'0'0,"1"0"0,0 0 0,-1 0 0,1 0 0,0-1 0,-1 1 0,1 0 0,0 0 0,-1 0 0,1 0 0,0 0 0,-1 0 0,1 0 0,0-1 0,-1 1 0,1 0 0,0 0 0,0 0 0,-1-1 0,1 1 0,0 0 0,0 0 0,-1-1 0,1 1 0,0 0 0,0-1 0,0 1 0,-1 0 0,1-1 0,0 1 0,0 0 0,0-1 0,0 1 0,0 0 0,0-1 0,0 0 0,0 0 0,0 1 0,0-1 0,0 0 0,1 1 0,-1-1 0,0 0 0,0 1 0,1-1 0,-1 0 0,0 1 0,1-1 0,-1 1 0,1-1 0,-1 1 0,1-1 0,-1 1 0,1-1 0,-1 1 0,1-1 0,1 0 0,13-6 0,0 0 0,1 1 0,0 1 0,0 0 0,27-4 0,-10 2 0,190-30 0,-213 35 0,-136 1 0,118 1-105,1-1 0,0 1 0,-1-1 0,1 0 0,0 0 0,0-1 0,0 0 0,0-1 0,0 1 0,0-1 0,0-1 0,-10-6 0,6 1-6721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1:55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56 24575,'13'0'0,"64"-1"0,130 17 0,-580-65 0,349 48-101,14 1-80,-1 0 1,1-1-1,-1 0 1,1-1-1,0 0 1,-13-5-1,9 0-6645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1:56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2 24575,'50'-1'0,"61"3"0,-110-2 0,0-1 0,0 1 0,0 0 0,1 0 0,-1 1 0,0-1 0,0 0 0,0 0 0,0 1 0,0-1 0,1 0 0,-1 1 0,0-1 0,0 1 0,0-1 0,0 1 0,0 0 0,-1-1 0,1 1 0,0 0 0,0 0 0,0 0 0,0 1 0,-1-1 0,0 0 0,0 0 0,0 0 0,0 0 0,0 0 0,-1 0 0,1 0 0,0 0 0,-1 0 0,1-1 0,-1 1 0,1 0 0,-1 0 0,1 0 0,-1 0 0,1-1 0,-1 1 0,0 0 0,0-1 0,-1 2 0,-7 5 0,0 0 0,0-1 0,-17 9 0,-133 54 0,27-14 0,149-58 0,12-6 0,-29 9 0,0 0 0,0 0 0,-1 0 0,1 0 0,0 0 0,0 0 0,-1 0 0,1 0 0,0 0 0,0 0 0,-1 0 0,1 0 0,0-1 0,0 1 0,0 0 0,-1 0 0,1 0 0,0 0 0,0 0 0,0-1 0,-1 1 0,1 0 0,0 0 0,0 0 0,0 0 0,0-1 0,0 1 0,0 0 0,-1 0 0,1-1 0,0 1 0,0 0 0,0 0 0,0-1 0,0 1 0,0 0 0,0 0 0,0 0 0,0-1 0,0 1 0,0 0 0,0 0 0,0-1 0,0 1 0,0 0 0,0 0 0,0-1 0,0 1 0,1 0 0,-1 0 0,0 0 0,0-1 0,0 1 0,0 0 0,0 0 0,1 0 0,-1-1 0,0 1 0,0 0 0,0 0 0,0 0 0,1 0 0,-1 0 0,0-1 0,0 1 0,1 0 0,-1 0 0,0 0 0,1 0 0,-21-5 0,-84 0 0,104 5 0,0 0 0,0 0 0,0 0 0,0 0 0,0 0 0,0 0 0,0 0 0,0 0 0,0 0 0,0 0 0,-1 0 0,1 0 0,0 0 0,0 0 0,0 0 0,0 0 0,0 0 0,0 0 0,0 0 0,0 0 0,-1 0 0,1 0 0,0 0 0,0 0 0,0 0 0,0 0 0,0 0 0,0 0 0,0 0 0,0 0 0,0 0 0,-1 0 0,1 0 0,0 0 0,0 0 0,0 0 0,0 0 0,0 0 0,0 0 0,0-1 0,0 1 0,0 0 0,0 0 0,0 0 0,0 0 0,0 0 0,0 0 0,0 0 0,0 0 0,0 0 0,0-1 0,0 1 0,0 0 0,0 0 0,0 0 0,0 0 0,0 0 0,0 0 0,0 0 0,0 0 0,0-1 0,0 1 0,0 0 0,0 0 0,9-4 0,17-4 0,-23 7 0,38-13-1365,-26 6-5461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22.6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125 814 24575,'370'75'0,"5"-20"0,-370-54 0,178 26 0,207 23 0,-317-45 0,1-4 0,-1-3 0,105-15 0,36-19-97,655-85-766,-323 98 863,-393 27 0,237 36 0,-343-32 40,52 9 420,137 6 0,624-21-460,-419-5 0,-104-15 0,-52 2 0,108 22 0,-318 0 0,-1 4 0,0 3 0,88 27 0,-87-17 0,-2 3 0,83 42 0,-152-66 0,-1 0 0,1-1 0,-1 1 0,1-1 0,-1 0 0,1 0 0,0-1 0,-1 1 0,1-1 0,0 1 0,0-1 0,-1 0 0,1 0 0,0-1 0,0 1 0,-1-1 0,1 0 0,0 0 0,-1 0 0,1-1 0,-1 1 0,1-1 0,-1 0 0,5-3 0,128-80 0,-113 68 0,-1 0 0,-1-1 0,32-36 0,-48 47 0,1 1 0,-1-2 0,-1 1 0,1 0 0,-1-1 0,-1 0 0,0 0 0,0 0 0,0 0 0,-1-1 0,0 1 0,0 0 0,-1-1 0,-1 0 0,1 1 0,-1-1 0,-2-12 0,-3-293 0,0 270 0,-2 1 0,-2 0 0,-2 1 0,-19-49 0,30 89 0,-1-1 0,0 1 0,0-1 0,0 1 0,-1 0 0,1-1 0,0 1 0,-1 0 0,0 0 0,1 0 0,-1 0 0,0 0 0,0 0 0,0 0 0,0 1 0,0-1 0,-5-1 0,3 1 0,-1 1 0,0-1 0,0 1 0,1 1 0,-1-1 0,0 1 0,0 0 0,0 0 0,-5 1 0,-202 22 0,62-4 0,-38-6 0,-338-21 0,382 1 0,-1 7 0,1 6 0,-152 26 0,68-14 0,30-4 0,-166 20 0,278-31 0,0-4 0,-108-16 0,159 11 0,-62-22 0,-14-2 0,80 25 0,-1 1 0,-1 2 0,1 1 0,-36 4 0,-127 23 0,58-6 0,108-18 0,1-1 0,0-1 0,-42-5 0,-82-22 0,16 3 0,-55-1 0,-250-40 0,411 58 0,-59-12 0,-2 4 0,-132-7 0,-129 31 0,78 0 0,-652-6 0,734-4 0,162 0 0,-46-8 0,33 3 0,34 6 0,0 0 0,0 0 0,0 1 0,0 0 0,0 0 0,0 1 0,-15 5 0,-59 27 0,78-32 0,-10 5 0,-1 1 0,2 0 0,-1 1 0,1 0 0,0 2 0,1-1 0,0 1 0,1 1 0,0 1 0,1-1 0,1 2 0,0-1 0,0 1 0,-8 18 0,-6 15 0,5-15 0,2 1 0,2 1 0,1 0 0,-13 48 0,19-49 0,3-13 0,0 1 0,1-1 0,1 1 0,1 0 0,1 21 0,1-39 0,1 0 0,-1 0 0,1 0 0,0-1 0,0 1 0,0 0 0,0-1 0,1 1 0,-1-1 0,1 1 0,-1-1 0,1 0 0,0 0 0,0 0 0,0 0 0,0 0 0,0 0 0,0 0 0,3 1 0,6 4 0,0-1 0,1 0 0,13 4 0,4 3 0,-24-11-227,1 1-1,-1-1 1,1-1-1,0 1 1,9 0-1,-2 0-6598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44.5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140 1 24575,'0'441'0,"0"-439"0,-3 28 0,2-29 0,1-1 0,0 1 0,0-1 0,0 0 0,-1 1 0,1-1 0,0 1 0,-1-1 0,1 1 0,0-1 0,-1 0 0,1 1 0,0-1 0,-1 0 0,1 1 0,-1-1 0,1 0 0,-1 0 0,1 1 0,-1-1 0,1 0 0,-1 0 0,1 0 0,-1 0 0,1 1 0,-1-1 0,1 0 0,-1 0 0,1 0 0,-1 0 0,1 0 0,-1 0 0,1-1 0,-1 1 0,1 0 0,-1 0 0,1 0 0,-1 0 0,1-1 0,-1 1 0,1 0 0,-1 0 0,1-1 0,-1 1 0,1 0 0,0-1 0,-1 1 0,1 0 0,0-1 0,-1 1 0,1-1 0,-21-17 0,1 0 0,0-2 0,-22-29 0,42 49 0,0 0 0,0-1 0,0 1 0,0 0 0,0 0 0,0-1 0,0 1 0,-1 0 0,1-1 0,0 1 0,0 0 0,0 0 0,-1-1 0,1 1 0,0 0 0,0 0 0,-1-1 0,1 1 0,0 0 0,-1 0 0,1 0 0,0 0 0,0 0 0,-1-1 0,1 1 0,0 0 0,-1 0 0,1 0 0,0 0 0,-1 0 0,1 0 0,0 0 0,-1 0 0,1 0 0,0 0 0,-1 0 0,1 0 0,0 0 0,-1 1 0,0 14 0,8 24 0,2-9 0,2 0 0,0-1 0,2 0 0,1-1 0,1-1 0,2 0 0,25 31 0,-41-57 5,-1 0-1,1 0 1,-1 0 0,1 0-1,0-1 1,-1 1-1,1 0 1,0 0-1,-1-1 1,1 1 0,0 0-1,0-1 1,0 1-1,0-1 1,0 1-1,0-1 1,0 0 0,0 1-1,0-1 1,0 0-1,0 1 1,0-1 0,0 0-1,1 0 1,-1-1-65,0 1 1,0-1 0,-1 0 0,1 0 0,0 1 0,-1-1-1,1 0 1,-1 0 0,1 0 0,-1 0 0,1 0-1,-1 0 1,0 0 0,1 0 0,-1 0 0,0 0-1,0 0 1,0 0 0,1 0 0,-1 0 0,0 0 0,-1 0-1,1 0 1,0-1 0,-1-19-6767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45.6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245 1 24575,'-6'39'0,"1"-14"0,-23 121 0,-67 205 0,91-338 0,0-2 0,1 1 0,-1-1 0,-1 0 0,0 0 0,-7 10 0,12-21 0,0 1 0,0-1 0,0 0 0,-1 1 0,1-1 0,0 0 0,0 1 0,-1-1 0,1 0 0,0 1 0,0-1 0,-1 0 0,1 0 0,0 1 0,-1-1 0,1 0 0,0 0 0,-1 0 0,1 1 0,-1-1 0,1 0 0,0 0 0,-1 0 0,1 0 0,-1 0 0,1 0 0,0 0 0,-1 0 0,1 0 0,-1 0 0,1 0 0,0 0 0,-1 0 0,1 0 0,-1-1 0,1 1 0,-11-15 0,-3-27 0,14 39 0,-36-166 0,36 156 0,6 13 0,11 21 0,66 104 0,-55-79 0,3-1 0,1-1 0,60 62 0,-87-101 0,0 0 0,0-1 0,0 0 0,1 0 0,-1-1 0,13 6 0,-16-8 0,0-1 0,0 1 0,0 0 0,0-1 0,0 0 0,0 1 0,0-1 0,0 0 0,0 0 0,0 0 0,0 0 0,0-1 0,0 1 0,0-1 0,0 1 0,0-1 0,0 1 0,0-1 0,0 0 0,0 0 0,-1 0 0,1 0 0,0 0 0,-1-1 0,4-2 0,5-7-170,-1-1-1,0 0 0,0-1 1,-1 0-1,-1 0 0,0-1 1,7-22-1,-7 14-6655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48.6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355 56 24575,'-35'-1'0,"17"0"0,1 1 0,-1 0 0,0 2 0,-20 3 0,33-4 0,1 1 0,-1-1 0,0 1 0,1 0 0,-1 0 0,1 0 0,0 1 0,-1 0 0,1-1 0,0 1 0,1 1 0,-1-1 0,1 1 0,-1-1 0,1 1 0,0 0 0,0 0 0,1 0 0,-4 8 0,1-3 0,1 2 0,-1 0 0,-1 0 0,1-1 0,-2 0 0,0 0 0,0 0 0,-13 12 0,16-18 0,0-1 0,0 1 0,1 0 0,-1 0 0,1 0 0,0 1 0,0-1 0,0 1 0,0 0 0,1-1 0,0 1 0,0 0 0,0 0 0,1 1 0,0-1 0,0 0 0,0 0 0,0 11 0,-7 110 0,-1 58 0,9-148 0,-1-4 0,2-1 0,5 33 0,-5-55 0,0 0 0,1-1 0,1 0 0,-1 1 0,2-1 0,-1 0 0,1 0 0,0-1 0,0 1 0,1-1 0,0 0 0,7 8 0,11 10 0,-17-18 0,0 0 0,0 0 0,0-1 0,1 0 0,0 0 0,0-1 0,0 0 0,1 0 0,0 0 0,13 5 0,18 0 0,0-2 0,1-1 0,41 1 0,-64-7 0,16 3 0,1-2 0,0-1 0,64-7 0,-89 4 0,-1-1 0,0 1 0,0-1 0,0-1 0,0 1 0,11-9 0,42-32 0,-49 34 0,-6 5 0,0-1 0,0 0 0,-1 0 0,0-1 0,-1 1 0,1-1 0,5-11 0,12-19 0,8 3 0,-24 29 0,-1-1 0,0 0 0,0 0 0,0 0 0,-1 0 0,0-1 0,0 1 0,4-12 0,-3 3 0,-2 0 0,1 0 0,-2 0 0,1-26 0,-4-64 0,-1 44 0,2 39 0,0 0 0,-4-39 0,2 52 0,0 0 0,0 0 0,-1 1 0,0-1 0,-1 1 0,0 0 0,-8-13 0,-29-46 0,11 17 0,-3 2 0,-44-53 0,73 97 0,0 0 0,0 1 0,0-1 0,0 1 0,-1 0 0,1 0 0,-1 1 0,1-1 0,-1 1 0,0 0 0,0 0 0,0 1 0,-1-1 0,1 1 0,0 0 0,0 1 0,-1-1 0,1 1 0,0 0 0,-1 0 0,-6 2 0,-1 0 0,1 1 0,0 1 0,0 0 0,0 1 0,0 0 0,1 0 0,-20 14 0,23-15 5,-1 1-1,0-2 0,1 1 0,-1-1 1,-14 3-1,-6 2-1395,18-4-5435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50.96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111 74 24575,'-3'0'0,"-1"0"0,1 0 0,-1 0 0,1 1 0,-1-1 0,1 1 0,-1 0 0,1 0 0,0 0 0,-1 0 0,1 1 0,0-1 0,0 1 0,0 0 0,0 0 0,0 0 0,-4 4 0,3 0 0,0-1 0,0 1 0,1 0 0,-1 0 0,1 1 0,1-1 0,-4 12 0,0 4 0,2 0 0,1 0 0,1 1 0,0-1 0,2 0 0,3 27 0,-2 7 0,0-40 0,0-1 0,1 0 0,1 0 0,0-1 0,1 1 0,1-1 0,9 21 0,-2-9 0,2-1 0,0-1 0,20 25 0,-22-37 0,0 0 0,0-1 0,1 0 0,1-1 0,27 16 0,-33-21 0,0 0 0,1 0 0,0 0 0,1-1 0,-1-1 0,1 1 0,-1-2 0,12 3 0,-17-4 0,1-1 0,0 1 0,0-1 0,-1 0 0,1 0 0,0 0 0,-1-1 0,1 0 0,0 0 0,-1 0 0,1 0 0,-1-1 0,1 0 0,-1 0 0,0 0 0,1 0 0,3-4 0,4-4 0,-1-1 0,0 0 0,0 0 0,-2-1 0,1-1 0,-1 0 0,-1 0 0,13-28 0,-6 3 0,-2-1 0,11-47 0,-22 75 0,9-28 0,-3 0 0,0-1 0,2-78 0,-10 107 0,0 0 0,-1 0 0,0 0 0,-1 1 0,0-1 0,-1 0 0,0 1 0,-6-13 0,6 17 0,1 0 0,-1 0 0,0 0 0,0 0 0,0 1 0,-1 0 0,0-1 0,0 1 0,-1 1 0,1-1 0,-1 1 0,0 0 0,0 0 0,0 0 0,-1 0 0,1 1 0,-1 0 0,0 0 0,0 1 0,0 0 0,0 0 0,-1 0 0,1 1 0,0-1 0,-1 2 0,-6-1 0,-41-2 0,-88 6 0,134-1 13,0 0 0,0 0-1,0 0 1,0 1 0,0 0-1,1 1 1,-10 5 0,-22 10-1480,27-15-5359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5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0 286 24575,'1'-8'0,"0"0"0,0 1 0,0 0 0,1-1 0,0 1 0,1 0 0,0 0 0,0 0 0,0 0 0,1 0 0,0 1 0,0 0 0,0 0 0,1 0 0,7-7 0,-6 7 0,0 0 0,0 0 0,1 1 0,0 0 0,0 0 0,0 1 0,1 0 0,0 0 0,-1 1 0,1 0 0,1 0 0,-1 1 0,12-2 0,18 2 0,0 1 0,0 2 0,40 7 0,29 1 0,-64-7 0,30 2 0,135-11 0,-158-2 0,0-2 0,0-3 0,53-22 0,23-7 0,-108 39 0,-1 2 0,1 0 0,0 0 0,0 2 0,0 0 0,-1 2 0,1 0 0,19 4 0,33 3 0,-43-5 0,0 1 0,0 1 0,47 18 0,-29-8 0,-41-15 0,1 1 0,-1-1 0,0 1 0,0 0 0,0 1 0,0-1 0,-1 1 0,1 0 0,-1-1 0,1 2 0,-1-1 0,0 0 0,0 1 0,0-1 0,-1 1 0,5 7 0,-2 3 0,0-1 0,0 1 0,-1-1 0,2 16 0,-2-10 0,2 10-119,0-9-89,-1 1 1,-1 0-1,-1 0 0,-2 0 1,0 30-1,-5-26-6618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5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0 518 24575,'1'2'0,"-1"0"0,1-1 0,-1 1 0,1 0 0,0-1 0,-1 1 0,1-1 0,0 1 0,0-1 0,0 1 0,0-1 0,1 0 0,-1 1 0,0-1 0,0 0 0,1 0 0,-1 0 0,1 0 0,1 1 0,31 14 0,-29-15 0,0 1 0,0-1 0,0 0 0,0-1 0,0 1 0,0-1 0,0 0 0,0 0 0,0-1 0,0 0 0,0 0 0,0 0 0,0 0 0,0-1 0,-1 1 0,1-1 0,8-5 0,-6 2 0,0 0 0,-1-1 0,1 0 0,-1 0 0,-1 0 0,1-1 0,-1 1 0,0-1 0,-1-1 0,5-7 0,-2-1 0,0 0 0,-1-1 0,-1 1 0,0-1 0,-1 0 0,-1 0 0,-1 0 0,0-1 0,-1 1 0,-1-1 0,-3-26 0,-1 16 0,-1 0 0,-2 1 0,0 0 0,-2 0 0,0 0 0,-21-36 0,30 62 0,-1-1 0,1 1 0,-1 0 0,1 0 0,-1-1 0,0 1 0,0 0 0,0 0 0,0 0 0,1 0 0,-2 0 0,1 0 0,0 0 0,0 1 0,-1-2 0,1 2 0,1 0 0,-1 0 0,1 0 0,0 0 0,-1 1 0,1-1 0,-1 0 0,1 0 0,0 0 0,-1 0 0,1 1 0,0-1 0,-1 0 0,1 0 0,0 1 0,-1-1 0,1 0 0,0 1 0,0-1 0,-1 0 0,1 1 0,0-1 0,0 0 0,0 1 0,-1-1 0,1 1 0,0-1 0,0 0 0,0 1 0,0 0 0,-2 7 0,0 0 0,1 0 0,0 13 0,0 12 0,2-1 0,2 1 0,0-1 0,2 0 0,2-1 0,1 1 0,1-1 0,2-1 0,15 33 0,-9-30 0,1-1 0,2 0 0,0-1 0,3-2 0,0 0 0,2-2 0,49 44 0,-62-61 0,0-1 0,0 0 0,1 0 0,0-1 0,1-1 0,0-1 0,20 8 0,-27-12 0,0-1 0,0 1 0,0-1 0,1 0 0,-1 0 0,0-1 0,0 0 0,1-1 0,-1 1 0,0-1 0,0-1 0,0 0 0,0 1 0,0-2 0,0 1 0,0-1 0,9-6 0,-7 3 0,-1 0 0,0 0 0,0-1 0,-1 0 0,0 0 0,0-1 0,-1 0 0,0 0 0,0 0 0,-1-1 0,5-10 0,-5 7 0,1-1 0,-2 1 0,0-1 0,0 0 0,-1 0 0,-1-1 0,1-25 0,-3 29 0,-1 1 0,0 0 0,-1-1 0,0 1 0,-1 0 0,0 0 0,0 0 0,-1 1 0,-8-16 0,-6-5 0,-29-35 0,43 59 0,-1-1 0,0 0 0,0 1 0,0 0 0,-1 0 0,0 1 0,0-1 0,0 1 0,-1 1 0,1-1 0,-9-3 0,9 5 0,1 1 0,0-1 0,-1 1 0,1-1 0,-1 2 0,1-1 0,-1 0 0,0 1 0,1 0 0,-1 1 0,1-1 0,-1 1 0,1 0 0,-8 2 0,11-1 0,-1 0 0,0-1 0,1 1 0,-1 0 0,1 0 0,-1 1 0,1-1 0,0 0 0,0 1 0,0-1 0,0 1 0,1 0 0,-1 0 0,1-1 0,-1 1 0,1 0 0,0 0 0,0 0 0,1 1 0,-1-1 0,0 0 0,1 6 0,-2 5 0,2 1 0,0-1 0,2 25 0,1-22 0,0 1 0,1-1 0,1 0 0,1-1 0,0 1 0,1-1 0,1 0 0,1-1 0,0 1 0,0-2 0,2 0 0,21 24 0,-25-31 0,0 0 0,1 0 0,-1-1 0,1 0 0,1 0 0,-1-1 0,1 0 0,0-1 0,0 0 0,1 0 0,-1-1 0,1 0 0,0 0 0,-1-1 0,1-1 0,0 0 0,0 0 0,1-1 0,-1 0 0,0 0 0,0-1 0,0-1 0,16-4 0,-7-2 0,0 0 0,-1-1 0,0 0 0,0-2 0,-1 0 0,-1-1 0,0-1 0,-1 0 0,0-1 0,-1-1 0,0 0 0,-2-1 0,0 0 0,0-1 0,11-24 0,-19 31 0,0-1 0,-1 1 0,0-1 0,-1 0 0,0 0 0,0 0 0,-1 0 0,-1-1 0,0 1 0,-1 0 0,0 0 0,0 0 0,-1 0 0,-1 0 0,0 0 0,-6-14 0,9 23 0,-1 0 0,0 0 0,0 0 0,-1 0 0,1 0 0,0 0 0,-1 0 0,1 1 0,-1-1 0,1 0 0,-1 1 0,0-1 0,0 1 0,1 0 0,-1 0 0,0-1 0,0 1 0,0 0 0,-1 1 0,1-1 0,0 0 0,0 1 0,0-1 0,-1 1 0,1 0 0,0-1 0,0 1 0,-1 0 0,1 0 0,0 1 0,0-1 0,-1 0 0,-2 2 0,-3 0 0,1 0 0,-1 0 0,1 1 0,-1 0 0,1 1 0,0 0 0,1 0 0,-10 7 0,8-5 0,1 1 0,0 0 0,1 1 0,0-1 0,0 1 0,1 1 0,0-1 0,0 1 0,1-1 0,0 1 0,0 1 0,-3 11 0,3-4 0,1-1 0,1 1 0,0 0 0,1-1 0,0 1 0,4 24 0,-2-34 0,0 0 0,0-1 0,1 1 0,0-1 0,0 0 0,0 1 0,1-1 0,0 0 0,0 0 0,1-1 0,-1 1 0,1-1 0,1 0 0,-1 1 0,1-2 0,0 1 0,10 7 0,-7-7 0,0 0 0,0 0 0,1-1 0,0 0 0,-1-1 0,2 0 0,-1-1 0,0 1 0,0-2 0,1 1 0,-1-1 0,11 0 0,-14-2 0,0 1 0,0-1 0,0 0 0,-1 0 0,1-1 0,0 1 0,0-1 0,-1 0 0,0-1 0,1 0 0,-1 1 0,0-2 0,0 1 0,0-1 0,-1 1 0,1-1 0,-1 0 0,0-1 0,0 1 0,0-1 0,-1 0 0,0 0 0,0 0 0,3-7 0,0 0 0,-1-1 0,0 0 0,-1 0 0,-1 0 0,0 0 0,0-1 0,-1 1 0,-1-1 0,-1-21 0,-5 13 0,0 13 0,6 13 0,0 0 0,0 1 0,0-1 0,0 0 0,1 1 0,0-1 0,-1 0 0,2 0 0,-1 0 0,4 5 0,31 36 0,-26-33 0,0-2 0,0 1 0,1-1 0,16 10 0,-22-16 0,1-1 0,-1 1 0,0-1 0,1 0 0,0-1 0,0 1 0,-1-1 0,1-1 0,1 1 0,-1-1 0,9 0 0,-13-1 0,1-1 0,-1 0 0,0 1 0,1-1 0,-1 0 0,0 0 0,0-1 0,1 1 0,-1-1 0,0 0 0,-1 1 0,1-1 0,0-1 0,0 1 0,-1 0 0,1-1 0,-1 1 0,0-1 0,0 1 0,0-1 0,0 0 0,0 0 0,-1 0 0,1 0 0,-1-1 0,0 1 0,1-4 0,1-3 0,-1 0 0,0 0 0,0 1 0,-1-1 0,0 0 0,-1 0 0,0 0 0,-2-13 0,-3-3 0,-1 1 0,-2 0 0,0 0 0,-2 0 0,0 1 0,-2 1 0,0 0 0,-18-24 0,26 40 0,-1 1 0,0 0 0,-1 0 0,1 0 0,-1 0 0,0 1 0,-1 0 0,1 0 0,-1 0 0,0 1 0,0 0 0,0 1 0,-1 0 0,1 0 0,-1 0 0,0 1 0,0 0 0,-11-1 0,17 3 0,0 0 0,-1 0 0,1 0 0,0 0 0,0 1 0,0-1 0,0 1 0,0 0 0,0-1 0,0 1 0,0 0 0,0 0 0,0 0 0,0 1 0,0-1 0,1 0 0,-1 1 0,0-1 0,-1 3 0,1-1 0,0 0 0,0 0 0,0 1 0,0-1 0,1 1 0,-1-1 0,1 1 0,0 0 0,0 0 0,-1 5 0,2-2 0,-1 0 0,1 0 0,0 0 0,0 0 0,1 0 0,0 0 0,0 0 0,1 0 0,0 0 0,0 0 0,6 12 0,-5-15 0,0 1 0,0-1 0,1 0 0,-1 1 0,1-2 0,0 1 0,0 0 0,1-1 0,-1 0 0,1 0 0,7 4 0,3-1 0,0 0 0,25 6 0,-29-9 0,1 0 0,0 1 0,0 0 0,-1 1 0,0 0 0,13 9 0,-13-4 0,0 0 0,0 0 0,-1 1 0,0 1 0,7 11 0,9 11 0,-24-31 0,0-1 0,1 0 0,-1 0 0,0 0 0,1 0 0,-1 0 0,1 0 0,-1-1 0,1 1 0,0-1 0,0 1 0,-1-1 0,1 0 0,0 0 0,4 0 0,-5-1 0,-1 0 0,1 0 0,-1 0 0,1 0 0,-1-1 0,1 1 0,-1 0 0,1-1 0,-1 1 0,1-1 0,-1 0 0,1 1 0,-1-1 0,0 0 0,1 0 0,-1 0 0,0 0 0,0 0 0,0 0 0,1 0 0,-1 0 0,-1-1 0,1 1 0,0 0 0,0-1 0,0 1 0,-1 0 0,1-1 0,0 1 0,-1-1 0,1-2 0,2-8-341,0-1 0,-1 0-1,1-17 1,-1-6-6485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57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0 543 24575,'22'24'0,"-2"1"0,-1 1 0,25 43 0,-7-11 0,8 10 0,54 83 0,-90-138 0,-3-11 0,-6-4 0,1 0 0,-1-1 0,1 1 0,-1 0 0,0 0 0,0 0 0,0 0 0,0 0 0,0 0 0,-1-3 0,-10-74 0,-31-108 0,-6-46 0,47 231 0,1 1 0,0 0 0,0 0 0,0 0 0,-1 0 0,1 0 0,0-1 0,0 1 0,1 0 0,-1 0 0,0 0 0,0 0 0,0 0 0,1-1 0,-1 1 0,1-1 0,0 2 0,0 0 0,0 0 0,-1 0 0,1 0 0,0 0 0,0 0 0,0 1 0,-1-1 0,1 0 0,0 0 0,0 1 0,-1-1 0,1 0 0,0 1 0,-1-1 0,1 1 0,0-1 0,-1 1 0,1-1 0,-1 1 0,1-1 0,-1 1 0,2 1 0,27 28 0,-1 1 0,35 50 0,-4-4 0,-45-60 0,4 7 0,2-1 0,0-1 0,2-1 0,33 26 0,-49-42 0,0-1 0,1 0 0,-1 0 0,1-1 0,0 0 0,0 0 0,0-1 0,0 0 0,0 0 0,0 0 0,1-1 0,-1 0 0,1-1 0,-1 1 0,1-1 0,-1-1 0,0 0 0,1 0 0,-1 0 0,1-1 0,-1 0 0,0 0 0,9-5 0,-3 0 0,-1 0 0,0 0 0,-1-2 0,0 1 0,0-1 0,-1-1 0,0 0 0,0-1 0,-1 0 0,-1 0 0,0-1 0,0 0 0,8-18 0,-10 18 0,-1 0 0,0-1 0,-1 0 0,0 1 0,-1-2 0,-1 1 0,0 0 0,0 0 0,-2-1 0,1 1 0,-2-1 0,0 1 0,0 0 0,-5-19 0,5 29 0,0 1 0,0-1 0,0 1 0,0-1 0,0 1 0,0 0 0,-1-1 0,1 1 0,-1 0 0,1 0 0,-1 0 0,0 0 0,0 0 0,0 0 0,0 1 0,0-1 0,0 1 0,0-1 0,-1 1 0,1 0 0,-1 0 0,1 0 0,-1 0 0,1 0 0,-1 1 0,1-1 0,-1 1 0,1 0 0,-1-1 0,0 1 0,1 0 0,-1 1 0,0-1 0,1 0 0,-1 1 0,1-1 0,-1 1 0,1 0 0,-1 0 0,1 0 0,-1 0 0,-3 3 0,2-1 0,1 0 0,0 0 0,0 0 0,0 0 0,0 0 0,0 1 0,1-1 0,0 1 0,-1 0 0,1 0 0,1 0 0,-1 0 0,0 0 0,1 0 0,0 0 0,-1 5 0,0 6 0,0 0 0,0 0 0,2 21 0,1-19 0,0 0 0,2 1 0,0-1 0,0 0 0,2 0 0,13 32 0,-16-43 0,1 1 0,0-1 0,1 0 0,0 0 0,0 0 0,0 0 0,0-1 0,1 1 0,0-1 0,0 0 0,1-1 0,-1 1 0,1-1 0,0 0 0,0-1 0,1 1 0,-1-1 0,1 0 0,12 3 0,-16-5 0,0-1 0,0 1 0,0-1 0,0 0 0,0 0 0,0 0 0,0-1 0,0 1 0,0-1 0,0 1 0,0-1 0,0 0 0,-1 0 0,1 0 0,0-1 0,0 1 0,-1-1 0,1 1 0,-1-1 0,1 0 0,-1 0 0,0 0 0,0 0 0,0 0 0,0-1 0,0 1 0,0-1 0,-1 1 0,1-1 0,-1 1 0,2-5 0,1-2 0,-1 0 0,0 0 0,-1-1 0,0 1 0,0 0 0,-1-1 0,0 1 0,-2-18 0,-6-39 0,6 61 0,0-1 0,-1 1 0,1 0 0,-1 0 0,0 0 0,0 1 0,0-1 0,-1 0 0,0 1 0,-3-5 0,6 9 0,0 0 0,0 0 0,0 0 0,-1 0 0,1 0 0,0 0 0,0 0 0,0 0 0,0 0 0,0 0 0,0-1 0,-1 1 0,1 0 0,0 0 0,0 0 0,0 0 0,0 0 0,-1 0 0,1 0 0,0 1 0,0-1 0,0 0 0,0 0 0,0 0 0,-1 0 0,1 0 0,0 0 0,0 0 0,0 0 0,0 0 0,0 0 0,0 0 0,0 0 0,-1 1 0,1-1 0,0 0 0,0 0 0,0 0 0,0 0 0,0 0 0,0 0 0,0 1 0,0-1 0,0 0 0,0 0 0,0 0 0,0 0 0,0 0 0,0 1 0,0-1 0,0 0 0,0 0 0,0 0 0,0 0 0,0 0 0,0 1 0,0-1 0,0 0 0,0 0 0,0 0 0,0 0 0,0 0 0,0 1 0,0-1 0,0 0 0,0 0 0,1 0 0,0 14 0,3 2 0,1 0 0,1 0 0,1-1 0,0 0 0,11 16 0,50 67 0,-66-97 0,3 7 0,1-1 0,0 0 0,1 0 0,8 7 0,-13-13 0,-1 0 0,0 0 0,1 0 0,-1 0 0,0 0 0,1-1 0,-1 1 0,1 0 0,0-1 0,-1 1 0,1-1 0,-1 0 0,1 1 0,0-1 0,-1 0 0,1 0 0,0 0 0,-1 0 0,1 0 0,0 0 0,-1-1 0,1 1 0,-1-1 0,1 1 0,0-1 0,-1 1 0,1-1 0,-1 0 0,0 0 0,3-1 0,2-4 0,-1 1 0,-1-1 0,1 0 0,-1 0 0,0 0 0,0 0 0,-1-1 0,0 1 0,0-1 0,0 0 0,2-11 0,3-13 0,4-39 0,-8 36 0,-1-1 0,-2 1 0,-1-1 0,-2 0 0,-1 1 0,-2 0 0,-1 0 0,-2 0 0,-1 0 0,-2 2 0,-1-1 0,-32-61 0,-27-40 0,67 126 0,6 15 0,10 20 0,52 114 0,6-4 0,113 165 0,-177-293 0,11 17 0,2-1 0,0 0 0,1-2 0,34 31 0,-54-53 0,1-1 0,-1 1 0,1 0 0,0-1 0,-1 1 0,1-1 0,0 1 0,0-1 0,-1 0 0,1 1 0,0-1 0,0 0 0,0 0 0,0 1 0,-1-1 0,1 0 0,0 0 0,0 0 0,0 0 0,0 0 0,-1 0 0,1 0 0,0 0 0,1-1 0,-1 1 0,0-1 0,0 0 0,-1 1 0,1-1 0,0 0 0,-1 0 0,1 1 0,-1-1 0,1 0 0,-1 0 0,0 0 0,1 0 0,-1 0 0,0 0 0,1 0 0,-1 0 0,0-1 0,1-8 0,0 1 0,-1-1 0,-2-13 0,2 21 0,-8-60 0,-24-91 0,-4-20 0,35 167 0,0 0 0,1-1 0,0 1 0,0 0 0,0-1 0,1 1 0,-1 0 0,2 0 0,-1-1 0,3-6 0,-3 11 0,0 0 0,1 0 0,-1 0 0,0 0 0,1 0 0,-1 0 0,1 0 0,0 0 0,0 1 0,0-1 0,0 1 0,0-1 0,0 1 0,0 0 0,0 0 0,0 0 0,1 0 0,-1 0 0,0 0 0,1 1 0,-1-1 0,1 1 0,-1 0 0,1-1 0,-1 1 0,0 0 0,1 0 0,3 1 0,0 0 0,0 0 0,0 0 0,0 0 0,0 0 0,0 1 0,-1 0 0,1 1 0,-1-1 0,1 1 0,-1 0 0,0 0 0,0 1 0,5 3 0,-3 0 0,-1-1 0,0 1 0,0 0 0,0 0 0,-1 1 0,0 0 0,7 16 0,-5-6 0,-1 1 0,0-1 0,-2 1 0,0 0 0,-1 0 0,-1 1 0,0 31 0,-8 35 0,4-76 0,0 1 0,0-1 0,-1 0 0,0 0 0,0 0 0,-6 10 0,8-19 0,0 1 0,0-1 0,0 1 0,0-1 0,0 1 0,0-1 0,0 1 0,0-1 0,0 0 0,-1 0 0,1 0 0,0 0 0,-1 0 0,1 0 0,-1 0 0,0 0 0,1 0 0,-1-1 0,1 1 0,-1-1 0,0 1 0,0-1 0,1 1 0,-1-1 0,0 0 0,0 0 0,1 0 0,-1 0 0,0 0 0,0-1 0,1 1 0,-1 0 0,0-1 0,1 1 0,-1-1 0,0 0 0,1 0 0,-1 1 0,1-1 0,-1 0 0,1 0 0,-1 0 0,-1-2 0,-3-3 0,0 1 0,0-1 0,0 0 0,1 0 0,0-1 0,0 1 0,0-1 0,-3-9 0,-7-21-1365,4 1-5461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58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24575,'0'0'0,"0"0"0,0 0 0,0-1 0,0 1 0,0 0 0,0 0 0,0 0 0,0 0 0,0-1 0,0 1 0,0 0 0,0 0 0,0 0 0,0 0 0,0-1 0,0 1 0,0 0 0,0 0 0,0 0 0,0 0 0,0-1 0,0 1 0,1 0 0,-1 0 0,0 0 0,0 0 0,0 0 0,0 0 0,0-1 0,0 1 0,1 0 0,-1 0 0,0 0 0,0 0 0,0 0 0,0 0 0,0 0 0,1 0 0,-1 0 0,0 0 0,0 0 0,0 0 0,1 0 0,7 5 0,8 13 0,11 21 0,35 68 0,-22-34 0,-9-19 0,124 204 0,-106-185 0,81 95 0,-124-162 0,0 1 0,0-1 0,1 0 0,0-1 0,0 0 0,0 0 0,1 0 0,0-1 0,9 4 0,-11-6 0,-1 0 0,1 0 0,0-1 0,0 0 0,0 0 0,0-1 0,-1 0 0,1 0 0,0 0 0,0-1 0,0 1 0,0-2 0,0 1 0,8-4 0,-5 2 0,0-1 0,-1 0 0,1 0 0,-1-1 0,0-1 0,0 1 0,-1-1 0,0 0 0,0-1 0,10-11 0,-9 8 0,-1-1 0,0-1 0,-1 1 0,0-1 0,0 0 0,7-24 0,-6 5 0,-1 0 0,-1-1 0,-2 0 0,-1 0 0,-3-48 0,0 51 0,-11-52 0,10 70 0,-1-1 0,0 0 0,-1 1 0,-1 0 0,0 0 0,-11-20 0,15 31 0,1 0 0,0-1 0,0 1 0,0-1 0,-1 1 0,1 0 0,0-1 0,0 1 0,-1 0 0,1-1 0,0 1 0,-1 0 0,1 0 0,0-1 0,-1 1 0,1 0 0,0 0 0,-1 0 0,1-1 0,-1 1 0,1 0 0,0 0 0,-1 0 0,1 0 0,-1 0 0,1 0 0,0 0 0,-1 0 0,0 0 0,-6 10 0,2 22 0,3-8 0,2 0 0,0 0 0,2 1 0,1-1 0,1 0 0,0 0 0,15 41 0,-11-45 0,0-1 0,1 1 0,1-1 0,0-1 0,2 0 0,0 0 0,1-1 0,0-1 0,19 18 0,-26-29 0,0 0 0,1 0 0,-1 0 0,1-1 0,0 0 0,0 0 0,1-1 0,-1 1 0,1-2 0,-1 1 0,1-1 0,0 0 0,10 1 0,-11-3 0,-1 0 0,1-1 0,-1 1 0,0-1 0,1 0 0,-1-1 0,0 1 0,0-1 0,0-1 0,0 1 0,0-1 0,0 0 0,-1 0 0,1 0 0,-1-1 0,0 0 0,5-5 0,2-2 15,-1-2 0,0 1 0,-1-2 0,0 1 0,-1-1 0,0-1 0,10-25 0,-9 16-312,-2 0 0,0-1 0,-2 0 0,4-32 0,-6 22-6529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6:59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16 24575,'0'0'0,"-1"-1"0,1 0 0,0 0 0,-1 1 0,1-1 0,-1 0 0,1 1 0,-1-1 0,1 0 0,-1 1 0,1-1 0,-1 1 0,1-1 0,-1 1 0,0-1 0,1 1 0,-1-1 0,0 1 0,1 0 0,-1-1 0,0 1 0,0 0 0,0 0 0,1-1 0,-1 1 0,0 0 0,0 0 0,-1 0 0,-27-2 0,28 2 0,-10 0 0,0 1 0,1 1 0,-1 0 0,1 0 0,0 1 0,0 0 0,0 1 0,0 0 0,1 1 0,-1 0 0,1 0 0,0 1 0,-13 11 0,17-13 0,0 0 0,1 0 0,0 0 0,0 0 0,0 1 0,1 0 0,-1 0 0,1 0 0,0 0 0,1 0 0,-1 0 0,1 1 0,0-1 0,0 1 0,1 0 0,0 0 0,0 0 0,0-1 0,0 1 0,1 0 0,0 0 0,1 0 0,-1 0 0,1 0 0,0 0 0,2 7 0,-1-9 0,0 0 0,1 0 0,-1 0 0,1 0 0,-1 0 0,1-1 0,0 1 0,1-1 0,-1 0 0,0 0 0,1 0 0,0 0 0,0 0 0,0-1 0,8 4 0,6 2 0,1-1 0,26 7 0,-26-8 0,94 25 0,-111-30 0,0-1 0,0 1 0,0-1 0,0 1 0,0 0 0,-1-1 0,1 1 0,0 0 0,-1 0 0,1 0 0,0 1 0,-1-1 0,1 0 0,-1 1 0,0-1 0,1 1 0,-1-1 0,0 1 0,0-1 0,0 1 0,0 0 0,0 0 0,-1-1 0,1 1 0,0 0 0,-1 0 0,1 0 0,-1 0 0,0 0 0,0 0 0,0 0 0,0 0 0,0 0 0,0 0 0,0 0 0,0 0 0,-1-1 0,1 1 0,-2 2 0,0 3 0,0-1 0,0 0 0,-1 0 0,0 0 0,0 0 0,-1-1 0,0 1 0,0-1 0,0 0 0,-7 7 0,8-9-62,0-1 0,-1 1 0,1-1 0,0 1 0,-1-1 0,0 0 0,1 0 0,-1-1 0,0 1 0,0-1 0,0 0 0,0 0-1,0 0 1,0-1 0,0 1 0,0-1 0,0 0 0,-1 0 0,1 0 0,0-1 0,-4 0 0,-12-7-6764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23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0 24575,'0'2'0,"0"0"0,0 1 0,1-1 0,-1 0 0,1 0 0,-1 0 0,1 0 0,0 0 0,0 0 0,-1 0 0,3 2 0,3 8 0,150 412 0,-97-246 0,156 392 0,-203-540 0,-5-13 0,-5-13 0,0 1 0,0-1 0,0 1 0,0-1 0,-1 1 0,0 0 0,0 0 0,0 0 0,-1 8 0,0-13 0,0 1 0,0-1 0,0 1 0,0 0 0,-1-1 0,1 1 0,0-1 0,0 1 0,-1-1 0,1 1 0,0-1 0,-1 1 0,1-1 0,-1 1 0,1-1 0,-1 0 0,1 1 0,-1-1 0,1 1 0,-1-1 0,1 0 0,-1 0 0,1 1 0,-1-1 0,0 0 0,1 0 0,-1 0 0,1 0 0,-1 0 0,0 0 0,1 0 0,-2 0 0,-11 0 0,-1-2 0,1 0 0,-1-1 0,1 0 0,0 0 0,-21-11 0,-46-19 0,2-4 0,2-3 0,1-4 0,-105-81 0,166 117 0,27 27 0,370 406 0,-331-376 0,2-1 0,3-3 0,1-3 0,2-2 0,1-3 0,70 31 0,-105-57 0,0-1 0,0-1 0,1-1 0,0-1 0,42 4 0,-59-10 0,-1 0 0,0-1 0,0 0 0,1 0 0,-1-1 0,0-1 0,0 1 0,0-2 0,0 1 0,0-1 0,-1 0 0,1-1 0,-1 0 0,0 0 0,0-1 0,0 0 0,-1-1 0,1 0 0,-1 0 0,8-9 0,-3 0 0,-1-1 0,-1 0 0,0-1 0,-2 0 0,0 0 0,0-1 0,-2 0 0,0 0 0,6-36 0,-5 3 0,-1-1 0,-3-72 0,-3 97-682,-6-42-1,0 40-6143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24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0 482 24575,'5'0'0,"0"0"0,1 0 0,-1 1 0,0 0 0,0 0 0,0 1 0,0-1 0,0 1 0,-1 0 0,1 1 0,-1-1 0,1 1 0,-1 0 0,0 0 0,1 0 0,3 4 0,84 68 0,111 118 0,66 110 0,-247-277 0,83 104 0,-81-98 0,38 69 0,-61-100 0,0 0 0,-1-1 0,1 1 0,0 0 0,-1 0 0,1 0 0,-1 0 0,0 0 0,1 0 0,-1 0 0,0 0 0,1 0 0,-1 0 0,0 0 0,0 0 0,0 0 0,0 0 0,0 0 0,0 2 0,-2-4 0,0 0 0,0 0 0,1 0 0,-1 0 0,1 0 0,-1-1 0,1 1 0,-1 0 0,1-1 0,0 1 0,-2-3 0,-141-189 0,85 109 0,-58-76 0,-139-201 0,216 301 0,-32-70 0,59 104 0,1-1 0,2 0 0,1-1 0,1 0 0,-7-44 0,14 62 0,0 0 0,0-1 0,1 1 0,1 0 0,-1 0 0,2 0 0,-1 0 0,1 0 0,4-10 0,-4 15 0,0 1 0,0 0 0,0 0 0,1 0 0,-1 0 0,1 0 0,0 1 0,0-1 0,0 1 0,1 0 0,-1 0 0,1 0 0,0 0 0,-1 0 0,1 1 0,0 0 0,1 0 0,-1 0 0,0 0 0,1 1 0,-1 0 0,6-2 0,4 2 0,0-1 0,0 2 0,0-1 0,1 2 0,-1 0 0,0 1 0,0 0 0,21 7 0,4 3 0,64 30 0,-65-24 0,64 40 0,-86-47 0,-1 0 0,0 1 0,-1 1 0,0 0 0,-1 1 0,16 21 0,-25-29 0,0 1 0,0-1 0,-1 1 0,0 0 0,0 0 0,0 0 0,-1 0 0,0 0 0,-1 1 0,1-1 0,-1 0 0,-1 1 0,0 12 0,-1-9 0,-1 0 0,0 0 0,-1-1 0,0 1 0,0 0 0,-1-1 0,-1 0 0,-9 16 0,-5 4 0,-2 0 0,-1-2 0,-2 0 0,0-1 0,-2-2 0,0 0 0,-2-2 0,-1-1 0,-51 29 0,80-51 0,-9 5 0,1 0 0,-1-1 0,0 0 0,-15 4 0,22-7 0,0-1 0,0 1 0,0-1 0,-1 0 0,1 0 0,0 0 0,0 0 0,-1 0 0,1 0 0,0-1 0,0 1 0,0-1 0,-1 1 0,1-1 0,0 0 0,0 0 0,0 0 0,0 0 0,0 0 0,0-1 0,1 1 0,-1 0 0,0-1 0,-2-3 0,1 1-105,0-1 0,0 1 0,0-1 0,1 0 0,0 0 0,0 0 0,0 0 0,1-1 0,-1 1 0,1 0 0,0-1 0,0-8 0,2-23-6721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28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3447 24575,'0'0'0,"1"0"0,-1 0 0,0 0 0,0 0 0,0 0 0,0 0 0,0 0 0,0 0 0,0 0 0,0 0 0,0 0 0,0 0 0,0 0 0,1 0 0,-1 0 0,0 0 0,0 0 0,0 0 0,0 0 0,0 0 0,0 0 0,0 0 0,0 0 0,0 0 0,0 0 0,0 0 0,1 0 0,-1 0 0,0 0 0,0 0 0,0 0 0,0 0 0,0 0 0,0-1 0,0 1 0,0 0 0,0 0 0,0 0 0,0 0 0,0 0 0,0 0 0,0 0 0,0 0 0,0 0 0,0 0 0,0 0 0,0-1 0,0 1 0,0 0 0,0 0 0,0 0 0,0 0 0,0 0 0,0 0 0,0 0 0,0 0 0,0 0 0,0 0 0,0 0 0,0-1 0,0 1 0,-6-6 0,-10-6 0,14 10 0,-1 0 0,0 1 0,0-1 0,0 1 0,1-1 0,-1 1 0,-1 0 0,1 0 0,0 0 0,0 1 0,0-1 0,0 1 0,-1 0 0,1 0 0,0 0 0,0 0 0,-1 0 0,1 1 0,0-1 0,0 1 0,0 0 0,0 0 0,0 0 0,0 1 0,0-1 0,0 1 0,0-1 0,1 1 0,-1 0 0,0 0 0,-3 4 0,-2 2 0,1 1 0,0-1 0,0 1 0,1 0 0,1 1 0,-1-1 0,1 1 0,1 1 0,0-1 0,1 0 0,-1 1 0,2 0 0,0 0 0,0 0 0,1 0 0,0 21 0,1-26 0,0 0 0,1 0 0,0 0 0,0 0 0,0 0 0,1 0 0,-1-1 0,1 1 0,1 0 0,-1-1 0,1 1 0,0-1 0,0 0 0,1 0 0,0 0 0,-1 0 0,2-1 0,-1 1 0,0-1 0,1 0 0,0-1 0,0 1 0,0-1 0,0 0 0,1 0 0,-1 0 0,1-1 0,-1 0 0,1 0 0,0-1 0,11 3 0,-11-3 0,-1-1 0,1 1 0,0-1 0,-1 0 0,1 0 0,0-1 0,-1 0 0,1 0 0,0 0 0,-1 0 0,0-1 0,1 0 0,-1 0 0,0-1 0,6-3 0,-6 3 0,0-1 0,0-1 0,-1 1 0,1-1 0,-1 0 0,0 0 0,0 0 0,-1 0 0,1-1 0,-1 1 0,0-1 0,-1 0 0,3-8 0,0-7 0,-4 16 0,1-1 0,-1 1 0,1 0 0,0 0 0,4-8 0,-5 12 0,0-1 0,-1 1 0,1 0 0,0 0 0,0 0 0,0 0 0,0 0 0,1 1 0,-1-1 0,0 0 0,0 0 0,0 1 0,1-1 0,-1 1 0,0-1 0,1 1 0,-1-1 0,0 1 0,1 0 0,-1 0 0,0-1 0,1 1 0,-1 0 0,1 0 0,-1 1 0,3-1 0,45 10 0,-34-6 0,1-1 0,1-1 0,-1 0 0,0-1 0,26-1 0,-40 0 0,0 0 0,0-1 0,0 1 0,0-1 0,1 0 0,-1 1 0,0-1 0,0 0 0,0 0 0,-1 0 0,1 0 0,0-1 0,0 1 0,0-1 0,-1 1 0,1-1 0,-1 1 0,1-1 0,0-2 0,0 1 0,-1 0 0,1 0 0,-1 0 0,0 0 0,0-1 0,0 1 0,-1 0 0,1-1 0,-1 1 0,0-1 0,0-3 0,-1-5 0,0 0 0,-1 0 0,-1 1 0,0-1 0,-8-19 0,-3 0 0,9 23 0,1-1 0,0 0 0,-3-14 0,9 19 0,7 10 0,34 33 0,56 68 0,-36-37 0,20 18 0,59 65 0,-122-127 0,-20-26 0,0 0 0,0 0 0,0 0 0,0 0 0,0 0 0,0 0 0,0 0 0,0 0 0,0 0 0,-1 0 0,1 0 0,0 0 0,0 0 0,0 0 0,0 0 0,0 0 0,0 0 0,0 0 0,0 0 0,0 0 0,0 0 0,0 0 0,-1 0 0,1 0 0,0 1 0,0-1 0,0 0 0,0 0 0,0 0 0,0 0 0,0 0 0,0 0 0,0 0 0,0 0 0,0 0 0,0 0 0,-38-37 0,-7-13 0,3-2 0,2-2 0,3-2 0,-38-76 0,75 132 0,-5-8 0,1-1 0,1 0 0,-1 1 0,2-1 0,-3-12 0,4 19 0,1 0 0,0 0 0,0 0 0,0 0 0,0 0 0,0 0 0,1 0 0,-1 0 0,0 0 0,1 0 0,0 0 0,-1 1 0,1-1 0,0 0 0,0 0 0,0 1 0,0-1 0,0 0 0,1 1 0,-1-1 0,0 1 0,1-1 0,-1 1 0,1 0 0,-1 0 0,1 0 0,0 0 0,-1 0 0,1 0 0,2-1 0,11-3 0,0 0 0,1 1 0,-1 0 0,22-1 0,9-3 0,2-1 0,-13 3 0,-1-1 0,-1-2 0,44-17 0,-75 26 0,0-1 0,0 1 0,-1-1 0,1 0 0,0 0 0,-1 0 0,1 0 0,-1 0 0,1 0 0,-1 0 0,1-1 0,-1 1 0,0-1 0,0 1 0,0-1 0,0 1 0,0-1 0,0 1 0,0-1 0,0 0 0,-1 1 0,1-3 0,-1 2 0,0 1 0,0-1 0,-1 0 0,1 1 0,-1-1 0,1 1 0,-1-1 0,0 1 0,0-1 0,0 1 0,0 0 0,0-1 0,0 1 0,0 0 0,0 0 0,0 0 0,0 0 0,-1 0 0,1 0 0,0 0 0,-1 0 0,1 0 0,-4-1 0,3 1 0,-1-1 0,0 0 0,0 1 0,-1 0 0,1 0 0,0 0 0,0 0 0,-1 0 0,1 1 0,0 0 0,-1-1 0,1 1 0,0 0 0,-6 1 0,6 0 0,0 0 0,1 0 0,-1 0 0,0 1 0,1-1 0,0 0 0,-1 1 0,1 0 0,0-1 0,0 1 0,0 0 0,0 0 0,0 0 0,0 1 0,1-1 0,-1 0 0,1 1 0,-2 2 0,-4 10 0,0 1 0,2-1 0,-1 1 0,2 0 0,1 0 0,-3 24 0,3-13 0,2-1 0,1 1 0,4 33 0,-2-50 0,-1 0 0,2 0 0,-1 0 0,1 0 0,8 16 0,-11-24 0,1 0 0,0 0 0,0 0 0,0 0 0,1-1 0,-1 1 0,0 0 0,1 0 0,-1-1 0,1 1 0,0-1 0,-1 1 0,1-1 0,0 0 0,0 1 0,0-1 0,0 0 0,0 0 0,0-1 0,0 1 0,0 0 0,0-1 0,0 1 0,1-1 0,-1 0 0,0 1 0,0-1 0,1 0 0,-1 0 0,0-1 0,0 1 0,3-1 0,-1-1 0,0 0 0,-1 0 0,1 0 0,-1 0 0,0 0 0,1-1 0,-1 1 0,0-1 0,-1 0 0,1 0 0,0 0 0,-1-1 0,0 1 0,1-1 0,-1 1 0,-1-1 0,3-5 0,2-6 0,-1 0 0,0-1 0,3-17 0,-2-16 0,3-15 0,-8 58 0,0 0 0,1 1 0,0-1 0,0 0 0,0 1 0,1-1 0,5-7 0,-8 12 0,1 0 0,0 1 0,-1-1 0,1 0 0,0 0 0,0 1 0,-1-1 0,1 1 0,0-1 0,0 1 0,0-1 0,0 1 0,0 0 0,0-1 0,0 1 0,0 0 0,0 0 0,0-1 0,0 1 0,0 0 0,0 0 0,0 0 0,0 0 0,0 1 0,0-1 0,0 0 0,-1 0 0,1 1 0,0-1 0,0 0 0,0 1 0,1 0 0,4 2 0,0 1 0,0-1 0,10 10 0,-1-2 0,-14-10 0,1 0 0,-1 0 0,0 0 0,1 0 0,-1 0 0,0-1 0,1 1 0,-1-1 0,1 1 0,0-1 0,-1 0 0,1 1 0,-1-1 0,1 0 0,-1 0 0,1 0 0,0 0 0,-1 0 0,1-1 0,-1 1 0,1 0 0,-1-1 0,1 1 0,1-1 0,-1-1 0,0 0 0,0 1 0,-1-1 0,1 0 0,0 0 0,-1 0 0,1 0 0,-1 0 0,0 0 0,0 0 0,0 0 0,0-1 0,2-4 0,0-8 0,0-1 0,0 1 0,0-30 0,-3 40 0,0-24 0,-1 23 0,1-1 0,0 1 0,0-1 0,0 1 0,1-1 0,0 1 0,3-9 0,-4 15 0,0-1 0,0 1 0,0 0 0,1-1 0,-1 1 0,0 0 0,0-1 0,0 1 0,1 0 0,-1-1 0,0 1 0,1 0 0,-1 0 0,0-1 0,1 1 0,-1 0 0,0 0 0,1 0 0,-1 0 0,0-1 0,1 1 0,-1 0 0,0 0 0,1 0 0,-1 0 0,1 0 0,-1 0 0,0 0 0,1 0 0,-1 0 0,0 0 0,1 0 0,-1 0 0,1 0 0,-1 0 0,0 0 0,1 0 0,-1 1 0,0-1 0,1 0 0,-1 0 0,1 1 0,16 12 0,-15-11 0,56 52 0,54 45 0,-111-98 0,0 0 0,0-1 0,0 1 0,0 0 0,0-1 0,0 1 0,0-1 0,0 1 0,0-1 0,0 1 0,0-1 0,0 0 0,0 1 0,0-1 0,2 0 0,-3 0 0,0 0 0,1-1 0,-1 1 0,0 0 0,1 0 0,-1-1 0,0 1 0,0 0 0,0 0 0,1-1 0,-1 1 0,0 0 0,0 0 0,0-1 0,1 1 0,-1 0 0,0-1 0,0 1 0,0 0 0,0-1 0,0 1 0,0 0 0,0-1 0,0 1 0,0 0 0,0-1 0,0 1 0,0-1 0,0 1 0,0-1 0,-12-38 0,8 28 0,3 5 0,-2-2 0,1 0 0,0-1 0,0 1 0,1 0 0,-1-10 0,2 17 0,0 0 0,0-1 0,0 1 0,0 0 0,1-1 0,-1 1 0,0 0 0,1-1 0,-1 1 0,0 0 0,1 0 0,0-1 0,-1 1 0,1 0 0,0 0 0,-1 0 0,1 0 0,0 0 0,0 0 0,0 0 0,0 0 0,0 0 0,0 0 0,0 1 0,0-1 0,1 0 0,-1 1 0,0-1 0,0 1 0,1-1 0,-1 1 0,0-1 0,0 1 0,1 0 0,-1 0 0,0 0 0,1 0 0,-1 0 0,0 0 0,2 0 0,14 2 0,-1 1 0,1 0 0,-1 2 0,0 0 0,0 0 0,19 10 0,-11-5 0,31 9 0,-53-18 0,0 0 0,1-1 0,-1 1 0,0-1 0,1 1 0,-1-1 0,0 0 0,1 0 0,-1 0 0,0 0 0,1 0 0,-1-1 0,0 1 0,1-1 0,-1 1 0,0-1 0,0 0 0,1 0 0,2-2 0,-3 1 0,0 0 0,0-1 0,-1 1 0,1 0 0,-1-1 0,0 1 0,0-1 0,1 0 0,-2 1 0,1-1 0,0 0 0,0 1 0,-1-1 0,0 0 0,1 0 0,-1-3 0,1-35 0,-9-80 0,3 79 0,3-73 0,2 112 0,0 1 0,0 0 0,0-1 0,0 1 0,0 0 0,1-1 0,-1 1 0,1 0 0,0 0 0,0-1 0,0 1 0,0 0 0,0 0 0,0 0 0,0 0 0,1 0 0,-1 0 0,1 1 0,-1-1 0,1 0 0,3-1 0,-2 1 0,1 1 0,0 0 0,0 0 0,0 0 0,0 1 0,0-1 0,0 1 0,0 0 0,0 0 0,0 1 0,8 0 0,11 2 0,1-1 0,0-2 0,0 0 0,-1-2 0,1-1 0,-1 0 0,37-11 0,-33 5 0,0-1 0,-1-2 0,0 0 0,-1-2 0,0 0 0,23-19 0,-19 11 0,-1-1 0,41-45 0,-57 55 0,-2 0 0,1-1 0,-2 0 0,0 0 0,0-1 0,-2 0 0,0-1 0,6-16 0,-12 28 0,0 0 0,0 0 0,-1 0 0,1 0 0,-1 0 0,1 0 0,-1 0 0,-1 0 0,1 0 0,0 0 0,-1 0 0,0 0 0,0 0 0,-2-5 0,1 6 0,1 1 0,0-1 0,-1 1 0,0 0 0,1 0 0,-1 0 0,0 0 0,0 0 0,-1 0 0,1 0 0,0 1 0,0-1 0,-1 1 0,1-1 0,-1 1 0,1 0 0,-1 0 0,0 0 0,1 1 0,-1-1 0,-4 0 0,1 0 0,1 1 0,-1-1 0,0 1 0,1 1 0,-1-1 0,1 1 0,-1 0 0,1 0 0,-1 0 0,1 1 0,0 0 0,0 0 0,-9 5 0,7-3 0,1 1 0,0-1 0,0 2 0,0-1 0,1 0 0,-1 1 0,1 0 0,1 0 0,-6 9 0,4-5 0,1 1 0,0 0 0,0 0 0,1 1 0,0-1 0,1 1 0,1 0 0,0 0 0,0 0 0,1 0 0,1 0 0,1 22 0,-1-30 0,1 0 0,0 0 0,0 0 0,0 0 0,0 0 0,0-1 0,1 1 0,-1 0 0,1-1 0,0 1 0,0-1 0,1 1 0,-1-1 0,1 0 0,0 0 0,-1 0 0,1-1 0,0 1 0,1 0 0,-1-1 0,0 0 0,1 0 0,-1 0 0,1 0 0,0-1 0,6 2 0,-1-1 0,0 0 0,-1-1 0,1-1 0,0 0 0,0 0 0,0 0 0,0-1 0,-1-1 0,1 1 0,0-1 0,10-5 0,13-5 0,-1-2 0,0-1 0,-1-1 0,-1-2 0,0-1 0,49-44 0,-47 34 0,-1-1 0,-1-2 0,-1-1 0,-2-1 0,26-45 0,-36 50 0,-1 0 0,-2-1 0,-1-1 0,-1 0 0,-2 0 0,9-50 0,-15 59 0,-1 1 0,0-1 0,-2 0 0,0 1 0,-2-1 0,0 0 0,-2 1 0,0 0 0,-2-1 0,-13-35 0,13 44 0,-1 0 0,0 0 0,0 1 0,-15-18 0,17 25 0,1 0 0,-1 0 0,0 0 0,0 1 0,0 0 0,-1 0 0,1 0 0,-1 0 0,0 1 0,0 0 0,-10-3 0,15 6 0,-1-1 0,1 1 0,-1 0 0,0-1 0,1 1 0,-1 0 0,1 0 0,-1 0 0,0 0 0,1 1 0,-1-1 0,1 0 0,-1 1 0,1-1 0,-1 1 0,1-1 0,-1 1 0,1 0 0,0 0 0,-1-1 0,1 1 0,0 0 0,0 0 0,-1 0 0,1 1 0,0-1 0,0 0 0,0 0 0,0 1 0,1-1 0,-1 0 0,0 1 0,0-1 0,1 1 0,-1-1 0,0 3 0,-1 4 0,0-1 0,0 1 0,1 0 0,0 0 0,1 0 0,-1 8 0,2 2 0,1-1 0,1 1 0,0-1 0,2 1 0,-1-1 0,12 25 0,-6-20 0,1 1 0,1-2 0,1 0 0,17 22 0,-24-35 0,0-1 0,1 0 0,0 0 0,0-1 0,9 6 0,-12-9 0,-3-3 0,-1 0 0,1 0 0,-1 0 0,1 1 0,-1-1 0,1 0 0,-1 0 0,1 0 0,-1 1 0,0-1 0,1 0 0,-1 1 0,1-1 0,-1 0 0,0 1 0,1-1 0,-1 0 0,0 1 0,1-1 0,-1 1 0,0-1 0,0 1 0,1-1 0,-1 0 0,0 1 0,0-1 0,0 1 0,0-1 0,0 1 0,0-1 0,0 1 0,0-1 0,0 1 0,0-1 0,0 1 0,0-1 0,0 1 0,0-1 0,0 1 0,0-1 0,0 1 0,-1-1 0,1 1 0,0-1 0,0 1 0,-1-1 0,1 0 0,0 1 0,-1-1 0,1 1 0,0-1 0,-1 0 0,1 1 0,0-1 0,-1 0 0,1 0 0,-1 1 0,1-1 0,-1 0 0,0 0 0,-28 22 0,-1-2 0,0-1 0,-39 16 0,21-10 0,1 0 0,-7 6 0,-1-4 0,-80 29 0,130-54 0,-1-1 0,0 1 0,0-1 0,0 0 0,-9 0 0,14-1 0,0 0 0,0 0 0,0 0 0,0 0 0,0 0 0,0-1 0,1 1 0,-1 0 0,0 0 0,0-1 0,0 1 0,0-1 0,1 1 0,-1-1 0,0 1 0,0-1 0,1 1 0,-1-1 0,0 1 0,1-1 0,-1 0 0,1 0 0,-1 1 0,1-1 0,-1 0 0,1 0 0,-1 1 0,1-1 0,0 0 0,0 0 0,-1 0 0,1 0 0,0 0 0,0 0 0,0 0 0,0 1 0,0-1 0,0 0 0,0 0 0,0 0 0,0 0 0,0 0 0,1 0 0,-1-1 0,3-7 0,0-1 0,0 1 0,1 0 0,0 0 0,0 0 0,1 1 0,6-9 0,51-64 0,134-127 0,18 13 0,-13 11 0,-123 103 0,-64 69 0,-14 11 0,1 1 0,-1 0 0,0 0 0,0 0 0,0 0 0,0 0 0,1 0 0,-1 0 0,0 0 0,0 0 0,0 0 0,1 0 0,-1 0 0,0 0 0,0 0 0,0 0 0,0 0 0,1 0 0,-1 0 0,0 0 0,0 0 0,0 1 0,0-1 0,1 0 0,-1 0 0,0 0 0,0 0 0,0 0 0,0 0 0,0 0 0,1 1 0,-1-1 0,0 0 0,0 0 0,0 0 0,0 0 0,0 1 0,0-1 0,0 0 0,0 0 0,0 0 0,0 1 0,-1 29 0,0-20 0,-2 18 0,-7 83 0,10-110 0,0 0 0,0 1 0,0-1 0,0 0 0,0 1 0,0-1 0,0 0 0,0 1 0,0-1 0,1 0 0,-1 1 0,0-1 0,1 0 0,0 1 0,-1-1 0,1 0 0,0 0 0,-1 0 0,1 0 0,0 0 0,0 0 0,0 0 0,0 0 0,0 0 0,0 0 0,0 0 0,0 0 0,0-1 0,0 1 0,1 0 0,-1-1 0,0 1 0,0-1 0,1 1 0,-1-1 0,0 0 0,3 1 0,2-2 0,-1 1 0,0-1 0,1 0 0,-1 0 0,0 0 0,0-1 0,0 0 0,0 0 0,6-3 0,10-7 0,0-1 0,-1-1 0,0-1 0,-1 0 0,23-26 0,-11 8 0,-1-1 0,25-40 0,-33 41 0,-1-2 0,-2 0 0,-1-2 0,-2 1 0,12-42 0,-22 58 0,-1 0 0,0 0 0,-2-1 0,0 0 0,-2 0 0,0 0 0,-1 0 0,-1 0 0,-1 1 0,-1-1 0,-8-28 0,8 39 0,0 1 0,-1 0 0,0-1 0,-8-11 0,9 17 0,1 1 0,-1-1 0,0 1 0,0 0 0,0 0 0,0 0 0,0 0 0,0 0 0,-1 1 0,0 0 0,1-1 0,-7-1 0,9 3 0,-1 1 0,1-1 0,0 1 0,-1 0 0,1 0 0,-1-1 0,1 1 0,0 0 0,-1 0 0,1 0 0,-1 1 0,1-1 0,0 0 0,-1 0 0,1 1 0,0-1 0,-1 1 0,1-1 0,0 1 0,-1 0 0,1-1 0,0 1 0,0 0 0,0 0 0,0 0 0,0 0 0,0 0 0,0 0 0,0 0 0,0 0 0,0 0 0,0 0 0,0 3 0,-3 3 0,1 0 0,1 0 0,-1 0 0,1 0 0,-1 9 0,-4 21 0,2 1 0,1-1 0,2 46 0,3-58 0,1 0 0,1 0 0,1 0 0,1 0 0,16 44 0,-18-62 0,0 0 0,0 0 0,1-1 0,0 1 0,0-1 0,1 0 0,0 0 0,0-1 0,0 1 0,1-1 0,-1 0 0,1-1 0,1 0 0,-1 1 0,0-2 0,1 1 0,0-1 0,0 0 0,9 2 0,-10-3 0,0-1 0,0 0 0,0 0 0,1-1 0,-1 1 0,0-1 0,1-1 0,-1 1 0,0-1 0,0 0 0,0-1 0,0 0 0,0 0 0,0 0 0,0 0 0,0-1 0,-1 0 0,1 0 0,-1-1 0,0 1 0,0-1 0,0 0 0,4-5 0,0-2 0,0-1 0,0 0 0,-1 0 0,-1-1 0,0 0 0,-1 0 0,0-1 0,-1 1 0,-1-1 0,0 0 0,0-1 0,-2 1 0,2-30 0,-3 14 0,-1 0 0,-2 0 0,0-1 0,-3 1 0,-13-50 0,4 38 0,9 31 0,2 1 0,-1-1 0,-3-21 0,7 32 0,0-1 0,0 1 0,0 0 0,0 0 0,0 0 0,0 0 0,0-1 0,0 1 0,0 0 0,0 0 0,0 0 0,0 0 0,0-1 0,0 1 0,0 0 0,0 0 0,0 0 0,0 0 0,0 0 0,0-1 0,0 1 0,0 0 0,0 0 0,0 0 0,1 0 0,-1 0 0,0 0 0,0-1 0,0 1 0,0 0 0,0 0 0,0 0 0,1 0 0,-1 0 0,0 0 0,0 0 0,0 0 0,0 0 0,0 0 0,1 0 0,-1 0 0,0-1 0,0 1 0,9 4 0,6 8 0,29 40 0,-43-52 0,-1 0 0,0 1 0,0-1 0,0 0 0,1 1 0,-1-1 0,0 0 0,0 0 0,1 1 0,-1-1 0,0 0 0,1 0 0,-1 1 0,0-1 0,1 0 0,-1 0 0,0 0 0,1 0 0,-1 1 0,0-1 0,1 0 0,-1 0 0,0 0 0,1 0 0,-1 0 0,1 0 0,-1 0 0,0 0 0,1 0 0,-1 0 0,0 0 0,1 0 0,0-1 0,4-12 0,-3-26 0,-2 37 0,-1-88 0,2-123 0,1 178 0,2 1 0,2 0 0,1 0 0,13-39 0,-11 48 0,1 1 0,0 1 0,2 0 0,1 0 0,1 1 0,30-36 0,-29 45 0,-15 13 0,0 0 0,1 0 0,-1-1 0,1 1 0,-1 0 0,0 0 0,1 0 0,-1 0 0,1 0 0,-1 0 0,0 0 0,1 0 0,-1 0 0,1 0 0,-1 0 0,1 0 0,-1 0 0,0 0 0,1 0 0,-1 0 0,0 1 0,1-1 0,0 0 0,0 2 0,1 0 0,-1 0 0,0 0 0,1 0 0,-1 0 0,0 0 0,0 0 0,0 0 0,-1 1 0,2 2 0,2 7 0,9 16 0,1 0 0,1-2 0,31 43 0,-21-35 0,21 42 0,-45-74 0,0 0 0,0 0 0,0 0 0,0 0 0,-1 1 0,1-1 0,-1 0 0,1 1 0,-1-1 0,0 0 0,0 1 0,0-1 0,0 0 0,0 1 0,0-1 0,-1 1 0,1-1 0,-1 0 0,0 0 0,1 1 0,-1-1 0,0 0 0,-3 3 0,1-1 0,0 0 0,0 0 0,-1-1 0,1 1 0,-1-1 0,0 0 0,0 0 0,0-1 0,0 1 0,-7 2 0,10-4 4,0-1 1,0 1-1,0-1 0,-1 1 0,1-1 0,0 1 0,0-1 0,-1 0 1,1 0-1,0 1 0,-1-1 0,1 0 0,0 0 0,-1 0 1,1-1-1,0 1 0,-1 0 0,1 0 0,0-1 0,0 1 0,-3-2 1,3 1-109,-1 0 0,1-1-1,-1 1 1,1-1 0,0 1 0,0-1 0,0 1 0,0-1 0,0 0 0,0 0 0,0 1 0,0-1 0,0-4 0,-6-22-6722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37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1 721 24575,'0'2'0,"1"1"0,0-1 0,0 1 0,0-1 0,1 1 0,-1-1 0,0 1 0,1-1 0,2 2 0,3 7 0,15 29 0,-3-4 0,31 41 0,-41-65 0,0-1 0,1-1 0,0 0 0,0 0 0,1-1 0,0 0 0,19 10 0,-19-12 0,0-1 0,1-1 0,0 0 0,0-1 0,0 0 0,1 0 0,-1-2 0,17 3 0,-18-5 0,-1 0 0,1 0 0,-1-1 0,0 0 0,0-1 0,1 0 0,-1-1 0,0 0 0,-1-1 0,1 0 0,9-5 0,18-12 0,-1-3 0,-1 0 0,-2-2 0,57-57 0,105-139 0,-121 131 0,-4-5 0,95-168 0,-157 249-170,-1 0-1,0 0 0,-1 0 1,0-1-1,-1 1 0,-1-1 1,2-18-1,-6 12-6655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42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572 1 24575,'-48'10'0,"-63"-2"0,367-8 0,-325 4 0,-508 39 0,555-40 0,37 0 0,72 0 0,140 11 0,-225-14 0,27 6 0,-28-6 0,-1 0 0,0 0 0,1 0 0,-1 0 0,1 0 0,-1 0 0,1 0 0,-1 0 0,1 1 0,-1-1 0,1 0 0,-1 0 0,0 0 0,1 1 0,-1-1 0,1 0 0,-1 0 0,0 1 0,1-1 0,-1 0 0,0 1 0,1-1 0,-1 0 0,0 1 0,0-1 0,1 1 0,-1-1 0,0 0 0,0 1 0,0-1 0,0 1 0,1-1 0,-1 1 0,0-1 0,0 0 0,0 1 0,0-1 0,0 1 0,0-1 0,0 1 0,0-1 0,0 1 0,0-1 0,-1 1 0,1-1 0,0 1 0,0-1 0,-1 1 0,0 0 0,1-1 0,-1 1 0,0 0 0,1 0 0,-1 0 0,1 0 0,-1-1 0,1 1 0,0 0 0,-1 0 0,1 0 0,0 0 0,-1 0 0,1 0 0,0 0 0,0 0 0,0 0 0,0 0 0,0 0 0,0 2 0,1-2 0,0 0 0,1 0 0,-1-1 0,0 1 0,0 0 0,0 0 0,0-1 0,1 1 0,-1-1 0,0 1 0,0-1 0,1 1 0,-1-1 0,0 0 0,1 0 0,1 0 0,-91 0 0,19 1 0,69-1 0,45 6 0,-41-5 0,1-1 0,-1 1 0,0 0 0,0 0 0,0 1 0,0-1 0,0 1 0,-1 0 0,1 0 0,0 0 0,3 3 0,-7-4 0,1-1 0,-1 1 0,0 0 0,0 0 0,1-1 0,-1 1 0,0 0 0,0 0 0,0-1 0,0 1 0,0 0 0,0 0 0,0-1 0,0 1 0,0 0 0,0 0 0,0-1 0,-1 1 0,1 0 0,0-1 0,-1 1 0,1 0 0,0-1 0,-1 1 0,1 0 0,0-1 0,-1 1 0,1-1 0,-1 1 0,0 0 0,1-1 0,-1 0 0,0 1 0,-23 18 0,22-18 0,-35 17 0,29-15 0,0 1 0,1-1 0,0 1 0,0 1 0,-8 5 0,18-9-1365,6-3-5461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49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18 24575,'0'3'0,"0"13"0,0 10 0,-3 9 0,-1 5 0,0-1 0,1-5 0,10-11 0,10-21 0,16-17 0,16-15 0,4-11 0,0-5 0,-3 2 0,-7 9 0,-11 11-8191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7:52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382 108 24575,'37'-2'0,"73"-16"0,-64 9 0,-18 5 0,42-9 0,-62 11 0,-1 0 0,0-1 0,0 1 0,0-1 0,0-1 0,10-6 0,-17 10 0,1 0 0,-1 0 0,0 0 0,1 0 0,-1-1 0,0 1 0,1 0 0,-1 0 0,0 0 0,1-1 0,-1 1 0,0 0 0,0-1 0,1 1 0,-1 0 0,0-1 0,0 1 0,0 0 0,0-1 0,1 1 0,-1 0 0,0-1 0,0 1 0,0 0 0,0-1 0,0 1 0,0-1 0,0 1 0,0 0 0,0-1 0,0 1 0,0-1 0,0 1 0,0 0 0,0-1 0,0 1 0,0 0 0,-1-1 0,1 1 0,0 0 0,0-1 0,0 1 0,-1 0 0,1-1 0,0 1 0,0 0 0,-1-1 0,1 1 0,0 0 0,-1-1 0,-3-1 0,0-1 0,-1 1 0,1 0 0,-1 0 0,1 1 0,-1-1 0,1 1 0,-1 0 0,-9 0 0,-54-2 0,49 3 0,-52 2 0,-1 3 0,1 4 0,0 2 0,1 4 0,-94 31 0,106-22 0,57-23 0,0-1 0,0 0 0,0 1 0,0-1 0,0 1 0,0 0 0,0-1 0,0 1 0,0 0 0,1-1 0,-1 1 0,0 0 0,0 0 0,1 0 0,-1 0 0,1-1 0,-1 1 0,1 0 0,-1 0 0,0 1 0,2-1 0,-1 0 0,0-1 0,0 1 0,1-1 0,-1 1 0,0-1 0,1 1 0,-1-1 0,0 1 0,1-1 0,-1 1 0,1-1 0,-1 1 0,1-1 0,-1 0 0,1 1 0,-1-1 0,1 0 0,-1 1 0,1-1 0,0 0 0,-1 0 0,2 1 0,6 1 0,1 0 0,-1-1 0,11 2 0,-17-3 0,16 2-455,0-1 0,30-2 0,-40-1-6371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8:02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70 24575,'687'-20'0,"-407"8"0,-244 12 0,-28 0 0,1 1 0,-1-2 0,0 1 0,1-1 0,-1 0 0,0-1 0,8-2 0,-14 1 0,-9-1 0,-21-2 0,0 1 0,0 2 0,-56-1 0,39 3 0,-2-1 0,-225 1 0,244 5 0,26-2 0,7 0 0,10 1 0,19 0 0,71 11 0,-103-14 0,-1 0 0,1 0 0,-1 1 0,0-1 0,1 0 0,-1 1 0,0-1 0,1 1 0,-1 0 0,0-1 0,0 1 0,2 2 0,-2-3 0,-1 0 0,0 0 0,0 1 0,0-1 0,0 0 0,0 1 0,0-1 0,0 0 0,0 0 0,0 1 0,0-1 0,0 0 0,0 1 0,0-1 0,0 0 0,0 1 0,0-1 0,0 0 0,0 0 0,0 1 0,0-1 0,-1 0 0,1 1 0,0-1 0,0 0 0,0 0 0,0 1 0,-1-1 0,1 0 0,0 0 0,0 0 0,0 1 0,-1-1 0,1 0 0,-4 3 0,0-1 0,0 0 0,0 1 0,0-2 0,0 1 0,-7 2 0,-63 16 0,51-16 0,1 2 0,-1 1 0,1 0 0,0 2 0,1 1 0,-36 21 0,37-18 0,0 0 0,-1-2 0,-1-1 0,-34 12 0,-93 20 0,58-18 0,81-20 0,10-1 0,20-1 0,30-2 0,-106-6 0,96-8 0,64-14 0,-32 10 0,-53 15 0,-34 11 0,-10 6 0,25-14 0,0 0 0,-1 0 0,1 0 0,0 0 0,0 1 0,0-1 0,-1 0 0,1 0 0,0 0 0,0 0 0,0 1 0,0-1 0,0 0 0,-1 0 0,1 0 0,0 1 0,0-1 0,0 0 0,0 0 0,0 1 0,0-1 0,0 0 0,0 0 0,0 1 0,0-1 0,0 0 0,0 0 0,0 1 0,0-1 0,0 0 0,0 0 0,0 0 0,0 1 0,0-1 0,1 0 0,-1 0 0,0 1 0,0-1 0,0 0 0,0 0 0,0 0 0,1 0 0,-1 1 0,0-1 0,0 0 0,0 0 0,0 0 0,1 0 0,-1 0 0,0 1 0,0-1 0,1 0 0,-1 0 0,0 0 0,10 3 0,1 0 0,-1-1 0,0 0 0,0 0 0,1-1 0,17-1 0,-6 1 0,595 5-774,-4-32 0,-599 25 774,392-30 0,-341 21 0,-42 3 0,-49 9 0,-249 53 283,-286 98-1,247-48-479,286-96 197,-30 16 0,56-24 0,0 0 0,-1 1 0,1-1 0,0 1 0,-1-1 0,1 1 0,0 0 0,0 0 0,0 0 0,1 0 0,-1 0 0,-2 4 0,4-5 0,0-1 0,0 1 0,-1-1 0,1 1 0,0-1 0,0 1 0,0-1 0,0 1 0,0-1 0,0 1 0,0 0 0,0-1 0,1 1 0,-1-1 0,0 1 0,0-1 0,0 1 0,0-1 0,1 1 0,-1-1 0,0 1 0,1-1 0,0 1 0,0 1 0,0-1 0,1 0 0,0 0 0,-1 1 0,1-1 0,0 0 0,0 0 0,0-1 0,3 2 0,13 3 0,-1 0 0,1-2 0,27 2 0,73 1 0,-101-5 0,695-29-872,3-66 266,-649 83 813,74-9 253,-114 18-406,0 1 1,1 1-1,38 6 1,144 35-55,423 20 627,-68-10-1806,-510-42-4687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8:04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1547 304 24575,'-23'0'0,"20"0"0,6 0 0,38-5 0,184-43 0,-177 37 0,212-46 0,97-1-774,84 8-2323,842-21 284,-4 67 392,-928 12 1231,-121 2 892,-208-9 298,1 0 0,34 9 0,-57-10 1,0 0 0,1 0 0,-1 0 0,0 0 0,0 0 0,0 0 0,1 0 0,-1 0 0,0 0 0,0 0 0,0 0 0,1 0 0,-1 0 0,0 0 0,0 0 0,0 0 0,0 0 0,1 0 0,-1 0 0,0 0 1,0 1-1,0-1 0,0 0 0,1 0 0,-1 0 0,0 0 0,0 0 0,0 1 0,0-1 0,0 0 0,0 0 0,1 0 0,-1 0 0,0 1 0,0-1 0,0 0 0,0 0 0,0 0 0,0 1 0,0-1 0,0 0 0,0 0 0,0 0 0,0 1 0,0-1 0,0 0 0,0 0 0,0 0 0,0 1 0,0-1 0,0 0 0,-1 0 0,1 0 0,0 1 0,0-1 0,0 0 0,0 0 0,0 0 0,-22 10 422,-197 34 2034,166-35-2497,-1165 227 4202,1027-198-2924,-316 21 0,-446-42-2370,941-17 1143,-24-1-34,72 3 200,93 0 486,993 8-1743,-1085-10 1248,22 0 209,78-10-1,-124 7-376,-21-1 0,-83-3 0,-129 4 0,-173 13-802,-166 27-2403,-763 103 238,-8 37 1202,970-124 1765,206-29 0,128-20 0,22-3 0,6-1 0,81-14 0,-73 12 0,44-6 21,717-97 3650,-656 101 574,-107 4-3914,1 1 1,-1 0-1,16 4 1,-23-5-340,1 0 0,-1 1 1,0-1-1,0 0 0,0 1 0,0-1 0,0 1 1,0-1-1,0 1 0,0-1 0,-1 1 0,1 0 1,0-1-1,0 1 0,0 0 0,-1 0 0,1 0 1,0 0-1,-1 0 0,1 0 0,-1 0 0,1 0 1,-1 0-1,1 0 0,-1 0 0,0 0 0,0 0 0,1 0 1,-1 0-1,0 0 0,0 0 0,0 0 0,0 2 1,-1 0-98,0 0 0,0-1 0,0 1 0,0-1 0,-1 1-1,1-1 1,-1 0 0,1 1 0,-1-1 0,-2 2 0,-26 24-5671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8:32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8:43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 24575,'-8'0'0,"0"0"0,0 1 0,0 0 0,0 0 0,1 1 0,-1 0 0,1 0 0,-1 1 0,1 0 0,0 0 0,0 1 0,0 0 0,0 0 0,1 1 0,-1 0 0,-9 10 0,1-2 0,1 2 0,0 0 0,2 1 0,0 0 0,-17 30 0,9-9 0,-42 85 0,53-101 0,0 0 0,2 1 0,-9 42 0,9 21 0,6-68 0,1 0 0,-2 0 0,0-1 0,-2 1 0,1 0 0,-2-1 0,-8 21 0,-6-2 0,15-28 0,-1 1 0,1-1 0,1 1 0,-1 0 0,1 0 0,1 0 0,-1 0 0,1 0 0,1 1 0,0-1 0,-1 11 0,5 10 0,2 1 0,0-1 0,2-1 0,19 51 0,-3-5 0,1 19 0,-5 2 0,-4 0 0,-4 1 0,-2 157 0,-9-240 0,-1-6 0,1 0 0,0 0 0,1 0 0,2 11 0,-3-16 0,1 1 0,0-1 0,0 0 0,0 0 0,0 0 0,0 0 0,0 0 0,1 0 0,-1 0 0,1-1 0,-1 1 0,1 0 0,0-1 0,-1 1 0,1-1 0,0 0 0,0 0 0,2 2 0,16 7-455,-2 0 0,29 22 0,-38-24-6371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08:51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24575,'258'10'0,"-155"-4"0,-76-4 0,-27-2 0,0 0 0,0 0 0,0 0 0,0 0 0,0 0 0,0 0 0,0 0 0,-1 0 0,1 1 0,0-1 0,0 0 0,0 0 0,0 0 0,0 0 0,0 0 0,0 0 0,0 0 0,0 1 0,0-1 0,0 0 0,0 0 0,0 0 0,0 0 0,0 0 0,0 0 0,1 0 0,-1 0 0,0 1 0,0-1 0,0 0 0,0 0 0,0 0 0,0 0 0,0 0 0,0 0 0,0 0 0,0 0 0,0 0 0,0 0 0,1 0 0,-1 1 0,0-1 0,0 0 0,0 0 0,0 0 0,-14 4 0,-39 6 0,-216 36 0,245-44 0,25-2 0,-1 0 0,0 0 0,0 0 0,0 0 0,0 0 0,0 0 0,0 0 0,0 0 0,0 0 0,0-1 0,0 1 0,0 0 0,0 0 0,0 0 0,0 0 0,0 0 0,0 0 0,0 0 0,0 0 0,0 0 0,0 0 0,0 0 0,0 0 0,0 0 0,0 0 0,0 0 0,0 0 0,0 0 0,0 0 0,0-1 0,0 1 0,0 0 0,0 0 0,0 0 0,0 0 0,0 0 0,-1 0 0,1 0 0,0 0 0,0 0 0,0 0 0,0 0 0,0 0 0,0 0 0,0 0 0,0 0 0,0 0 0,0 0 0,0 0 0,0 0 0,0 0 0,9-5 0,12-2 0,9 1 0,29-2 0,-37 5 0,-61 16-1365,17-6-5461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21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24575,'1431'0'0,"-1409"-3"-1365,-15-1-5461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25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887 937 24575,'2222'0'0,"-2138"3"0,96 15 0,-32 11 0,-140-28 0,-1 1 0,1-2 0,0 1 0,0-1 0,-1 0 0,16-2 0,-21 1 0,1 0 0,-1 1 0,0-1 0,1 0 0,-1 0 0,0-1 0,1 1 0,-1 0 0,0-1 0,0 1 0,0-1 0,0 0 0,0 0 0,-1 1 0,1-1 0,0 0 0,-1-1 0,0 1 0,1 0 0,-1 0 0,0-1 0,0 1 0,0 0 0,0-3 0,2-8 0,-1 1 0,0-1 0,-1 1 0,-1-21 0,3-30 0,5 1 0,5-28 0,-8 58 0,-2 1 0,-1-1 0,-2 0 0,-4-41 0,-1 24 0,-3 1 0,-1 0 0,-3 0 0,-24-64 0,34 106 0,-1 0 0,1 0 0,-1 1 0,0-1 0,0 1 0,-7-9 0,8 12 0,0-1 0,0 1 0,-1 1 0,1-1 0,-1 0 0,1 0 0,-1 1 0,0 0 0,1-1 0,-1 1 0,0 0 0,0 0 0,0 1 0,0-1 0,0 1 0,-4-1 0,-210 0 0,107 4 0,35-3 0,1-4 0,-86-14 0,-94-15 0,185 27 0,-86-4 0,62 9 0,-182 23 0,-54 45 0,175-33 0,-238 24 0,230-46 0,-104 6 0,129-14 0,-85 5 0,-60 30 0,278-39 0,0 0 0,0 1 0,0 0 0,0 0 0,0 0 0,1 0 0,-1 1 0,0-1 0,0 1 0,1 0 0,-1 0 0,1 1 0,0-1 0,0 1 0,0-1 0,0 1 0,0 0 0,0 0 0,1 0 0,-1 1 0,1-1 0,0 0 0,0 1 0,0 0 0,1-1 0,-1 1 0,1 0 0,0 0 0,0 0 0,-1 6 0,-4 34 0,1 1 0,3 0 0,5 76 0,-3-110 0,2 9 0,1 0 0,0 0 0,2-1 0,0 1 0,1-1 0,1 0 0,18 35 0,-7-24 0,0 0 0,2-1 0,39 45 0,-53-67 0,1 0 0,0 0 0,0-1 0,0 0 0,12 7 0,-14-10 0,0-1 0,1 1 0,-1-1 0,1-1 0,-1 1 0,1-1 0,0 0 0,-1 0 0,1 0 0,6-1 0,5 0-170,0-1-1,0-1 0,-1 0 1,1-1-1,0 0 0,-1-2 1,27-10-1,-31 10-6655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50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0 24575,'-29'551'0,"23"-482"0,3-31 0,-1-1 0,-10 39 0,14-75-5,0 1-1,-1 0 0,1-1 1,-1 1-1,1 0 0,-1-1 1,0 1-1,0-1 0,0 1 1,1-1-1,-2 1 0,1-1 1,0 0-1,-2 2 1,3-2 12,-1-1 0,0 0 0,1 0 0,-1 0 0,1 0 0,-1 1 0,1-1 0,-1 0 0,0 0 0,1 0 0,-1 0 0,1 0 1,-1 0-1,0-1 0,1 1 0,-1 0 0,1 0 0,-1 0 0,1 0 0,-1-1 0,1 1 0,-1 0 0,1-1 0,-1 1 1,1 0-1,-1-1 0,0 0 0,-3-3-220,-1-1-1,1 0 1,0-1 0,1 1 0,-5-9-1,7 12 15,-10-16-6627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50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24575,'3'6'0,"7"14"0,5 10 0,2 2 0,3 0 0,-1-7 0,1-7 0,-1-7 0,-1-4 0,-2-8 0,-5-6 0,-1-2 0,0-2 0,0-2 0,0 0 0,-1 3-8191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56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 1 24575,'-1'132'0,"4"202"0,2-239 0,26 141 0,-27-221 0,4 29 0,-8-42 0,1 0 0,-1 1 0,0-1 0,0 0 0,0 0 0,-1 0 0,1 1 0,0-1 0,-1 0 0,1 0 0,-1 0 0,0 0 0,0 0 0,0 0 0,-1 2 0,1-3 0,0 0 0,0-1 0,0 1 0,-1 0 0,1-1 0,0 0 0,0 1 0,0-1 0,0 0 0,-1 1 0,1-1 0,0 0 0,0 0 0,-1 0 0,1 0 0,0 0 0,0 0 0,-1 0 0,1-1 0,0 1 0,0 0 0,0-1 0,-1 1 0,1-1 0,-1 0 0,-35-18 0,31 15 0,-6-3 0,1 0 0,-1-1 0,2 0 0,-1 0 0,1-2 0,1 1 0,-1-1 0,2 0 0,-1-1 0,1 0 0,-9-18 0,14 24 0,-5-8 0,7 11 0,5 7 0,98 127 0,-92-118 0,1-2 0,0 0 0,1 0 0,20 15 0,-29-25 0,-1-1 0,0 0 0,1 0 0,-1 0 0,1 0 0,-1-1 0,1 1 0,-1-1 0,1 1 0,-1-1 0,1 0 0,-1 0 0,1 0 0,0-1 0,-1 1 0,1 0 0,4-2 0,5-2 0,0 0 0,16-8 0,-20 8 0,44-22 0,-1-3 0,-2-2 0,-1-3 0,58-50 0,-79 58-1365,-8 6-5461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58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1013 24575,'-5'0'0,"7"0"0,17 4 0,-2 3 0,7 3 0,52 14 0,-68-22 0,1-1 0,-1 1 0,1-2 0,0 1 0,-1-1 0,1-1 0,0 1 0,-1-2 0,1 1 0,10-4 0,-9 2 0,-1-2 0,1 1 0,-1-1 0,0 0 0,0-1 0,-1 0 0,0 0 0,0-1 0,0 0 0,-1-1 0,0 1 0,-1-1 0,0-1 0,0 1 0,0-1 0,-1 0 0,0 0 0,4-13 0,0-3 0,-1 0 0,-2-1 0,0 0 0,-2 1 0,0-2 0,-1-30 0,-3 13 0,-2-1 0,-2 1 0,-2 0 0,-20-76 0,9 65 0,-1 1 0,-3 0 0,-35-62 0,55 114 0,-39-65 0,36 61 0,0 1 0,0-1 0,-1 1 0,0 0 0,0 0 0,-1 0 0,0 1 0,-8-6 0,12 9 0,0 1 0,0-1 0,0 0 0,0 1 0,0-1 0,0 1 0,0 0 0,0 0 0,-1 0 0,1 0 0,0 0 0,0 0 0,0 0 0,0 1 0,0-1 0,0 1 0,0-1 0,0 1 0,0 0 0,0 0 0,0 0 0,0 0 0,-3 3 0,-4 2 0,1 1 0,0 1 0,-11 11 0,17-17 0,-17 22 0,0 0 0,2 1 0,1 0 0,0 1 0,2 1 0,2 1 0,0 0 0,-13 48 0,10-15 0,3 1 0,2 0 0,-2 74 0,11-79 0,2 0 0,3 0 0,2 0 0,3-1 0,2 0 0,2 0 0,3-1 0,35 80 0,-37-104 0,2-1 0,0 0 0,2-2 0,1 0 0,1-1 0,2-1 0,0-1 0,2-1 0,1-1 0,53 39 0,-55-47 0,1-1 0,1-1 0,0 0 0,0-2 0,1-2 0,1 0 0,0-1 0,0-2 0,0-1 0,1-1 0,-1-1 0,1-1 0,45-4 0,-48-1 0,-1-1 0,0 0 0,0-2 0,-1-1 0,0-1 0,0-1 0,0-1 0,-1-1 0,-1 0 0,0-2 0,-1-1 0,0 0 0,-1-2 0,0 0 0,-2-1 0,0 0 0,-1-2 0,0 0 0,-2-1 0,0 0 0,-1-1 0,-2-1 0,0 0 0,-1 0 0,-1-1 0,-1 0 0,8-42 0,-10 28 0,-1 0 0,0-70 0,-5 86 0,-2 0 0,0 0 0,-1 0 0,-1 0 0,-1 1 0,-13-34 0,-1 19 0,18 34 0,0 0 0,1 0 0,-1 0 0,0 0 0,0 1 0,0-1 0,0 0 0,0 0 0,0 1 0,0-1 0,0 0 0,-2 0 0,3 1 0,0 0 0,-1 0 0,1 0 0,-1 0 0,1 0 0,-1 0 0,1 0 0,-1 0 0,1 1 0,-1-1 0,1 0 0,0 0 0,-1 0 0,1 0 0,-1 1 0,1-1 0,0 0 0,-1 1 0,1-1 0,0 0 0,-1 1 0,1-1 0,0 0 0,-1 1 0,1-1 0,0 0 0,0 1 0,0-1 0,-1 1 0,1-1 0,0 1 0,0-1 0,0 1 0,-2 6 0,0 0 0,1 0 0,-1 1 0,2-1 0,-1 0 0,1 0 0,0 1 0,0-1 0,1 0 0,0 0 0,4 14 0,1 1 0,1-2 0,16 35 0,-16-41 0,1 0 0,0-1 0,1 0 0,0 0 0,17 16 0,-20-23 0,1 1 0,0-2 0,0 1 0,0-1 0,1 0 0,0 0 0,0-1 0,0 0 0,0 0 0,17 4 0,-21-8 0,-1 1 0,1 0 0,0-1 0,0 0 0,-1 0 0,1 0 0,0 0 0,0-1 0,-1 0 0,1 1 0,0-1 0,-1 0 0,1-1 0,-1 1 0,7-4 0,-5 1 0,1 0 0,-1 0 0,1-1 0,-1 1 0,-1-1 0,1 0 0,-1-1 0,5-6 0,1-4 0,-2 0 0,1 0 0,-2-1 0,0 0 0,7-31 0,-10 30 0,-1 0 0,0 0 0,-1 0 0,-1 0 0,-1 0 0,0 0 0,-5-25 0,2 29 0,0-1 0,-1 1 0,-1 0 0,0 1 0,-1-1 0,0 1 0,-1 0 0,-1 0 0,-13-17 0,5 10 0,-1 0 0,0 1 0,-1 1 0,-23-17 0,33 29 0,0 1 0,0-1 0,-1 2 0,1-1 0,-1 1 0,0 0 0,0 1 0,-1 0 0,1 1 0,0-1 0,-1 2 0,0 0 0,-18-1 0,25 2 0,0 1 0,0-1 0,0 0 0,1 1 0,-1 0 0,0 0 0,1 0 0,-1 0 0,0 0 0,1 0 0,0 0 0,-1 1 0,1-1 0,0 1 0,-1 0 0,1 0 0,0 0 0,-2 2 0,2 0 0,-1 0 0,0 0 0,1 1 0,0-1 0,0 1 0,0-1 0,1 1 0,-1 0 0,0 8 0,0-1 0,2 0 0,-1 1 0,1-1 0,1 1 0,0-1 0,1 0 0,4 16 0,13 23-1365,2-7-5461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59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94 386 24575,'0'-8'0,"1"0"0,-1 1 0,2-1 0,-1 1 0,1 0 0,0-1 0,0 1 0,1 0 0,0 0 0,1 0 0,-1 1 0,1-1 0,0 1 0,1 0 0,5-7 0,94-106 0,-75 93 0,14-17 0,-40 41 0,-1-1 0,0 0 0,0 0 0,0 0 0,0 0 0,-1 0 0,1 0 0,-1-1 0,0 1 0,0 0 0,0-1 0,0 1 0,0-6 0,-1 8 0,-1 0 0,1 0 0,0 0 0,0 0 0,-1 0 0,1 0 0,0 0 0,-1 0 0,1 0 0,-1 0 0,1 0 0,-1 0 0,0 0 0,1 1 0,-1-1 0,0 0 0,1 0 0,-1 1 0,0-1 0,0 1 0,0-1 0,0 0 0,0 1 0,0-1 0,0 1 0,0 0 0,0-1 0,-1 1 0,-31-6 0,31 6 0,-13-1 0,0 1 0,0 0 0,1 2 0,-1-1 0,0 2 0,1 0 0,-1 1 0,1 0 0,0 1 0,-19 9 0,27-10 0,-1-1 0,0 1 0,1 0 0,0 0 0,0 1 0,0 0 0,0 0 0,1 0 0,0 0 0,0 1 0,0 0 0,1 0 0,0 1 0,0-1 0,0 1 0,1 0 0,0 0 0,1 0 0,-1 0 0,1 0 0,1 1 0,-2 10 0,3-13 0,0 0 0,0 0 0,0-1 0,1 1 0,0 0 0,0-1 0,0 1 0,1 0 0,-1-1 0,1 0 0,0 1 0,5 7 0,-2-6 0,0 0 0,0 0 0,0 0 0,1-1 0,-1 0 0,1 0 0,9 5 0,5 2 0,1-2 0,0 0 0,0-1 0,31 8 0,59 13 0,70 24 0,-178-53 0,-1 0 0,1 0 0,0 0 0,0 1 0,-1-1 0,1 1 0,0 0 0,-1 0 0,0 0 0,1 0 0,-1 0 0,0 1 0,0-1 0,1 3 0,-2-3 0,0 0 0,0 0 0,-1 0 0,1 0 0,-1 0 0,1 0 0,-1 1 0,0-1 0,0 0 0,0 0 0,0 0 0,0 0 0,0 0 0,-1 0 0,1 0 0,-1 0 0,0 0 0,1 0 0,-1 0 0,0 0 0,-2 3 0,-1 1 0,-1 1 0,1-1 0,-1 0 0,0-1 0,-1 1 0,0-1 0,0 0 0,0-1 0,0 1 0,-1-1 0,-12 6 0,-6 1 0,-50 15 0,-23-3-1365,61-17-5461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00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304 110 24575,'0'-20'0,"1"12"0,-1 1 0,0-1 0,0 1 0,-1 0 0,-1-10 0,1 15 0,1 0 0,-1 0 0,0 1 0,1-1 0,-1 0 0,0 1 0,0-1 0,0 1 0,0-1 0,0 1 0,-1 0 0,1-1 0,0 1 0,-1 0 0,1 0 0,-1 0 0,1 0 0,-1 0 0,1 0 0,-1 0 0,0 0 0,0 1 0,1-1 0,-1 1 0,0-1 0,-3 1 0,-10-2 0,0 1 0,0 1 0,0 0 0,0 1 0,0 1 0,0 0 0,0 1 0,1 0 0,-1 2 0,1-1 0,0 2 0,0 0 0,-16 9 0,27-13 0,0 0 0,0 0 0,1 0 0,-1 0 0,0 0 0,1 0 0,-1 1 0,1-1 0,0 1 0,0 0 0,0 0 0,0 0 0,0 0 0,1 0 0,-1 0 0,1 0 0,0 0 0,0 1 0,0-1 0,0 0 0,0 6 0,1-6 0,0 0 0,1 0 0,-1 0 0,1 0 0,0 0 0,-1 0 0,2 0 0,-1 0 0,0 0 0,0 0 0,1 0 0,0 0 0,-1-1 0,1 1 0,0-1 0,0 1 0,0-1 0,1 0 0,-1 0 0,1 0 0,-1 0 0,1 0 0,4 2 0,17 7 0,1 0 0,0-1 0,49 11 0,-51-16 0,0 1 0,-1 1 0,1 2 0,-2 0 0,39 22 0,-53-25 0,1 0 0,-1 1 0,0 0 0,-1 0 0,1 0 0,-1 1 0,-1 0 0,0 0 0,7 15 0,-10-19 0,0 1 0,0 0 0,-1-1 0,1 1 0,-1 0 0,0 0 0,-1 0 0,1 0 0,-1 6 0,-1-8 0,1-1 0,0 1 0,-1 0 0,0-1 0,0 1 0,0 0 0,0-1 0,0 1 0,0-1 0,0 1 0,-1-1 0,0 0 0,1 0 0,-1 1 0,0-1 0,0 0 0,-3 2 0,2-2-114,0 0 1,0-1-1,0 1 0,0-1 0,-1 1 1,1-1-1,-1 0 0,1 0 0,-1-1 1,1 1-1,-7 0 0,-8 0-6712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42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903 638 24575,'-6'6'0,"0"0"0,0-1 0,-1 0 0,1 0 0,-16 8 0,16-9 0,-1-1 0,1 1 0,0 1 0,0-1 0,-6 6 0,9-5 0,6-4 0,11-7 0,10-8 0,-1-1 0,34-30 0,-21 16 0,439-336 0,-233 164 0,-218 175 0,-17 15 0,-8 10 0,-5 3 0,-98 70 0,-169 110-454,-129 89-337,-360 257 791,723-501 0,7-6 0,-48 42 0,71-53 0,9-10 0,0 1 0,0-1 0,0 0 0,0 0 0,0 0 0,0 0 0,0 0 0,0 0 0,0 0 0,0 0 0,0 0 0,0 1 0,0-1 0,0 0 0,0 0 0,0 0 0,0 0 0,0 0 0,0 0 0,0 0 0,0 0 0,0 0 0,0 1 0,0-1 0,0 0 0,0 0 0,0 0 0,1 0 0,-1 0 0,0 0 0,0 0 0,0 0 0,0 0 0,0 0 0,0 0 0,0 0 0,0 0 0,0 0 0,0 1 0,0-1 0,1 0 0,-1 0 0,0 0 0,0 0 0,0 0 0,0 0 0,0 0 0,0 0 0,0 0 0,0 0 0,0 0 0,1 0 0,-1 0 0,0 0 0,0 0 0,0 0 0,0-1 0,0 1 0,0 0 0,11-3 0,0 0 0,0-2 0,-1 1 0,0-1 0,0-1 0,12-7 0,4-3 0,667-432 0,-526 334 0,196-146 1245,-350 249-1245,-21 17 0,-3 2 0,-448 352-424,320-247-347,110-90 702,-455 384-102,473-397 171,1 0 0,-1 0 0,1 1 0,-13 19 0,23-30 0,0 1 0,0-1 0,-1 0 0,1 1 0,0-1 0,0 0 0,0 1 0,-1-1 0,1 1 0,0-1 0,0 0 0,0 1 0,0-1 0,0 0 0,0 1 0,0-1 0,0 1 0,0-1 0,0 0 0,0 1 0,0-1 0,0 1 0,0-1 0,0 0 0,0 1 0,0-1 0,1 1 0,-1-1 0,0 0 0,0 1 0,0-1 0,1 0 0,-1 0 0,0 1 0,0-1 0,1 0 0,-1 1 0,0-1 0,1 0 0,2 1 0,-1-1 0,0 0 0,1 1 0,-1-1 0,0 0 0,1-1 0,-1 1 0,0 0 0,1-1 0,3 0 0,37-13 0,59-28 0,138-72-403,56-43-1211,1214-755 488,-1427 858-2487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28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24575,'1'1'0,"0"0"0,0 1 0,-1-1 0,1 0 0,0 0 0,0 0 0,1 0 0,-1 1 0,0-1 0,0-1 0,0 1 0,1 0 0,-1 0 0,0 0 0,1-1 0,-1 1 0,1-1 0,-1 1 0,0-1 0,4 1 0,0 1 0,24 7 0,1-2 0,0-1 0,0-1 0,1-1 0,41-1 0,-36-1 0,632-6 0,-2-1 0,173 93 0,-756-76 0,103 0 0,82-14 0,70-16 0,603-63 0,-256 5 0,-302 39 0,217-16 0,-530 49 0,301-9 0,-993 11 0,305 4 0,121-3 0,-576 16 0,233 55 0,327-38 0,-171 18 0,-46 6 0,222-27 0,-247 4 0,-146-34 0,-66 1 0,341 14 0,250-10 0,43 1 0,32-5 0,-1 0 0,1 0 0,0 0 0,-1 0 0,1 0 0,0 0 0,-1 1 0,1-1 0,0 0 0,-1 0 0,1 0 0,0 0 0,0 1 0,-1-1 0,1 0 0,0 0 0,0 1 0,-1-1 0,1 0 0,0 0 0,0 1 0,0-1 0,-1 0 0,1 0 0,0 1 0,0-1 0,0 0 0,0 1 0,0 0 0,1 0 0,-1 0 0,1-1 0,0 1 0,0 0 0,-1-1 0,1 1 0,0 0 0,0-1 0,-1 1 0,1-1 0,0 1 0,0-1 0,0 0 0,0 1 0,1-1 0,27 10 0,0-2 0,1-1 0,32 3 0,324 27-411,9-27-610,-311-9 1044,727 3-1154,-713-5-4520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3:30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 24575,'2'33'0,"1"0"0,15 61 0,-9-48 0,7 33 0,23 133 0,-35-188 0,1-1 0,1 0 0,1 0 0,1-1 0,1 1 0,19 34 0,-27-56 0,13 28 0,-13-27 0,0 0 0,0 0 0,-1-1 0,1 1 0,-1 0 0,0 0 0,1 0 0,-1 0 0,0 0 0,0 0 0,0-1 0,0 1 0,-1 4 0,0-6 0,1 0 0,0 1 0,-1-1 0,1 0 0,0 0 0,-1 0 0,1 1 0,0-1 0,-1 0 0,1 0 0,0 0 0,-1 0 0,1 0 0,-1 0 0,1 0 0,0 0 0,-1 0 0,1 0 0,0 0 0,-1 0 0,1 0 0,-1 0 0,1 0 0,0 0 0,-1 0 0,1 0 0,-1 0 0,1-1 0,0 1 0,-1 0 0,1 0 0,0 0 0,-1-1 0,1 1 0,0 0 0,0 0 0,-1-1 0,1 1 0,0 0 0,0-1 0,-1 0 0,-16-15 0,16 14 0,-243-243 0,235 235 0,-17-17 0,24 25 0,1 1 0,0 0 0,-1 0 0,1 0 0,-1 0 0,0 0 0,1 0 0,-1 0 0,0 1 0,1-1 0,-1 0 0,0 1 0,0 0 0,1-1 0,-3 1 0,3 0 0,0 0 0,1 1 0,-1-1 0,0 0 0,1 1 0,-1-1 0,1 0 0,-1 1 0,1-1 0,-1 1 0,1-1 0,-1 1 0,1-1 0,-1 1 0,1-1 0,-1 1 0,1 0 0,0-1 0,-1 1 0,1-1 0,0 1 0,0 0 0,0-1 0,-1 1 0,1 0 0,0 0 0,0-1 0,0 1 0,0 0 0,0-1 0,0 1 0,0 0 0,0-1 0,1 1 0,-1 0 0,0-1 0,0 1 0,1 0 0,8 29 0,0-12 0,1-1 0,1 0 0,0 0 0,15 16 0,58 59 0,-67-74 0,-12-14 0,-1 0 0,1 0 0,-1 0 0,1 0 0,0-1 0,0 0 0,1 0 0,-1 0 0,1-1 0,-1 1 0,9 1 0,-3-2 0,-1-1 0,1 0 0,0 0 0,0-1 0,17-2 0,7-1 60,49-12 0,-69 12-272,-1-1 0,0 0 0,-1-2-1,1 1 1,-1-2 0,17-10 0,-16 6-6614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45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939 444 24575,'-8'-7'0,"0"0"0,-1 0 0,1 1 0,-1 0 0,-1 1 0,1 0 0,-16-5 0,-74-20 0,57 19 0,19 6 0,0 1 0,0 1 0,-38-1 0,-73 8 0,123-3 0,-12 1 0,0 2 0,0 0 0,1 2 0,-34 13 0,24-9 0,24-7 0,0-2 0,-1 1 0,0-1 0,-9 0 0,13-1 0,0 0 0,1 0 0,-1 0 0,0 0 0,0 1 0,1 0 0,-1 0 0,1 1 0,-1-1 0,1 1 0,-1 0 0,1 0 0,0 0 0,0 1 0,0-1 0,0 1 0,-5 4 0,0 4 0,1 0 0,0 1 0,1 0 0,0 0 0,0 0 0,1 1 0,1 0 0,0 0 0,1 1 0,1-1 0,0 1 0,-2 18 0,-13 64 0,10-66 0,2 1 0,-3 48 0,9-67 0,-3 43 0,10 100 0,-3-138 0,0-1 0,0 0 0,2 0 0,0-1 0,1 0 0,0 0 0,1 0 0,1-1 0,0 0 0,1 0 0,0-1 0,1-1 0,1 0 0,0 0 0,24 17 0,-11-11 0,1-1 0,0-1 0,1-2 0,1 0 0,0-2 0,1-1 0,51 13 0,7-9 0,166 7 0,-145-16 0,701 21 0,-795-27 0,-4 1 0,0-1 0,0-1 0,11-2 0,-17 2 0,-1 0 0,1 0 0,-1 0 0,0 0 0,1-1 0,-1 0 0,0 1 0,0-1 0,0 0 0,0-1 0,0 1 0,3-4 0,90-103 0,-81 90 0,-1-1 0,-1 0 0,21-44 0,-30 54 0,-1 1 0,-1-1 0,1 0 0,-2 0 0,1 0 0,-1-14 0,-4-64 0,0 30 0,2-10 0,2-9 0,-4-1 0,-24-139 0,24 204 0,-23-91 0,21 90 0,0 0 0,-1 1 0,0 0 0,-1 0 0,-12-16 0,-8-9 0,20 26 0,-2-1 0,1 1 0,-2 1 0,1 0 0,-2 0 0,1 1 0,-1 0 0,-25-16 0,-33-9 0,-129-47 0,132 61 0,-2 2 0,0 3 0,0 3 0,-1 4 0,-1 2 0,-94 3 0,143 4 0,-1 0 0,0 1 0,-40 7 0,55-7 0,0 1 0,0 0 0,1 1 0,-1-1 0,1 1 0,-1 0 0,1 1 0,0 0 0,1 0 0,-1 0 0,1 1 0,-1-1 0,-4 7 0,-9 14-151,2 0-1,1 0 0,1 2 0,1 0 1,1 0-1,2 1 0,0 1 1,-11 58-1,17-64-6674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52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105 127 24575,'281'-2'0,"279"4"0,-544-2 0,-8 0 0,0 0 0,1 0 0,-1 1 0,0 0 0,1 0 0,-1 1 0,8 3 0,-16-5 0,0 0 0,0 0 0,0 0 0,0 0 0,-1-1 0,1 2 0,0-1 0,0 0 0,0 0 0,-1 0 0,1 0 0,0 0 0,0 0 0,0 0 0,0 0 0,-1 0 0,1 0 0,0 0 0,0 0 0,0 0 0,0 0 0,-1 1 0,1-1 0,0 0 0,0 0 0,0 0 0,0 0 0,0 0 0,0 1 0,0-1 0,0 0 0,-1 0 0,1 0 0,0 0 0,0 1 0,0-1 0,0 0 0,0 0 0,0 0 0,0 0 0,0 1 0,0-1 0,0 0 0,0 0 0,0 0 0,0 1 0,0-1 0,0 0 0,0 0 0,0 0 0,0 0 0,1 1 0,-1-1 0,0 0 0,0 0 0,0 0 0,0 0 0,0 1 0,0-1 0,0 0 0,1 0 0,-1 0 0,0 0 0,0 0 0,0 0 0,0 0 0,1 0 0,-1 1 0,-13 3 0,1-1 0,-1 0 0,0 0 0,0-1 0,-17 0 0,14-1 0,-156 12 0,1-8 0,-232-23 0,388 17 0,-68-11 0,76 10 0,0 0 0,0 0 0,1 0 0,-1-1 0,1 0 0,-1 0 0,1-1 0,0 0 0,-5-4 0,10 8 0,0-1 0,1 1 0,-1-1 0,1 1 0,-1 0 0,1-1 0,-1 0 0,1 1 0,-1-1 0,1 1 0,-1-1 0,1 1 0,0-1 0,-1 0 0,1 1 0,0-1 0,0 0 0,-1 1 0,1-1 0,0 0 0,0 1 0,0-1 0,0-1 0,1 1 0,-1 1 0,1-1 0,0 0 0,-1 1 0,1-1 0,0 0 0,0 1 0,0-1 0,0 1 0,0 0 0,-1-1 0,1 1 0,0 0 0,0-1 0,0 1 0,0 0 0,0 0 0,0 0 0,0 0 0,1 0 0,84-5 0,-50 5 0,245-12 0,315-53 0,-543 54 0,-357 62-17,-344 42-1331,594-89-5478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54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47 24575,'-2'0'0,"-1"1"0,0 0 0,0 0 0,1 0 0,-1 0 0,0 0 0,1 1 0,-1-1 0,1 1 0,0-1 0,-1 1 0,-2 3 0,4-4 0,-1 0 0,1 0 0,-1 1 0,1-1 0,0 1 0,0-1 0,-1 1 0,1-1 0,0 1 0,0 0 0,0-1 0,1 1 0,-1 0 0,0 0 0,1 0 0,-1 0 0,1 0 0,-1 2 0,2-3 0,-1 0 0,1 0 0,-1 0 0,1-1 0,-1 1 0,1 0 0,0-1 0,-1 1 0,1 0 0,0-1 0,-1 1 0,1-1 0,0 1 0,0-1 0,0 1 0,0-1 0,-1 1 0,1-1 0,0 0 0,0 0 0,0 1 0,0-1 0,0 0 0,0 0 0,0 0 0,0 0 0,0 0 0,0 0 0,-1 0 0,1-1 0,0 1 0,1 0 0,37-9 0,-35 8 0,98-31 0,-89 26 0,-1 1 0,0-1 0,0-1 0,-1 0 0,19-16 0,-45 38 0,1 2 0,0 0 0,1 0 0,1 1 0,-16 32 0,28-50 0,-1 1 0,1-1 0,0 1 0,-1-1 0,1 1 0,0-1 0,0 1 0,0 0 0,-1-1 0,1 1 0,0-1 0,0 1 0,0-1 0,0 1 0,0 0 0,0-1 0,0 1 0,0-1 0,0 1 0,0-1 0,1 1 0,-1 0 0,0-1 0,0 1 0,1 0 0,11-4 0,18-20 0,-19 11 0,1 0 0,-2 0 0,0-1 0,9-16 0,13-16 0,-31 43 0,0 1 0,0 0 0,0 0 0,0 0 0,0 0 0,1 0 0,-1 1 0,0-1 0,0 0 0,1 0 0,-1 1 0,0-1 0,1 1 0,-1-1 0,0 1 0,1-1 0,-1 1 0,1 0 0,2 0 0,-1 0 0,0 0 0,0 1 0,0-1 0,0 1 0,-1 0 0,1 0 0,0 0 0,0 0 0,3 3 0,5 3 0,-1 0 0,0 1 0,14 14 0,-20-19 0,36 40 0,-29-30 0,0-1 0,1 0 0,0-1 0,1-1 0,14 10 0,-24-19-117,-2 0 44,0-1-1,0 0 1,-1 1 0,1-1-1,0 1 1,0-1-1,-1 0 1,1 1-1,0 0 1,-1-1 0,1 1-1,0-1 1,-1 1-1,1 0 1,-1-1-1,1 3 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55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24575,'0'6'0,"3"8"0,7 7 0,2 10 0,2 2 0,-2 2 0,1-3 0,-3-3 0,-2-4 0,-3-3 0,1-5 0,-1-6-8191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56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24575,'1'0'0,"0"1"0,0 0 0,0-1 0,0 1 0,0 0 0,-1 0 0,1-1 0,0 1 0,-1 0 0,1 0 0,0 0 0,-1 0 0,1 0 0,-1 0 0,1 0 0,-1 0 0,0 0 0,1 2 0,1 1 0,15 38 0,21 72 0,-32-90 0,-1 0 0,-1 1 0,-1-1 0,-1 43 0,-4-61 0,-2-10 0,-4-12 0,-31-100-1365,30 87-5461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4:56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37 24575,'0'9'0,"-1"1"0,-1-1 0,1 0 0,-2 0 0,1 0 0,-1-1 0,-1 1 0,1-1 0,-1 1 0,-1-1 0,1 0 0,-2-1 0,1 1 0,-10 9 0,15-17 0,0 1 0,-1-1 0,1 0 0,0 0 0,0 0 0,0 1 0,-1-1 0,1 0 0,0 0 0,0 0 0,-1 0 0,1 0 0,0 1 0,0-1 0,-1 0 0,1 0 0,0 0 0,0 0 0,-1 0 0,1 0 0,0 0 0,0 0 0,-1 0 0,1 0 0,0 0 0,-1 0 0,1 0 0,0 0 0,0 0 0,-1-1 0,1 1 0,0 0 0,0 0 0,-1 0 0,1 0 0,0 0 0,0-1 0,0 1 0,-1 0 0,1 0 0,0 0 0,0-1 0,0 1 0,-1 0 0,1 0 0,0 0 0,0-1 0,0 1 0,0 0 0,0 0 0,0-1 0,0 1 0,0 0 0,0-1 0,0 1 0,-1 0 0,1 0 0,0-1 0,1 1 0,-1-1 0,-2-18 0,2 8 0,1 0 0,0 0 0,1 0 0,5-17 0,-5 22 0,0 0 0,1 0 0,-1 0 0,1 0 0,0 0 0,1 1 0,-1-1 0,1 1 0,7-7 0,-9 10 0,0 1 0,0 0 0,0-1 0,0 1 0,1 0 0,-1 0 0,0 0 0,1 0 0,-1 1 0,0-1 0,1 0 0,-1 1 0,1 0 0,0 0 0,-1 0 0,1 0 0,-1 0 0,1 0 0,-1 1 0,5 0 0,4 2 0,0 1 0,0 0 0,13 7 0,-14-6 0,203 112-1365,-199-108-5461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5:41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616 36 24575,'44'-5'0,"-11"-1"0,599-18-372,-514 23-60,845 32 271,-843-19 161,263 17 0,-368-31 281,-36-1 242,-116-5-362,-384 36-161,-4 41 0,92-10 0,306-48 0,-150-7 0,216-4 0,-34-1 0,94 1 0,0 0 0,0 0 0,1 0 0,-1 0 0,0 0 0,0 0 0,1 0 0,-1 0 0,0 0 0,1 0 0,-1 0 0,0-1 0,0 1 0,1 0 0,-1-1 0,0 1 0,1 0 0,-1-1 0,1 1 0,-1-1 0,1 1 0,-1-1 0,0 1 0,0-2 0,2 2 0,0-1 0,-1 0 0,1 0 0,-1 0 0,1 1 0,0-1 0,0 0 0,-1 1 0,1-1 0,0 1 0,0-1 0,0 1 0,0-1 0,0 1 0,0 0 0,0-1 0,0 1 0,0 0 0,0 0 0,1 0 0,62-17 0,0 3 0,110-9 0,131 9 0,-299 14 0,1158-3-1190,-1289 4 2105,-1686-2-1912,1979 1 997,1034 0 212,-1122 0 636,-52-2-627,-54-3-230,-204-8 9,11 7-206,-1124-4-2751,1286 10 2957,24 1 0,1-1 0,-52-8 0,82 8-2,1 0 0,0 0 0,0 0-1,0 0 1,0 0 0,0-1-1,0 1 1,-1 0 0,1-1-1,0 1 1,0-1 0,0 1-1,0-1 1,0 0 0,0 1-1,1-1 1,-1 0 0,0 0-1,-1-1 1,2 1 11,0 1 1,0-1-1,1 0 0,-1 1 0,0-1 1,0 0-1,1 0 0,-1 1 0,1-1 1,-1 1-1,1-1 0,-1 0 1,1 1-1,-1-1 0,1 1 0,-1-1 1,1 1-1,-1 0 0,1-1 0,0 1 1,-1 0-1,1-1 0,0 1 0,1-1 1,16-6 286,0 1 1,0 0 0,1 1-1,0 1 1,0 1 0,30-2-1,-21 2 263,92-7-373,214 10 0,114 42-216,-177-4-1335,-186-21-5461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5: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1 196 24575,'609'-18'0,"-45"0"0,-456 17 0,287 3 0,-244 6 0,108 2 0,3051-11-3713,-2075 1 7426,-1075-11-3713,-80 3 0,184-19 0,82-5 0,-113 19 0,657-51 0,-838 58-93,124-10-1179,-160 15-5554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25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993 1324 24575,'106'1'0,"117"-2"0,-206-1 0,0 0 0,0-1 0,0-1 0,-1 0 0,1-2 0,18-8 0,-7 1 0,-1-1 0,40-28 0,-15 2 0,-33 25 0,0 0 0,1 2 0,27-15 0,-17 14 0,-1-2 0,0 0 0,-1-3 0,40-33 0,-56 42 0,-2 0 0,1-1 0,-1 0 0,-1-1 0,0 0 0,-1-1 0,0 0 0,8-18 0,43-77 0,-7 17 0,-49 83 0,0 0 0,0 0 0,0-1 0,-1 1 0,-1-1 0,0 0 0,1-9 0,-4-64 0,0 30 0,2 38 0,0 1 0,-1-1 0,0 1 0,-4-14 0,4 23 0,-1 0 0,1 0 0,-1 0 0,0 0 0,0 0 0,0 0 0,0 0 0,-1 1 0,0 0 0,1-1 0,-1 1 0,0 0 0,-1 0 0,1 0 0,-1 1 0,-5-4 0,-10-7 0,1 0 0,0-2 0,-20-20 0,-24-19 0,23 22 0,21 17 0,-1 0 0,-1 1 0,-22-12 0,25 20 0,0 0 0,-1 0 0,-34-5 0,21 5 0,-68-12 0,-157-9 0,-99 24 0,337 4 0,0 0 0,0 2 0,0 0 0,0 1 0,0 0 0,1 2 0,0 0 0,0 1 0,0 1 0,1 0 0,-26 18 0,-181 145 0,61-43 0,102-84 0,-61 58 0,105-86 0,0 1 0,1 0 0,0 1 0,2 1 0,0 0 0,1 1 0,1 0 0,-9 22 0,16-30 0,1-1 0,1 1 0,0 0 0,0 0 0,1 0 0,1-1 0,0 1 0,0 0 0,1 0 0,1 0 0,0 0 0,1-1 0,0 1 0,0-1 0,1 0 0,6 11 0,7 12 0,2 0 0,1-2 0,39 50 0,-27-41 0,2-2 0,60 55 0,-78-80 0,0-1 0,1 0 0,1-2 0,0 0 0,1-1 0,-1 0 0,2-2 0,0 0 0,22 5 0,-20-8 0,0-1 0,1-1 0,-1-1 0,0-1 0,33-2 0,-45 0 0,-1-1 0,1 1 0,0-1 0,-1-1 0,0 0 0,1 0 0,-1-1 0,0 0 0,-1 0 0,1-1 0,-1-1 0,0 1 0,0-1 0,12-13 0,19-24-1365,-32 34-5461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34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 24575,'0'9'0,"0"15"0,-3 12 0,-4 10 0,-1 11 0,-2 5 0,-2-2 0,1-2 0,-1-8 0,-1-9 0,-2-12 0,2-17 0,0-19 0,0-18 0,-5-19 0,1-9 0,4 6-8191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35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24575,'3'0'0,"-1"0"0,1 0 0,-1 0 0,1 0 0,0 1 0,-1-1 0,1 1 0,-1 0 0,1-1 0,2 2 0,-4-1 0,0 1 0,1-1 0,-1 0 0,0 0 0,0 0 0,0 1 0,0-1 0,0 0 0,0 1 0,0-1 0,-1 1 0,1-1 0,0 1 0,-1 0 0,1-1 0,-1 1 0,1 1 0,2 15 0,-1-1 0,0 1 0,-1 0 0,-1 0 0,-1-1 0,-1 1 0,0 0 0,-1-1 0,-1 0 0,-1 0 0,-11 29 0,16-45 0,-1 0 0,1 0 0,-1 0 0,1 0 0,0 0 0,0 0 0,-1 0 0,1 1 0,0-1 0,0 0 0,0 0 0,0 0 0,0 0 0,0 1 0,1-1 0,-1 2 0,1-3 0,-1 1 0,1-1 0,-1 0 0,0 1 0,1-1 0,-1 0 0,1 1 0,-1-1 0,1 0 0,-1 1 0,1-1 0,-1 0 0,1 0 0,-1 0 0,1 1 0,-1-1 0,1 0 0,-1 0 0,1 0 0,0 0 0,-1 0 0,1 0 0,-1 0 0,2 0 0,5-2 0,0 0 0,0 0 0,1 0 0,8-5 0,3-1 0,65-17 0,0 3 0,133-17 0,-209 38-136,0 0-1,-1 0 1,1 1-1,0 1 1,0-1-1,0 1 1,-1 0-1,1 1 0,11 3 1,5 8-6690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35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0 24575,'0'9'0,"0"18"0,0 28 0,0 15 0,0 9 0,0 1 0,0-5 0,0-8 0,0-10 0,0-12 0,-3-13 0,-4-25 0,-1-13-8191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36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24575,'0'1'0,"0"0"0,0 0 0,0 0 0,1 0 0,-1 0 0,0 0 0,1 0 0,-1 0 0,0 0 0,1 0 0,-1 0 0,1 0 0,0 0 0,-1-1 0,1 1 0,0 0 0,-1 0 0,1-1 0,0 1 0,0 0 0,0-1 0,0 1 0,0-1 0,-1 1 0,1-1 0,0 1 0,0-1 0,0 0 0,0 0 0,0 1 0,0-1 0,2 0 0,4 1 0,-1-1 0,0 0 0,0 0 0,10-1 0,24-7 0,-1-2 0,-1-1 0,54-24 0,48-14 0,-134 47 0,1 1 0,-1 0 0,0 0 0,0 0 0,1 1 0,-1-1 0,0 1 0,8 2 0,-11-2 0,0 1 0,-1 0 0,1 0 0,0 0 0,0 0 0,-1 0 0,1 1 0,-1-1 0,1 1 0,-1 0 0,0 0 0,1 0 0,-1 0 0,0 0 0,0 0 0,-1 1 0,1-1 0,3 5 0,9 24-1365,-9-18-5461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38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271 24575,'-20'0'0,"-30"-7"0,-5 1 0,-211-1 0,219 9 0,0 2 0,1 2 0,-76 20 0,104-20 0,1 1 0,0 0 0,1 1 0,0 1 0,0 1 0,1 1 0,-27 23 0,-2 8 0,-39 47 0,57-59 0,-22 23 0,-63 92 0,106-137 0,1 0 0,0 0 0,1 1 0,0-1 0,0 1 0,0 0 0,1 0 0,1 0 0,-1 0 0,2 0 0,-1 0 0,1 0 0,0 0 0,1 0 0,0 0 0,1 0 0,0 0 0,0 0 0,0-1 0,6 11 0,7 14 0,1-1 0,1 0 0,39 50 0,-47-69 0,185 244 0,-145-194 0,18 17 0,3-2 0,3-4 0,4-3 0,160 114 0,-122-109 0,3-5 0,3-5 0,157 59 0,-193-91 0,3-5 0,0-3 0,1-4 0,1-4 0,1-4 0,125 3 0,125-32 0,-1-24 0,-330 38 0,327-48-514,384-106 1,-421 57 416,-239 73 360,-2-3-1,98-61 1,-141 79-245,0-1 1,-1-1 0,0 0-1,-1-1 1,-1-1 0,0 0 0,0 0-1,-2-2 1,0 1 0,0-1-1,-2-1 1,0 0 0,-1 0-1,0-1 1,-2 0 0,0 0 0,6-33-1,-1-47-18,-4-1 0,-7-114 0,0 197 0,-1-35 0,-2 0 0,-2 1 0,-3 0 0,-22-84 0,21 107 0,-2 0 0,0 1 0,-1 1 0,-2 0 0,0 0 0,-2 1 0,-1 1 0,0 1 0,-2 1 0,-22-21 0,8 13 4,-2 1 0,-1 2-1,-61-33 1,24 21-117,-84-30 0,-66-5-732,-71 8 282,-83 11-845,-325-5-910,-1 27 550,277 17 1768,71 6-195,81 4-587,260 4 744,-285-10 551,202 3 959,97 8-1374,0 0 0,-1 0 0,1 0 0,-1 0-1,1 0 1,0 1 0,-1-1 0,1 0 0,-1 0-1,1 1 1,0-1 0,-1 0 0,1 1 0,0-1 0,0 0-1,-1 1 1,1-1 0,0 0 0,0 1 0,-1-1-1,1 1 1,0-1 0,0 0 0,0 1 0,0-1-1,0 1 1,0-1 0,0 1 0,0-1 0,0 0-1,0 1 1,0-1 0,0 1 0,0-1 0,0 1 0,0 0-1,4 24 1341,-1-11-651,-5 4-920,1 1-1,-2-1 1,-1 0 0,0-1 0,-1 1-1,-1-1 1,-14 29 0,13-32-6693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42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126 121 24575,'13'-2'0,"0"0"0,19-5 0,10-3 0,57-7 0,139-27 0,-227 42 0,-6 1 0,0 0 0,0 0 0,0 0 0,-1 0 0,1-1 0,0 0 0,-1 0 0,1 0 0,-1-1 0,5-2 0,-10 1 0,-9 2 0,-48-2 0,-102 6 0,74 1 0,21-1 0,26 0 0,0-1 0,-1-2 0,-74-12 0,96 12 0,19 2 0,-1-1 0,1 1 0,-1 0 0,1-1 0,0 1 0,-1-1 0,1 1 0,0-1 0,0 1 0,-1-1 0,1 1 0,0-1 0,0 0 0,0 1 0,0-1 0,0 0 0,-1 0 0,2 0 0,26 9 0,1-2 0,0 0 0,42 2 0,91 0 0,-67-6 0,-85-2 0,-13 1 0,-20 1 0,-65 6 0,-3 0 0,-116 26 0,183-28 0,24-7 0,0 0 0,0 0 0,0 0 0,0 0 0,0 1 0,0-1 0,0 0 0,0 0 0,0 0 0,0 0 0,0 0 0,0 0 0,0 0 0,0 0 0,0 0 0,0 0 0,0 0 0,0 0 0,0 0 0,0 1 0,0-1 0,0 0 0,0 0 0,0 0 0,0 0 0,0 0 0,0 0 0,0 0 0,0 0 0,0 0 0,0 0 0,0 0 0,0 0 0,0 1 0,0-1 0,0 0 0,0 0 0,0 0 0,0 0 0,0 0 0,0 0 0,0 0 0,0 0 0,0 0 0,0 0 0,-1 0 0,1 0 0,39-2 0,88-15-682,212-2-1,-325 20-6143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02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24575,'17'0'0,"0"0"0,-1-2 0,1 1 0,-1-2 0,1 0 0,-1-1 0,0-1 0,0 0 0,-1-1 0,29-16 0,-40 20 0,-1-1 0,1 1 0,-1 1 0,1-1 0,0 1 0,-1-1 0,1 1 0,0 0 0,0 0 0,5 0 0,-6 1 0,-1 1 0,0-1 0,1 0 0,-1 1 0,0 0 0,0-1 0,1 1 0,-1 0 0,0 0 0,0 0 0,0 1 0,0-1 0,0 0 0,-1 1 0,1-1 0,0 1 0,0 0 0,2 3 0,3 5 0,1 1 0,-1 0 0,-1 1 0,0-1 0,-1 1 0,0 0 0,-1 1 0,0-1 0,3 22 0,0 13 0,0 61 0,-6-96 0,1 43 0,-1 3 0,12 71 0,0-64 0,12 107 0,-24-169 0,-1 0 0,0 0 0,0 0 0,0 0 0,-1 0 0,1 0 0,-1 0 0,0 0 0,1 0 0,-1 0 0,0 0 0,-1 0 0,1-1 0,0 1 0,-1 0 0,0-1 0,0 0 0,1 1 0,-1-1 0,-4 3 0,2-1 0,-1-1 0,0 0 0,0-1 0,0 1 0,-1-1 0,1 0 0,0 0 0,-1-1 0,0 1 0,-5 0 0,-12 0-682,-37 1-1,40-3-6143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05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0 501 24575,'141'305'0,"-22"-44"0,-115-252 0,-1-4 0,0 1 0,0 0 0,0-1 0,6 8 0,-8-11 0,1-1 0,-1 0 0,0 0 0,0 0 0,0 0 0,0 0 0,1 0 0,-1-1 0,1 1 0,-1 0 0,0-1 0,1 1 0,-1-1 0,1 1 0,-1-1 0,1 0 0,-1 0 0,1 0 0,-1 1 0,1-1 0,0-1 0,-1 1 0,3 0 0,5-3 0,0 0 0,0-1 0,0 0 0,0 0 0,-1-1 0,0 0 0,0 0 0,13-12 0,-2 2 0,370-310-643,-226 182 468,178-140 175,-99 83 0,-220 182 103,-14 13-251,0-1 0,-1-1 0,0 1 0,0-1 0,0-1 0,0 1 0,-1-1 0,9-16 0,-10 12-5996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13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 24575,'1'1'0,"-1"0"0,1 0 0,0 0 0,-1-1 0,1 1 0,0 0 0,0-1 0,0 1 0,0-1 0,-1 1 0,1-1 0,0 1 0,0-1 0,0 1 0,0-1 0,0 0 0,0 0 0,0 1 0,0-1 0,0 0 0,0 0 0,0 0 0,1 0 0,1 0 0,67 7 0,129-5 0,-106-3 0,103 0 0,-268-3 0,-96-17 0,-14-2 0,37 16 0,143 5 0,8-1 0,15-2 0,82-8-1365,-54 8-5461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14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175 108 24575,'0'1'0,"0"-1"0,1 1 0,-1-1 0,0 1 0,0-1 0,1 0 0,-1 1 0,0-1 0,1 1 0,-1-1 0,1 0 0,-1 0 0,0 1 0,1-1 0,-1 0 0,1 1 0,-1-1 0,1 0 0,-1 0 0,1 0 0,-1 0 0,1 1 0,-1-1 0,1 0 0,0 0 0,18 3 0,-16-3 0,42 2 0,0-2 0,89-10 0,-87 5 0,318-46 0,38-3 0,-385 53 0,-16 3 0,-29 5 0,-43 5 0,-89 1 0,-75-9 0,101-3 0,-427 25 0,540-24 0,14-2 0,-1 0 0,0 1 0,1-1 0,-1 2 0,0-1 0,1 1 0,-11 4 0,17-3 0,8-1 0,17 1 0,44 0 0,-44-3 0,919-21-787,-845 12-448,-31 1-4934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1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24575,'11'-1'0,"-1"0"0,0 0 0,0-2 0,0 1 0,15-7 0,9-1 0,409-95 0,-379 92 0,75-5 0,-130 16 0,-8 0 0,-19-2 0,-10 2 0,-1 2 0,1 1 0,-1 2 0,-44 9 0,-112 36 0,152-38 0,0-1 0,15-4 0,0 0 0,1 1 0,-1 0 0,-19 12 0,30-12 0,10-3 0,17-5 0,47-12 41,-1-4 0,84-34 1,35-10-1531,-160 55-5337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28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24575,'0'0'0,"0"1"0,0-1 0,0 1 0,0-1 0,1 1 0,-1-1 0,0 0 0,0 1 0,1-1 0,-1 0 0,0 1 0,1-1 0,-1 0 0,0 1 0,1-1 0,-1 0 0,1 0 0,-1 1 0,0-1 0,1 0 0,-1 0 0,1 0 0,-1 0 0,0 1 0,1-1 0,-1 0 0,1 0 0,17 2 0,-14-1 0,314 7 0,-205-9 0,151 0 0,393 9 0,-257 51 0,-104-10 0,-153-39 0,161-9 0,-156-3 0,-75 1-106,213 8-1153,-251-3-5567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31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603 40 24575,'-5'0'0,"2"0"0,1 0 0,-1 0 0,1 0 0,-1-1 0,0 1 0,1-1 0,-6-1 0,8 0 0,5 0 0,12-1 0,320-6 0,-220 10 0,562 0 0,-720 6 0,-943 77-1557,620-58 1604,96-6-320,206-13 273,54-4 0,18 0 0,157 4 0,-108-6 0,167 0 0,1405-1-494,-1164 0 422,-592-8 72,39 2 0,-576 10 491,9 56-1,636-58-490,-198 32 0,194-27 0,21-6 0,0-1 0,0 0 0,0 0 0,0 0 0,0 1 0,0-1 0,0 0 0,0 0 0,0 0 0,0 1 0,0-1 0,0 0 0,1 0 0,-1 0 0,0 1 0,0-1 0,0 0 0,0 0 0,0 0 0,0 0 0,0 1 0,1-1 0,-1 0 0,0 0 0,0 0 0,0 0 0,0 0 0,1 0 0,-1 0 0,0 1 0,0-1 0,0 0 0,1 0 0,-1 0 0,0 0 0,0 0 0,0 0 0,1 0 0,-1 0 0,0 0 0,0 0 0,0 0 0,1 0 0,-1 0 0,0 0 0,49 4 0,93-7 0,92-16 0,1109-152-2448,-1019 125 3043,-207 28-500,-77 8-95,-40 10 0,1 0 0,-1 0 0,0 0 0,0-1 0,0 1 0,0 0 0,0 0 0,0 0 0,0 0 0,1 0 0,-1 0 0,0 0 0,0 0 0,0 0 0,0 0 0,0 0 0,0 0 0,0 0 0,0 0 0,0-1 0,0 1 0,0 0 0,1 0 0,-1 0 0,0 0 0,0 0 0,0 0 0,0 0 0,0 0 0,0-1 0,0 1 0,0 0 0,0 0 0,0 0 0,0 0 0,0 0 0,0 0 0,0 0 0,0-1 0,0 1 0,0 0 0,0 0 0,0 0 0,0 0 0,-1 0 0,1 0 0,0 0 0,0-1 0,0 1 0,0 0 0,0 0 0,0 0 0,0 0 0,0 0 0,0 0 0,0 0 0,0 0 0,-1 0 0,1 0 0,0 0 0,0 0 0,0 0 0,0 0 0,0 0 0,0-1 0,0 1 0,-1 0 0,-22-4 0,-176-2 0,150 6 0,-1299 49 1062,1263-40-997,71-3-65,14-6 0,0 0 0,0 0 0,0 1 0,0-1 0,0 0 0,0 0 0,0 1 0,0-1 0,0 0 0,0 0 0,0 1 0,0-1 0,0 0 0,0 0 0,1 1 0,-1-1 0,0 0 0,0 0 0,0 0 0,0 0 0,1 1 0,-1-1 0,0 0 0,0 0 0,1 0 0,-1 0 0,0 0 0,0 1 0,0-1 0,1 0 0,-1 0 0,0 0 0,0 0 0,1 0 0,-1 0 0,0 0 0,0 0 0,1 0 0,0 0 0,18 4 0,1 0 0,25 1 0,125 6 0,1348-24-1042,-1458 9-4108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46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24575,'508'-18'0,"-132"2"0,4 14 1,-230 2-1367,-124 0-5460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47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24575,'6'6'0,"17"8"0,20 5 0,20-1 0,18-4 0,12-4 0,4-4 0,-4-2 0,-11-3 0,-17-1 0,-19 0-8191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47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24575,'-3'0'0,"-4"0"0,-1 3 0,25 4 0,43 3 0,29 1 0,35-2 0,45-2 0,23-3 0,15-1-984,-9-2 984,-9-1 0,-27 2 0,-35 2 0,-37-1 0,-33 3 0,-26 0-7207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58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3 24575,'2'-3'0,"5"9"0,21 28 0,-2 1 0,-1 2 0,28 57 0,-37-66 0,106 212 0,-98-182 0,-2 2 0,18 79 0,-40-138 0,1 0 0,-1 1 0,0-1 0,1 0 0,-1 1 0,0-1 0,0 1 0,0-1 0,0 1 0,0-1 0,0 0 0,-1 1 0,1-1 0,0 1 0,-1-1 0,1 0 0,-1 1 0,1-1 0,-1 0 0,-1 2 0,1-2 0,0 0 0,0-1 0,0 1 0,0 0 0,0-1 0,-1 1 0,1-1 0,0 1 0,0-1 0,0 0 0,-1 0 0,1 1 0,0-1 0,0 0 0,-1 0 0,1 0 0,0 0 0,-2-1 0,-7-1 0,0 0 0,0-1 0,0 0 0,-13-7 0,16 7 0,-22-11 0,0-2 0,1-1 0,0-1 0,1-1 0,2-1 0,0-2 0,-42-46 0,31 25 0,2-1 0,2-1 0,-46-88 0,74 123 0,11 13 0,20 23 0,163 186 0,-101-108 0,121 110 0,-188-195 0,0-2 0,2 0 0,0-1 0,1-2 0,0 0 0,1-2 0,33 11 0,-39-16 0,-1-2 0,1-1 0,0 0 0,1-1 0,-1-2 0,0 0 0,1-1 0,-1 0 0,0-2 0,39-8 0,-49 7 0,1 0 0,-1-1 0,0-1 0,0 1 0,0-1 0,0-1 0,-1 0 0,0 0 0,0-1 0,9-10 0,-7 6 0,0-1 0,-1 0 0,-1-1 0,0 0 0,-1-1 0,10-22 0,-7 8 0,0-2 0,-3 1 0,0-1 0,-2 0 0,-1-1 0,2-56 0,-6 66-273,-2 1 0,0-1 0,-1 0 0,-6-25 0,3 27-6553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3:25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721 331 24575,'-218'0'0,"207"1"0,0 0 0,1 0 0,-1 1 0,0 1 0,0 0 0,1 1 0,0 0 0,0 0 0,0 1 0,-16 10 0,-7 8 0,-48 42 0,40-31 0,33-27 0,-1 0 0,1 2 0,1-1 0,-1 1 0,2 0 0,-1 0 0,1 0 0,0 1 0,1 0 0,0 1 0,1-1 0,0 1 0,1-1 0,0 1 0,0 0 0,1 1 0,1-1 0,-1 16 0,-13 268 0,13-246 0,-1-9 0,2 1 0,9 72 0,-4-96 0,0 0 0,2-1 0,0 1 0,1-1 0,1-1 0,0 1 0,1-1 0,0-1 0,2 1 0,13 14 0,17 16 0,70 58 0,-111-103 0,29 24 0,1-1 0,1-2 0,1-1 0,0-1 0,2-2 0,45 17 0,-35-19 0,2-1 0,0-3 0,0-2 0,75 6 0,-3-8 0,193-13 0,-243-4 0,-2-3 0,1-3 0,71-27 0,-90 27 0,-2-2 0,56-30 0,-94 44 0,0 0 0,0-1 0,-1 0 0,1-1 0,-1 0 0,0 0 0,-1 0 0,0-1 0,0 0 0,0 0 0,-1-1 0,0 0 0,0 0 0,-1 0 0,0 0 0,-1 0 0,1-1 0,-2 0 0,4-14 0,45-303 0,-23 153 0,4-203 0,-31 357 0,-2-1 0,0 1 0,-1 0 0,-1 0 0,-1 0 0,0 0 0,-2 0 0,0 1 0,-1 0 0,-1 0 0,-1 1 0,0 0 0,-1 1 0,-1 0 0,0 0 0,-1 1 0,-1 0 0,-22-18 0,6 6 0,-1 1 0,-2 2 0,0 1 0,-2 2 0,0 1 0,-1 2 0,-1 1 0,-1 2 0,0 1 0,-1 2 0,-43-8 0,36 14 0,0 2 0,0 1 0,-80 7 0,-133 35 0,2 31 0,7 21 0,-47 51 0,260-124 0,32-15 0,0 0 0,-1 1 0,1-1 0,0 1 0,1 0 0,-1 0 0,1 0 0,0 0 0,-1 0 0,2 1 0,-5 8 0,5-8 0,-1-1 0,1 1 0,-1-1 0,0 0 0,0 0 0,0 0 0,0 0 0,-1 0 0,0-1 0,0 1 0,0-1 0,-7 4 0,-17 3-1365,-2-4-5461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3:55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 24575,'0'-3'0,"9"-1"0,18-3 0,19-3 0,15-3 0,4-2 0,5-5 0,-5 1 0,-9 4 0,-18 2 0,-16 2-8191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3:56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24575,'6'0'0,"26"0"0,32 0 0,37-6 0,32-5 0,18-1 0,3-1 0,-15 2 0,-25 2 0,-38 3 0,-32 3-8191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3:59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 1 24575,'-39'0'0,"-116"2"0,124 0 0,-1 2 0,-55 13 0,73-13 0,0 0 0,0 1 0,1 0 0,-1 1 0,1 1 0,1 0 0,-1 1 0,1 0 0,1 1 0,-1 0 0,1 1 0,1 0 0,0 0 0,1 1 0,0 1 0,0 0 0,1 0 0,-12 26 0,2 4 0,2 1 0,-20 86 0,-3 94 0,30-160 0,4-1 0,2 1 0,2 1 0,4-1 0,2-1 0,3 1 0,3-1 0,2 0 0,3-1 0,3-1 0,3-1 0,35 71 0,2-20 0,5-2 0,4-4 0,108 127 0,-142-192 0,2-2 0,2-1 0,1-2 0,1-1 0,59 35 0,-75-53 0,1-2 0,1 0 0,0-2 0,1-1 0,0-1 0,1-1 0,-1-2 0,2 0 0,-1-2 0,0-1 0,34-1 0,-47-3 0,1-1 0,-1 0 0,0-1 0,-1-1 0,1 0 0,-1-1 0,1 0 0,-1-2 0,-1 1 0,1-2 0,-1 0 0,-1 0 0,1-1 0,-2-1 0,1 0 0,-1 0 0,-1-1 0,18-24 0,-7 5 0,-2 0 0,-1-2 0,-1 0 0,-2-1 0,-2-1 0,18-65 0,-18 47 0,-2 0 0,-2 0 0,-3 0 0,-1-1 0,-5-66 0,-2 86 0,-1 0 0,-2 0 0,-2 0 0,-1 1 0,-1 0 0,-2 0 0,-1 1 0,-1 0 0,-27-43 0,2 17 0,-3 2 0,-2 1 0,-84-80 0,-171-124 0,141 127 0,-208-173 0,280 231-1365,71 60-5461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47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24575,'0'3'0,"6"4"0,8 4 0,23 0 0,40-2 0,38-3 0,23-2 0,24-1 0,6-2 0,-14-1 0,-24 0 0,-35 2 0,-32 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48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4 24575,'-50'-1'0,"31"-1"0,-1 2 0,0 0 0,1 1 0,-26 5 0,44-6 0,-1 1 0,0-1 0,0 1 0,1-1 0,-1 1 0,1 0 0,-1 0 0,0 0 0,1 0 0,-1 0 0,1 0 0,-3 2 0,4-3 0,0 1 0,0-1 0,0 0 0,0 1 0,0-1 0,-1 0 0,1 0 0,0 1 0,0-1 0,0 0 0,0 1 0,0-1 0,0 0 0,0 0 0,0 1 0,0-1 0,0 0 0,0 1 0,0-1 0,0 0 0,0 1 0,0-1 0,1 0 0,-1 0 0,0 1 0,0-1 0,0 1 0,14 7 0,7-2 0,0-1 0,0-1 0,1-1 0,-1-1 0,33-1 0,-24-1 0,-195 25 0,111-17 0,16-3 0,-1 1 0,-46 15 0,85-21 0,0 0 0,0 0 0,0 0 0,0 0 0,1 0 0,-1 0 0,0 0 0,0 0 0,0 0 0,0 0 0,0 1 0,0-1 0,0 0 0,0 0 0,0 0 0,0 0 0,0 0 0,0 0 0,0 0 0,0 0 0,0 0 0,0 0 0,0 0 0,0 0 0,0 1 0,0-1 0,0 0 0,0 0 0,0 0 0,0 0 0,0 0 0,0 0 0,0 0 0,0 0 0,0 0 0,0 0 0,0 0 0,0 0 0,0 0 0,0 1 0,0-1 0,0 0 0,-1 0 0,1 0 0,0 0 0,0 0 0,0 0 0,0 0 0,0 0 0,0 0 0,0 0 0,0 0 0,0 0 0,13 2 0,18 0 0,44-3-1365,-55 0-5461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7:51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234 673 24575,'330'-18'0,"-1"0"0,-161 19 0,154-2 0,-304 1 0,1-2 0,-1 0 0,1-1 0,-1 0 0,0-2 0,0 0 0,-1-1 0,24-12 0,-12 6 0,1 0 0,0 3 0,58-12 0,-39 12 0,-17 3 0,-1 0 0,1-2 0,45-18 0,-50 14 0,-10 5 0,-1 0 0,0 0 0,0-1 0,-1-1 0,-1-1 0,1 0 0,15-16 0,-26 23 0,0-1 0,0 1 0,-1-1 0,0-1 0,0 1 0,0 0 0,0-1 0,0 1 0,-1-1 0,0 0 0,0 0 0,0 0 0,-1 0 0,0 0 0,0 0 0,0 0 0,0-1 0,-1 1 0,0 0 0,0 0 0,0-1 0,-1 1 0,0 0 0,0 0 0,0 0 0,0-1 0,-1 2 0,0-1 0,-3-6 0,-2-3 0,0 1 0,-1 0 0,-1 0 0,0 1 0,0 0 0,-16-13 0,17 17 0,-2 1 0,1 0 0,-1 0 0,0 1 0,-1 1 0,1-1 0,-1 2 0,-19-7 0,-42-10 0,-1 3 0,-149-16 0,148 32 0,-94 7 0,-72 22 0,146-16 0,-44-2 0,49-5 0,63-1 0,-40 11 0,41-9 0,-44 6 0,63-11 0,-13 1 0,0 0 0,0 1 0,1 1 0,0 0 0,-1 2 0,1 0 0,-26 11 0,31-11 0,0 0 0,0-1 0,-1-1 0,0 0 0,-19 1 0,-6 2 0,19-3 0,-89 20 0,96-19 0,-1 1 0,1 0 0,-1 1 0,2 0 0,-21 14 0,11-7 0,19-12 0,0 1 0,0 0 0,0-1 0,0 1 0,0 0 0,0 0 0,1 1 0,-1-1 0,1 0 0,-1 1 0,1 0 0,0-1 0,0 1 0,0 0 0,0 0 0,1 0 0,-1 1 0,1-1 0,-1 0 0,1 0 0,-1 7 0,0 5 0,1 0 0,1 0 0,0 0 0,1 0 0,2 16 0,-1-25 0,-1 1 0,1 0 0,1-1 0,-1 1 0,1-1 0,0 1 0,0-1 0,1 0 0,0 0 0,0-1 0,0 1 0,10 8 0,68 50 0,-57-46 0,-1 1 0,32 32 0,-45-40-1365,-2-4-5461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07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1401 284 24575,'-77'4'0,"0"3"0,-77 18 0,123-20 0,-25 7 0,0 3 0,-76 29 0,-101 56 0,123-50 0,95-44 0,0 1 0,0 1 0,0 1 0,-14 11 0,23-15 0,0 0 0,0 1 0,1 0 0,-1 0 0,1 1 0,1-1 0,-1 1 0,1 0 0,0 1 0,-4 10 0,-202 613 0,173-494 0,-19 143 0,44-187 0,3 1 0,7 144 0,65 237 0,-46-387 0,4-1 0,3-1 0,5-1 0,3-2 0,50 95 0,-52-125 0,1-1 0,3-1 0,2-2 0,2-2 0,2-1 0,2-2 0,2-2 0,80 59 0,-57-55 0,144 74 0,-166-99 0,2-3 0,0-1 0,1-2 0,76 12 0,-46-17 0,0-5 0,0-2 0,0-4 0,0-4 0,0-3 0,108-25 0,449-153 0,-315 81 0,120-9 0,-393 103 0,56-19 0,-87 24 0,0-1 0,0 0 0,-1-1 0,0-1 0,-1-1 0,0 0 0,14-12 0,-6 0 0,-1-1 0,35-47 0,26-58 0,-55 84 0,57-91-67,111-184-368,-22-9 143,-148 270 292,33-109 0,-50 136 0,-1 0 0,-2 0 0,-1-1 0,-1 1 0,-3-50 0,-2 64 47,-1 0 1,0 0-1,-1 0 1,-1 0-1,-1 1 1,-15-30-1,-59-89 389,60 105-410,-69-111-26,-231-342 0,250 389 0,-4 3 0,-163-153 0,176 193 0,-2 4 0,-2 2 0,-122-64 0,-229-67 0,346 153 0,-1 3 0,-1 3 0,-102-10 0,44 16 0,-138 7 0,252 4 0,-19 0 0,-1 1 0,1 2 0,1 1 0,-67 17 0,9 10-1365,69-24-5461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08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0 24575,'0'3'0,"-3"1"0,-4 0 0,-4-1 0,-3 2 0,-2 1 0,-1-2 0,-1-1 0,-1 0 0,1-2 0,6-1 0,8 1 0,7-2 0,7 1 0,5 0 0,2 0 0,-2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10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338 112 24575,'-38'-13'0,"28"11"0,-1 1 0,1 1 0,-1 0 0,0 1 0,1-1 0,-1 2 0,1 0 0,-1 0 0,1 1 0,-19 7 0,8 0 0,0 0 0,1 1 0,-38 28 0,55-36 0,-1 0 0,0 1 0,1 0 0,0 0 0,0 0 0,0 0 0,0 0 0,1 0 0,0 1 0,0-1 0,0 1 0,0 0 0,1-1 0,-1 1 0,0 7 0,0 7 0,0 0 0,2 31 0,0-32 0,1-6 0,0 0 0,1 0 0,1 0 0,-1 0 0,2 0 0,0-1 0,0 1 0,1-1 0,13 20 0,5 5 0,40 47 0,-53-70 0,1 0 0,0 0 0,1-1 0,1-1 0,-1 0 0,28 17 0,-32-25 0,0 0 0,0-1 0,1 0 0,-1 0 0,1-1 0,-1 0 0,13-1 0,33 5 0,-21 4 0,-21-5 0,0-1 0,0 0 0,1-1 0,15 1 0,-24-3 0,-1 0 0,1 0 0,-1-1 0,0 1 0,1-1 0,-1 0 0,0 0 0,1 0 0,-1 0 0,0 0 0,0-1 0,0 0 0,0 1 0,0-1 0,-1 0 0,1 0 0,0-1 0,-1 1 0,0-1 0,4-3 0,1-5 0,-1 1 0,0-1 0,0 0 0,-1-1 0,7-22 0,9-62 0,-19 81 0,0 0 0,-1-1 0,0 1 0,-1 0 0,-1-1 0,0 1 0,-1 0 0,-1 0 0,-1 0 0,0 0 0,0 0 0,-12-23 0,-2-3 0,9 20 0,-18-35 0,23 50 0,0 0 0,0 0 0,-1 1 0,0-1 0,0 1 0,0 0 0,0 1 0,-1-1 0,-10-6 0,6 4 0,-1-1 0,1 0 0,0 0 0,1-1 0,-12-15 0,11 13 0,0 1 0,0-1 0,-22-15 0,-4 5-1365,21 12-5461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17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19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22 24575,'0'-1'0,"0"0"0,-1 0 0,1 0 0,-1 1 0,1-1 0,0 0 0,-1 1 0,1-1 0,-1 0 0,0 1 0,1-1 0,-1 0 0,1 1 0,-1-1 0,0 1 0,1 0 0,-1-1 0,0 1 0,0-1 0,0 1 0,1 0 0,-1-1 0,0 1 0,0 0 0,0 0 0,1 0 0,-3 0 0,-26-4 0,26 4 0,-17-1 0,0 0 0,0 2 0,-21 2 0,34-2 0,1 0 0,-1 1 0,1 0 0,0 0 0,0 0 0,0 1 0,0 0 0,0 0 0,1 1 0,0-1 0,-1 1 0,1 0 0,-6 7 0,-8 11 0,2 0 0,1 1 0,0 0 0,2 2 0,-15 31 0,25-46 0,0 0 0,1 0 0,0 1 0,1-1 0,0 1 0,0 0 0,1-1 0,1 1 0,0 0 0,0 0 0,1-1 0,0 1 0,1 0 0,0-1 0,1 1 0,0-1 0,1 0 0,0 0 0,0 0 0,10 15 0,7 9 0,2 0 0,2-2 0,0 0 0,55 50 0,-66-71 0,1 0 0,0 0 0,0-1 0,1-1 0,1-1 0,0 0 0,0-2 0,0 1 0,1-2 0,21 4 0,2-2 0,1-2 0,-1-1 0,58-3 0,-92-2 0,0 1 0,0-1 0,0 0 0,0 0 0,0-1 0,0 0 0,0 0 0,-1 0 0,1-1 0,9-6 0,-12 7 0,-1-1 0,0 1 0,0-1 0,0 0 0,0 0 0,-1 0 0,1 0 0,-1 0 0,0-1 0,0 1 0,0-1 0,0 0 0,-1 1 0,1-1 0,-1 0 0,0 0 0,0 0 0,0 0 0,0-7 0,0-8 0,-1 1 0,-1-1 0,0 0 0,-1 1 0,-1-1 0,-1 1 0,-8-23 0,3 17 0,-1 0 0,-2 0 0,0 1 0,-25-34 0,-58-86 0,83 127 0,-22-24 0,-2-3 0,30 36 0,-1 0 0,0 0 0,0 0 0,0 1 0,-1 0 0,0 0 0,-10-5 0,-63-27 0,63 30 0,4 0-1365,3 1-5461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20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1 227 24575,'12'1'0,"0"0"0,0 1 0,0 0 0,0 1 0,11 4 0,23 5 0,22 0 0,126 7 0,75-21 0,-123-9 0,-1-6 0,209-52 0,-324 62 0,-1-1 0,0-2 0,31-13 0,-56 21 0,-1 0 0,1 0 0,0-1 0,-1 1 0,1-1 0,-1 0 0,5-4 0,-8 6 0,1 0 0,-1 1 0,1-1 0,-1 0 0,1 0 0,-1 0 0,0 1 0,1-1 0,-1 0 0,0 0 0,0 0 0,1 0 0,-1 0 0,0 0 0,0 0 0,0 1 0,0-1 0,0 0 0,0 0 0,-1 0 0,1 0 0,0 0 0,0 0 0,-1 0 0,1 1 0,0-1 0,-1 0 0,1 0 0,-1 0 0,1 1 0,-1-1 0,1 0 0,-1 1 0,0-1 0,1 0 0,-1 1 0,0-1 0,0 1 0,1-1 0,-1 1 0,-1-1 0,-9-5 0,0 0 0,-1 1 0,0 0 0,0 1 0,-1 0 0,1 1 0,-14-2 0,15 3 0,-70-14 0,0 4 0,-1 4 0,-1 3 0,1 4 0,-1 4 0,-131 20 0,214-23 0,-22 3 0,-1 2 0,1 0 0,-38 15 0,48-12 0,12-2 0,2-5 0,0 0 0,0 0 0,0 0 0,0 0 0,0-1 0,1 1 0,-1-1 0,0 1 0,3-1 0,30 5 0,1-3 0,61-3 0,75-15 0,-155 15 0,219-35-1365,-191 27-5461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21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19 24575,'-2'-2'0,"-1"0"0,0 1 0,1-1 0,-1 0 0,0 1 0,0 0 0,0 0 0,0 0 0,0 0 0,0 0 0,-1 0 0,-4 0 0,-44 0 0,35 1 0,-12 2 0,1 0 0,-1 2 0,1 1 0,-39 13 0,63-17 0,0 0 0,0 1 0,0-1 0,0 1 0,1 0 0,-1 0 0,0 0 0,1 1 0,0-1 0,-1 1 0,1 0 0,0 0 0,0 0 0,1 0 0,-1 0 0,1 1 0,-1-1 0,1 1 0,0 0 0,0-1 0,1 1 0,-1 0 0,-1 6 0,0 6 0,1 0 0,0 0 0,1 0 0,3 30 0,-2-18 0,1-19 0,0 0 0,1-1 0,-1 1 0,2-1 0,-1 1 0,1-1 0,0 0 0,1 0 0,7 13 0,1-3 0,0 0 0,27 28 0,-26-34 0,0-1 0,2-1 0,-1 0 0,1-1 0,25 12 0,-27-14 0,2-1 0,1 0 0,0-1 0,0 0 0,0-2 0,1 1 0,-1-2 0,1 0 0,0-2 0,-1 1 0,27-4 0,-40 2 0,-1 1 0,1-1 0,0 1 0,-1-1 0,1 0 0,-1 0 0,1 0 0,-1 0 0,0-1 0,1 1 0,-1 0 0,0-1 0,0 0 0,0 0 0,0 1 0,0-1 0,1-3 0,3-3 0,-1 0 0,0-1 0,5-13 0,8-13 0,-14 28 0,-1 1 0,0-1 0,0 0 0,-1 0 0,0 0 0,0 0 0,-1-1 0,1 1 0,-2 0 0,1-1 0,-1 1 0,0-1 0,0 1 0,-1 0 0,0-1 0,-1 1 0,-2-10 0,-2-3 0,-1 2 0,-1-1 0,0 1 0,-1 0 0,-15-20 0,17 28 0,0 0 0,0 0 0,-1 1 0,0 0 0,0 1 0,-1 0 0,-1 0 0,1 1 0,-1 0 0,0 1 0,-1 0 0,0 0 0,-12-3 0,-9-4-1365,19 8-5461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18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1 229 24575,'19'21'0,"-1"2"0,27 41 0,-6-7 0,-38-56 0,0 1 0,0 0 0,1 0 0,-1-1 0,0 1 0,1 0 0,-1-1 0,1 0 0,0 1 0,-1-1 0,1 0 0,0 0 0,0 0 0,0 0 0,0 0 0,0 0 0,0 0 0,0-1 0,3 1 0,-2-1 0,0-1 0,-1 0 0,1 0 0,0 0 0,0 0 0,0 0 0,-1 0 0,1-1 0,-1 1 0,1-1 0,-1 0 0,0 0 0,4-4 0,37-29 0,2 2 0,1 2 0,1 2 0,62-28 0,214-69 0,-220 96 0,128-21 0,-224 50 0,0-1 0,0 2 0,0-1 0,1 1 0,-1 0 0,0 0 0,1 1 0,-1 0 0,0 0 0,0 1 0,0 0 0,0 0 0,0 1 0,-1 0 0,1 0 0,-1 0 0,0 1 0,1 0 0,7 7 0,17 16-2,0 2-1,-2 1 1,32 43-1,-6-8-1352,-35-43-5471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19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1210 1 24575,'-464'0'0,"458"0"0,0 0 0,-1 0 0,1 1 0,0-1 0,0 1 0,0 1 0,0-1 0,0 1 0,0 0 0,0 1 0,0-1 0,1 1 0,0 0 0,-1 1 0,1-1 0,-5 6 0,-131 115 0,-117 93 0,59-79 0,195-136 0,1 0 0,0 0 0,0 1 0,0-1 0,0 1 0,1 0 0,-1 0 0,1 0 0,0 0 0,-1 0 0,1 1 0,-2 4 0,3-2 0,-1 0 0,1 0 0,0 0 0,0 0 0,1 0 0,0 0 0,1 8 0,2 161 0,6 95 0,-6-245 0,1 0 0,1-1 0,1 1 0,1-1 0,1 0 0,1-1 0,1 0 0,1-1 0,19 31 0,-8-20 0,1-1 0,2-1 0,1-1 0,1-1 0,1-1 0,58 42 0,-43-39 0,2-3 0,1-1 0,2-3 0,74 28 0,-80-37 0,0-2 0,1-2 0,0-2 0,1-2 0,0-1 0,0-3 0,0-1 0,0-3 0,76-9 0,-101 6 0,0-1 0,0 0 0,-1-2 0,1 0 0,-1-1 0,-1-1 0,0 0 0,0-1 0,28-23 0,-25 16 0,-1-2 0,-1 0 0,0-1 0,-2-1 0,0-1 0,20-36 0,-12 9 0,-2 0 0,-3-2 0,-1-1 0,-3 0 0,-2-1 0,9-83 0,-15 76 0,-3-2 0,-5-98 0,-3 121 0,-1-1 0,-2 1 0,-2 0 0,-1 1 0,-17-39 0,-52-96 0,24 60 0,39 61 0,14 45 0,1 1 0,-1-1 0,0 0 0,0 1 0,-1-1 0,0 1 0,0 0 0,0 0 0,-1 0 0,0 1 0,0-1 0,-6-5 0,3 4-85,0 0 0,0 1-1,-1 0 1,0 1 0,0-1-1,0 1 1,-1 1 0,1 0-1,-1 0 1,-1 0 0,1 1-1,0 1 1,-1 0 0,1 0-1,-18-1 1,12 3-6741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21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75 297 24575,'-19'1'0,"14"0"0,0-1 0,0 0 0,0 0 0,1 0 0,-1-1 0,0 1 0,0-1 0,-8-2 0,13 2 0,0 1 0,-1 0 0,1-1 0,0 1 0,0 0 0,-1-1 0,1 1 0,0 0 0,0-1 0,-1 1 0,1 0 0,0-1 0,0 1 0,0 0 0,0-1 0,0 1 0,0-1 0,0 1 0,-1 0 0,1-1 0,0 1 0,0-1 0,0 1 0,1-1 0,-1 1 0,0 0 0,0-1 0,0 1 0,0-1 0,0 1 0,0 0 0,1-1 0,-1 1 0,0 0 0,0-1 0,0 1 0,1 0 0,-1-1 0,0 1 0,1 0 0,-1-1 0,0 1 0,1 0 0,-1 0 0,0-1 0,1 1 0,-1 0 0,1 0 0,19-15 0,20-7 0,-27 15 0,0 0 0,-1 0 0,1-1 0,-2-1 0,21-18 0,-31 26 0,0-1 0,0 1 0,0 0 0,0 0 0,0-1 0,-1 1 0,1-1 0,-1 1 0,1-1 0,-1 1 0,1-1 0,-1 1 0,0-1 0,1 1 0,-1-1 0,0 1 0,0-1 0,0 1 0,-1-3 0,1 1 0,-1 0 0,0 0 0,0 0 0,-1 0 0,1 0 0,-1 1 0,1-1 0,-1 0 0,-2-2 0,-4-4 0,-1-1 0,0 1 0,-17-12 0,24 19 0,-78-53 0,74 49 0,14 8 0,16 8 0,52 26 0,33 18 0,-91-44 0,-1 1 0,0 0 0,29 27 0,-42-34 0,0 1 0,-1 0 0,1 0 0,-1 0 0,0 1 0,0-1 0,-1 1 0,0-1 0,1 1 0,-2 0 0,1 0 0,-1 0 0,0 0 0,0 0 0,-1 0 0,0 0 0,0 0 0,0 0 0,-1 0 0,-2 11 0,1-6 0,-1 1 0,0-1 0,-1 1 0,-1-1 0,0 0 0,0-1 0,-1 1 0,0-1 0,-13 16 0,19-26-9,-5 6-217,0-1 0,0 1 0,0-1 0,-1 0 0,-10 7 0,4-5-6600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53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8:55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3 24575,'-29'-2'0,"-24"1"0,49 1 0,0 1 0,0-1 0,0 1 0,1 0 0,-1 0 0,0 0 0,1 0 0,-1 1 0,0-1 0,-3 3 0,6-3 0,0-1 0,1 1 0,-1-1 0,0 1 0,0 0 0,1-1 0,-1 1 0,0 0 0,1 0 0,-1-1 0,1 1 0,-1 0 0,1 0 0,-1 0 0,1 0 0,0 0 0,-1 0 0,1 0 0,0 0 0,0 0 0,0 0 0,-1 0 0,1 0 0,0 0 0,0 0 0,1 0 0,-1 0 0,0 0 0,0 0 0,0-1 0,1 1 0,0 2 0,-1-3 0,0 1 0,0-1 0,0 0 0,0 1 0,0-1 0,0 0 0,0 1 0,0-1 0,0 0 0,0 1 0,0-1 0,0 0 0,0 1 0,0-1 0,-1 0 0,1 1 0,0-1 0,0 0 0,0 1 0,0-1 0,-1 0 0,1 1 0,0-1 0,0 0 0,-1 0 0,1 1 0,0-1 0,0 0 0,-1 0 0,1 1 0,0-1 0,-1 0 0,1 0 0,0 0 0,-1 0 0,1 0 0,0 0 0,-1 1 0,1-1 0,-1 0 0,1 0 0,-21 2 0,18-2 0,-95 1 0,69-3 0,-1 2 0,0 1 0,-48 9 0,76-9 0,-1-1 0,0 1 0,1 0 0,-1 0 0,1 0 0,-1 0 0,1 0 0,0 1 0,-3 1 0,5-3 0,0 0 0,0 0 0,0 0 0,0 0 0,-1 0 0,1 0 0,0 1 0,0-1 0,0 0 0,0 0 0,0 0 0,0 0 0,0 1 0,0-1 0,0 0 0,0 0 0,0 0 0,0 0 0,0 0 0,0 1 0,0-1 0,0 0 0,0 0 0,0 0 0,0 0 0,0 1 0,0-1 0,0 0 0,0 0 0,0 0 0,0 0 0,0 1 0,0-1 0,0 0 0,0 0 0,1 0 0,-1 0 0,0 0 0,0 0 0,0 1 0,0-1 0,0 0 0,16 5 0,28-1 0,-41-4 0,-1 0 0,1 0 0,0 0 0,-1 0 0,1 0 0,-1 0 0,1-1 0,0 0 0,-1 1 0,1-1 0,-1 0 0,1 0 0,3-2 0,-6 2 0,0 1 0,0 0 0,0-1 0,0 1 0,0 0 0,0-1 0,0 1 0,0 0 0,-1-1 0,1 1 0,0 0 0,0-1 0,0 1 0,0 0 0,0 0 0,-1-1 0,1 1 0,0 0 0,0-1 0,-1 1 0,1 0 0,0 0 0,0 0 0,-1-1 0,1 1 0,0 0 0,0 0 0,-1 0 0,1 0 0,0 0 0,-1-1 0,1 1 0,0 0 0,-1 0 0,1 0 0,0 0 0,-1 0 0,-15-6 0,6 3 0,0 0 0,0 1 0,-1 0 0,1 0 0,0 1 0,-15 0 0,25 1-2,0 0 0,-1 0 0,1 0 0,0 0 0,0 0 0,-1 0 0,1 0 0,0 0 0,-1 0 0,1 0 0,0 0-1,0 0 1,-1 0 0,1 0 0,0 0 0,0 0 0,-1 0 0,1 1 0,0-1 0,0 0 0,-1 0 0,1 0 0,0 0 0,0 1 0,-1-1 0,1 0 0,0 0-1,0 0 1,0 1 0,0-1 0,-1 0 0,1 0 0,0 1 0,8 5 163,19 4-1367,-27-10 956,20 6-6576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24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0 24575,'-35'0'0,"28"0"0,25 0 0,27 0 0,-38 0 0,-29 0 0,-90 0 0,266 0-1365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25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90 124 24575,'66'-33'0,"124"-57"0,-316 104 0,-94 6 0,392-19 0,-145-1-1365,-34 0-5461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2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 2014 24575,'1239'0'0,"-1025"13"0,-75-2 0,220-1 0,-240-13 0,121-19 0,48-15 0,-201 31 0,114 5 0,23 16 0,261 6 0,-408-23 0,-1-2 0,1-5 0,-2-2 0,96-28 0,-145 31 0,0-1 0,0-1 0,-1-1 0,0-1 0,-1-1 0,0-1 0,-2-2 0,1 0 0,-2-1 0,0-1 0,-1-1 0,21-27 0,34-47 0,65-77 0,-108 136 0,1 1 0,65-49 0,-76 68 0,-18 12 0,0 0 0,0 0 0,-1 0 0,1-1 0,-1 1 0,1-1 0,-1 0 0,0 0 0,0 0 0,0 0 0,4-7 0,-1-4 0,0 0 0,-1-1 0,0 1 0,2-20 0,8-65 0,-12 75 0,7-56 0,-3-1 0,-6-113 0,-2 183 0,-1 1 0,0-1 0,0 0 0,-1 1 0,-1-1 0,0 1 0,-8-16 0,-45-62 0,42 66 0,-6-6 0,0 1 0,-2 1 0,-1 0 0,-1 2 0,-1 1 0,-41-28 0,26 25 0,0 2 0,-2 2 0,-1 1 0,-47-15 0,15 12 0,-137-25 0,-77 12 0,-104 15 0,149 11 0,-1053-9-801,989 21 715,-356 35 825,621-30-700,0 3 0,0 1-1,-53 20 1,-64 15-46,136-41 7,1 2 0,0 0 0,0 2 0,0 1 0,1 0 0,-39 23 0,26-7 0,0 1 0,2 2 0,1 2 0,-57 66 0,36-29 0,-70 117 0,102-147 0,2 1 0,1 1 0,-18 52 0,29-64 0,1 0 0,1 0 0,1 0 0,2 1 0,1-1 0,1 33 0,6 96 0,-3-144 0,0 0 0,0-1 0,1 1 0,0 0 0,8 16 0,30 56 0,-27-57 0,0 1-118,-4-7 243,23 36-1,-30-52-231,0-1 1,0 0-1,1 0 0,0 0 0,-1 0 0,1-1 0,0 1 0,1-1 0,-1 0 0,1 0 1,-1-1-1,1 1 0,8 2 0,5-1-6719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38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607 70 24575,'610'0'0,"-1074"-8"0,59-1 0,366 9 0,-238-8 0,248 5 0,27 2 0,16 3 0,88 9 0,526 60 0,-584-66 0,-42-6 0,-8-2 0,-16-6 0,-477-97 0,425 96 0,59 12 0,15-2 0,0 0 0,0 0 0,0 1 0,0-1 0,0 0 0,0 0 0,0 0 0,0 1 0,0-1 0,0 0 0,0 0 0,0 0 0,0 1 0,0-1 0,0 0 0,0 0 0,0 0 0,0 0 0,0 1 0,0-1 0,0 0 0,0 0 0,0 0 0,0 1 0,0-1 0,0 0 0,0 0 0,0 0 0,1 0 0,-1 1 0,0-1 0,0 0 0,0 0 0,0 0 0,0 0 0,1 0 0,-1 0 0,0 0 0,0 1 0,0-1 0,0 0 0,1 0 0,-1 0 0,9 6 0,1-1 0,0 0 0,17 6 0,507 145 0,-324-102 0,-174-45 0,-22-7 0,-1 1 0,-1 1 0,1 0 0,0 0 0,-1 1 0,0 1 0,13 8 0,-25-14 0,0 0 0,0 0 0,1 0 0,-1 1 0,0-1 0,0 0 0,1 0 0,-1 1 0,0-1 0,0 0 0,0 0 0,1 0 0,-1 1 0,0-1 0,0 0 0,0 1 0,0-1 0,0 0 0,0 0 0,0 1 0,0-1 0,0 0 0,1 1 0,-1-1 0,0 0 0,0 1 0,-1-1 0,1 0 0,0 1 0,-9 5 0,-7-2 0,-1-1 0,0-1 0,1 0 0,-1-1 0,-17-2 0,3 1 0,-118-1 0,0-6 0,-267-49 0,384 48 0,32 8 0,0 0 0,0 0 0,0 0 0,0 0 0,0 0 0,0 0 0,0 0 0,-1 0 0,1 0 0,0 0 0,0 0 0,0 0 0,0 0 0,0 0 0,0 0 0,0 0 0,0 0 0,0 0 0,-1 0 0,1 0 0,0 0 0,0 0 0,0 0 0,0 0 0,0 0 0,0 0 0,0 0 0,0 0 0,0 0 0,0 0 0,0 0 0,-1 0 0,1 0 0,0 0 0,0-1 0,0 1 0,0 0 0,0 0 0,0 0 0,0 0 0,0 0 0,0 0 0,0 0 0,0 0 0,0 0 0,0 0 0,0-1 0,0 1 0,0 0 0,0 0 0,0 0 0,0 0 0,0 0 0,0 0 0,0 0 0,0 0 0,0 0 0,0-1 0,0 1 0,0 0 0,0 0 0,0 0 0,0 0 0,0 0 0,1 0 0,-1 0 0,0 0 0,9-3 0,15 2 0,114 3-1365,-116-1-5461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2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24575,'1'-11'0,"0"1"0,0-1 0,1 1 0,1-1 0,-1 1 0,2 0 0,-1 0 0,2 0 0,-1 0 0,1 1 0,0 0 0,1 0 0,8-10 0,-10 14 0,1-1 0,0 1 0,0 0 0,0 0 0,1 1 0,-1-1 0,1 1 0,0 0 0,0 1 0,1 0 0,-1 0 0,1 0 0,0 0 0,-1 1 0,1 0 0,0 1 0,0 0 0,0 0 0,0 0 0,12 1 0,-15 1 0,0-1 0,0 1 0,0 0 0,-1 0 0,1 0 0,0 1 0,-1-1 0,1 1 0,-1 0 0,1 0 0,-1 0 0,0 1 0,0-1 0,5 6 0,-3-3 0,-1 0 0,0 1 0,0 0 0,-1-1 0,1 1 0,-1 1 0,0-1 0,2 8 0,-2-5 0,-1 0 0,0 0 0,0 1 0,-1-1 0,0 0 0,-1 1 0,0-1 0,0 0 0,-1 1 0,0-1 0,-1 0 0,-5 17 0,4-20 0,0-1 0,0 1 0,0-1 0,-1 0 0,0 0 0,0 0 0,0-1 0,-1 1 0,0-1 0,-7 5 0,8-5 0,3-4 0,0 1 0,1 0 0,-1 0 0,0 0 0,1 0 0,-1 0 0,1 0 0,-1 0 0,1 0 0,-1 0 0,1 0 0,-1 0 0,1 0 0,0 0 0,0 1 0,0-1 0,0 0 0,0 0 0,0 0 0,0 0 0,0 0 0,0 1 0,0-1 0,0 0 0,1 0 0,-1 0 0,0 0 0,1 0 0,-1 0 0,1 0 0,0 0 0,-1 0 0,1 0 0,0 0 0,-1 0 0,2 1 0,5 6 0,0 0 0,1-1 0,9 9 0,-2-2 0,1 2 0,-1 1 0,0 1 0,13 21 0,-24-32 0,0 0 0,-1 0 0,1 0 0,-1 1 0,-1-1 0,1 1 0,-1-1 0,-1 1 0,1 0 0,-1 0 0,-1-1 0,0 15 0,0-19 4,0 0 0,-1-1 0,0 1-1,0-1 1,0 1 0,0-1 0,0 1 0,0-1 0,0 0-1,-1 1 1,1-1 0,-1 0 0,0 0 0,0 0-1,1 0 1,-1-1 0,0 1 0,-1 0 0,1-1-1,0 1 1,0-1 0,-1 0 0,1 0 0,-1 0 0,1 0-1,-1 0 1,1 0 0,-4 0 0,-7 1-243,0 0 0,-1-1 0,1 0 0,-16-2 0,24 1-42,-23 0-6545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5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0 24575,'-5'4'0,"1"-1"0,0 1 0,0 0 0,0 0 0,0 0 0,1 0 0,-1 1 0,1-1 0,0 1 0,1 0 0,-4 8 0,0 3 0,0 1 0,-3 22 0,6-27 0,-6 40 0,1 1 0,3 0 0,2 0 0,3 0 0,1 0 0,4 0 0,1-1 0,18 73 0,1-35 0,3-2 0,4 0 0,84 160 0,-104-225 0,1 0 0,1-1 0,23 28 0,-32-43 0,1-1 0,0 0 0,0-1 0,1 0 0,0 0 0,0 0 0,0 0 0,0-1 0,0-1 0,1 1 0,0-1 0,0 0 0,0-1 0,16 3 0,-7-4-341,0 0 0,-1-1-1,20-3 1,54-11-6485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6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24575,'5'10'0,"44"44"0,-19-23 0,317 370 0,-294-330 0,-4 1 0,-3 3 0,-3 1 0,36 91 0,-63-126 0,-2 2 0,-2 0 0,12 78 0,-21-91 0,0 0 0,-2 1 0,-2-1 0,0 0 0,-3 1 0,-7 37 0,8-55 0,-1 0 0,0 0 0,-1 0 0,0-1 0,-10 16 0,13-24 0,0-1 0,-1 1 0,1-1 0,-1 0 0,0 0 0,0 0 0,0 0 0,0 0 0,0-1 0,0 1 0,-1-1 0,0 0 0,1 0 0,-1 0 0,0-1 0,0 1 0,0-1 0,0 0 0,0 0 0,0 0 0,-6 0 0,2-1-273,-1-1 0,1 0 0,0 0 0,-11-4 0,-37-15-6553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7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89 24575,'5'4'0,"-1"0"0,1 0 0,-1 0 0,0 1 0,5 7 0,-6-9 0,-1 1 0,1-1 0,-1 0 0,1 0 0,0 0 0,0 0 0,1 0 0,-1-1 0,6 4 0,-9-6 0,1 0 0,-1 0 0,1 0 0,-1 0 0,1 0 0,-1 0 0,1 0 0,-1 0 0,1 0 0,0 0 0,-1 0 0,1 0 0,-1 0 0,1 0 0,-1-1 0,1 1 0,-1 0 0,1 0 0,-1-1 0,1 1 0,-1 0 0,1-1 0,-1 1 0,0 0 0,1-1 0,-1 1 0,1-1 0,-1 1 0,0 0 0,0-1 0,1 1 0,-1-1 0,0 1 0,1-2 0,7-22 0,-6 19 0,4-14 0,1 1 0,0 0 0,16-25 0,-23 42 0,1-1 0,0 1 0,0 0 0,0 0 0,0-1 0,0 1 0,0 0 0,1 0 0,-1 0 0,0 1 0,0-1 0,1 0 0,-1 0 0,0 1 0,1-1 0,-1 1 0,1-1 0,-1 1 0,1-1 0,-1 1 0,1 0 0,-1 0 0,1 0 0,-1 0 0,1 0 0,0 0 0,-1 0 0,3 1 0,1 1 0,1 0 0,0 0 0,-1 0 0,0 1 0,1 0 0,8 6 0,21 19 0,-1 2 0,53 59 0,-79-80 0,272 304 0,-195-209 0,82 132 0,-157-220 0,17 30 0,-25-42 0,0 0 0,-1-1 0,0 1 0,0 0 0,0-1 0,0 1 0,0 0 0,-1 0 0,0 0 0,0 6 0,0-8 0,0-1 0,-1 1 0,1-1 0,0 0 0,-1 1 0,1-1 0,-1 0 0,0 0 0,1 1 0,-1-1 0,0 0 0,0 0 0,0 0 0,0 0 0,0 0 0,0 0 0,0 0 0,0 0 0,0 0 0,0-1 0,-1 1 0,1 0 0,0-1 0,0 1 0,-1-1 0,1 1 0,0-1 0,-1 0 0,-1 1 0,-1-1 0,-1 1 0,1-1 0,0 0 0,0 0 0,-1-1 0,1 1 0,0-1 0,-9-2 0,2-2 0,-1 0 0,1-1 0,-1 0 0,2 0 0,-1-1 0,-10-9 0,-55-54 0,52 46 0,-26-24 0,3-2 0,1-2 0,-56-85 0,81 95 0,20 42 0,1 0 0,0-1 0,-1 1 0,1-1 0,0 1 0,0-1 0,-1 1 0,1-1 0,0 0 0,0 1 0,0-1 0,0 1 0,0-1 0,0 1 0,0-1 0,0 1 0,0-1 0,0 0 0,0 1 0,0-1 0,0 1 0,0-1 0,0 1 0,1-1 0,-1 1 0,0-1 0,0 1 0,1-1 0,-1 1 0,0-1 0,1 1 0,-1-1 0,0 1 0,1 0 0,-1-1 0,1 1 0,-1 0 0,1-1 0,-1 1 0,1 0 0,-1-1 0,1 1 0,-1 0 0,1 0 0,2 0 0,0 0 0,0 0 0,0 0 0,0 1 0,0 0 0,0-1 0,5 3 0,36 15 0,1 3 0,65 40 0,-59-30 0,70 29 0,-113-56 0,0-1 0,0-1 0,0 1 0,1-1 0,-1-1 0,12 2 0,-18-3 0,0 0 0,0 0 0,0 0 0,0 0 0,0-1 0,-1 1 0,1-1 0,0 1 0,0-1 0,0 0 0,-1 1 0,1-1 0,0 0 0,-1 0 0,1 0 0,0 0 0,-1-1 0,1 1 0,-1 0 0,0-1 0,0 1 0,1-1 0,-1 1 0,0-1 0,0 1 0,0-1 0,0 0 0,-1 0 0,1 1 0,0-1 0,-1 0 0,1 0 0,-1-2 0,2-6-170,-1 0-1,0 0 0,-1 1 1,0-1-1,0 0 0,-1 0 1,-5-19-1,1 10-6655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0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24575,'-3'0'0,"2"0"0,5 0 0,6 0 0,9 0 0,3 0 0,2 0 0,-4 0-8191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1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54 24575,'0'0'0,"0"0"0,0 0 0,-1 0 0,1 0 0,0 0 0,0 0 0,-1 0 0,1 0 0,0 0 0,0 0 0,-1 0 0,1 0 0,0 0 0,0 0 0,0 0 0,-1 0 0,1 0 0,0 0 0,0 0 0,0 0 0,-1 0 0,1-1 0,0 1 0,0 0 0,0 0 0,0 0 0,-1 0 0,1-1 0,0 1 0,0 0 0,0 0 0,0 0 0,0 0 0,0-1 0,-1 1 0,1 0 0,0 0 0,0-1 0,0 1 0,0 0 0,0-1 0,6-9 0,13-8 0,-15 15 0,1 0 0,0 1 0,-1-1 0,1 1 0,0 1 0,0-1 0,0 1 0,0 0 0,1 0 0,-1 0 0,0 1 0,11-1 0,-13 2 0,0-1 0,1 1 0,-1 0 0,1-1 0,-1 1 0,0 1 0,0-1 0,1 0 0,-1 1 0,0 0 0,0 0 0,-1 0 0,1 0 0,0 0 0,-1 0 0,1 1 0,-1-1 0,0 1 0,1 0 0,1 3 0,2 4 0,-1-1 0,-1 1 0,1 0 0,-2 0 0,1 0 0,-1 0 0,3 21 0,-6-27 0,0-1 0,1 0 0,-1 1 0,0-1 0,-1 0 0,1 1 0,0-1 0,-1 0 0,0 1 0,0-1 0,0 0 0,0 0 0,-1 0 0,1 0 0,-1 0 0,1 0 0,-1 0 0,0-1 0,0 1 0,-1-1 0,1 1 0,0-1 0,-1 0 0,1 0 0,-1 0 0,0 0 0,0 0 0,0-1 0,-4 3 0,0-2 0,-8 6 0,15-8 0,0 1 0,-1 0 0,1-1 0,0 1 0,0-1 0,0 1 0,0-1 0,0 1 0,-1 0 0,1-1 0,0 1 0,0-1 0,1 1 0,-1-1 0,0 1 0,0 0 0,0-1 0,0 1 0,0-1 0,1 1 0,-1-1 0,0 1 0,0-1 0,1 1 0,-1-1 0,0 1 0,1-1 0,-1 1 0,1-1 0,-1 0 0,1 1 0,9 10 0,0-2 0,20 16 0,-6-6 0,0 1 0,117 101 0,-109-91 0,-2 1 0,34 45 0,-57-65 0,0-1 0,0 1 0,-1 0 0,0 1 0,-1-1 0,0 1 0,4 21 0,-8-30 0,0 0 0,-1 0 0,1 0 0,-1 1 0,0-1 0,0 0 0,0 0 0,0 0 0,0 0 0,-1 0 0,0 0 0,1 0 0,-1 0 0,0 0 0,-1 0 0,1 0 0,0 0 0,-1-1 0,0 1 0,1 0 0,-1-1 0,0 0 0,0 1 0,-1-1 0,1 0 0,0 0 0,-1 0 0,1 0 0,-1-1 0,0 1 0,1-1 0,-1 1 0,0-1 0,0 0 0,0 0 0,-4 1 0,0-1 9,1 1-1,-1-2 1,0 1-1,0-1 1,0 1 0,0-2-1,0 1 1,0-1-1,1 0 1,-1-1-1,0 1 1,1-1-1,-8-4 1,-5-2-380,1-1-1,1-1 1,-21-14 0,22 12-6455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1 24575,'-1'2'0,"0"1"0,0-1 0,0 1 0,0-1 0,0 1 0,0-1 0,-1 0 0,1 1 0,-1-1 0,1 0 0,-1 0 0,0 0 0,-3 3 0,-2 2 0,-9 10 0,2 0 0,0 1 0,1 1 0,1 0 0,0 1 0,2 0 0,0 1 0,-12 38 0,14-21 0,0 0 0,3 1 0,1 0 0,2 0 0,2 0 0,1 0 0,10 61 0,13 19 0,41 127 0,-14-62 0,-33-109 0,67 227 0,-79-290 8,-1 0-1,1 0 1,1-1-1,0 0 1,1-1-1,0 1 1,0-2-1,1 1 1,1-1-1,-1 0 1,1-1-1,1 0 1,0-1-1,0 0 0,18 8 1,6 1-379,0-2-1,1-1 1,69 13 0,3-4-6455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3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24575,'1'3'0,"0"0"0,0 1 0,0-1 0,0 0 0,0 1 0,0-1 0,1 0 0,0 0 0,0 0 0,0 0 0,0-1 0,3 4 0,1 3 0,171 215 0,-5-7 0,-109-128 0,66 125 0,-107-171 0,-2 1 0,-2 1 0,-1 1 0,-3 1 0,12 65 0,-23-90 0,-1 1 0,-1 0 0,-1-1 0,-1 1 0,-1 0 0,-1-1 0,-1 1 0,0-1 0,-2 0 0,-17 41 0,17-50 0,0 0 0,-2-1 0,1 0 0,-2 0 0,0 0 0,0-1 0,-20 18 0,20-21 0,0-1 0,0-1 0,-1 0 0,0 0 0,0-1 0,0 0 0,-1 0 0,0-2 0,0 1 0,-20 3 0,24-6 0,0 0 0,-1-1 0,1 1 0,0-1 0,-1-1 0,1 1 0,0-1 0,-1-1 0,1 1 0,0-1 0,0-1 0,0 1 0,0-1 0,1 0 0,-11-7 0,7 3 0,1-1 0,0 0 0,0 0 0,1-1 0,0 0 0,1 0 0,0-1 0,-11-19 0,-6-18-1365,3 4-5461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19:44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0 246 24575,'2'0'0,"-1"0"0,0 0 0,1-1 0,-1 1 0,0 0 0,1-1 0,-1 1 0,0-1 0,0 1 0,1-1 0,-1 1 0,0-1 0,0 0 0,0 0 0,0 1 0,0-1 0,0 0 0,0 0 0,0 0 0,0 0 0,-1 0 0,1-1 0,0 1 0,0 0 0,-1 0 0,1 0 0,-1-1 0,1 1 0,-1 0 0,1-2 0,0-5 0,1 0 0,-1 0 0,-1-16 0,1 12 0,-2-25 0,0 28 0,1 0 0,0 0 0,0 0 0,0 0 0,1 0 0,1 0 0,-1 0 0,2 1 0,3-12 0,-5 18 0,0 0 0,0 1 0,1-1 0,-1 1 0,1-1 0,-1 1 0,1 0 0,-1 0 0,1-1 0,-1 1 0,1 0 0,0 0 0,0 1 0,0-1 0,-1 0 0,1 0 0,0 1 0,0-1 0,0 1 0,0 0 0,0 0 0,0 0 0,0 0 0,0 0 0,3 0 0,3 1 0,0 1 0,0-1 0,-1 1 0,1 1 0,10 4 0,4 4 0,0 1 0,-1 1 0,-1 0 0,0 2 0,-1 0 0,24 26 0,-10-6 0,-2 0 0,37 58 0,-47-62 0,-1 1 0,-2 1 0,-1 1 0,-1 1 0,-3 0 0,0 0 0,9 47 0,-21-66 0,1 0 0,-2 0 0,0 0 0,-1 0 0,-1 0 0,0-1 0,-1 1 0,-1 0 0,0-1 0,-1 0 0,-1 0 0,0 0 0,-1-1 0,-1 1 0,0-2 0,-1 1 0,0-1 0,-19 19 0,26-29 0,0-1 0,0 0 0,0 0 0,0 0 0,-1 0 0,1 0 0,0-1 0,-1 1 0,0 0 0,1-1 0,-1 0 0,0 0 0,0 0 0,-5 1 0,6-2 0,-1 0 0,1 0 0,0-1 0,0 1 0,0-1 0,0 0 0,0 1 0,0-1 0,0 0 0,0 0 0,0 0 0,0-1 0,1 1 0,-1 0 0,0-1 0,1 1 0,-1-1 0,1 1 0,-1-1 0,1 0 0,-2-3 0,-7-11 0,0 0 0,1-1 0,1 0 0,1 0 0,-8-27 0,-18-94 0,30 124 0,0-1 0,0 0 0,-1-18 0,4 30 0,0 0 0,0 0 0,0 1 0,0-1 0,0 0 0,1 1 0,-1-1 0,1 0 0,-1 1 0,1-1 0,0 1 0,0-1 0,1 1 0,-1-1 0,0 1 0,1 0 0,-1 0 0,1 0 0,2-3 0,-3 4 0,1 0 0,0 1 0,-1-1 0,1 0 0,-1 1 0,1-1 0,0 1 0,0-1 0,-1 1 0,1 0 0,0-1 0,0 1 0,-1 0 0,1 0 0,0 1 0,0-1 0,-1 0 0,1 0 0,0 1 0,0-1 0,-1 1 0,1 0 0,2 1 0,5 2 0,-1 1 0,0 0 0,9 7 0,-10-7 0,20 14 0,-11-6 0,1-1 0,0 0 0,1-2 0,0 0 0,26 10 0,4 0 0,-35-14 0,0 0 0,0-1 0,14 4 0,32 2-1365,5-3-5461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0:10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121 275 24575,'-35'0'0,"17"1"0,1-1 0,-26-2 0,36-2 0,9 0 0,17-6 0,-19 10 0,99-38 0,108-25 0,-134 42 0,274-74 0,-297 77 0,-42 12 0,-8 6 0,0 0 0,0 0 0,0-1 0,1 1 0,-1 0 0,0 0 0,0 0 0,0 0 0,0-1 0,0 1 0,0 0 0,-1 0 0,1 0 0,0 0 0,0 0 0,0-1 0,0 1 0,0 0 0,0 0 0,0 0 0,0 0 0,0 0 0,0 0 0,0-1 0,0 1 0,-1 0 0,1 0 0,0 0 0,0 0 0,0 0 0,0 0 0,0 0 0,0 0 0,-1 0 0,1 0 0,0 0 0,0-1 0,0 1 0,0 0 0,0 0 0,-1 0 0,1 0 0,-11-2 0,0-1 0,-1 1 0,1 1 0,-1 0 0,0 1 0,-17 1 0,-7 0 0,-488 5 0,553-7 0,1 1 0,-1 1 0,0 2 0,0 1 0,47 12 0,-72-15 0,0 1 0,0-1 0,0 1 0,-1 0 0,1 0 0,-1 0 0,1 0 0,3 4 0,-6-5 0,0 0 0,-1 0 0,1-1 0,0 1 0,-1 0 0,1 0 0,0 0 0,-1 0 0,0 0 0,1 1 0,-1-1 0,1 0 0,-1 0 0,0 0 0,0 0 0,0 0 0,0 0 0,0 1 0,0-1 0,0 0 0,0 0 0,0 0 0,0 0 0,-1 1 0,1-1 0,0 0 0,-1 0 0,1 0 0,-1 0 0,1 0 0,-1 0 0,0 0 0,0 1 0,-4 4-195,0-1 0,0 0 0,0 0 0,0 0 0,-1 0 0,-9 5 0,-13 7-6631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0:13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13 24575,'6'1'0,"1"-1"0,0 1 0,0 1 0,7 1 0,17 4 0,37 1 0,-1-3 0,1-3 0,0-2 0,-1-4 0,113-21 0,-157 18 0,-23 7 0,0 0 0,-1-1 0,1 1 0,0 0 0,0 0 0,0-1 0,0 1 0,-1 0 0,1 0 0,0-1 0,0 1 0,-1 0 0,1 0 0,0 0 0,0 0 0,-1-1 0,1 1 0,0 0 0,0 0 0,-1 0 0,1 0 0,0 0 0,-1 0 0,1 0 0,0 0 0,-1 0 0,1 0 0,0 0 0,0 0 0,-1 0 0,1 0 0,0 0 0,-1 0 0,1 0 0,-55-2 0,-30 8 0,0 3 0,1 4 0,1 4 0,0 3 0,-98 38 0,169-53 0,2-2 0,1 0 0,-1 1 0,1 0 0,0 1 0,0 0 0,-12 10 0,21-15 0,-1 0 0,1 0 0,0 0 0,-1 1 0,1-1 0,0 0 0,-1 1 0,1-1 0,0 0 0,-1 0 0,1 1 0,0-1 0,0 1 0,0-1 0,-1 0 0,1 1 0,0-1 0,0 0 0,0 1 0,0-1 0,0 1 0,-1-1 0,1 0 0,0 1 0,0-1 0,0 1 0,0-1 0,0 1 0,1-1 0,-1 0 0,0 1 0,0-1 0,0 1 0,0-1 0,0 0 0,0 1 0,1-1 0,-1 0 0,0 1 0,1-1 0,0 1 0,0 0 0,0 0 0,0-1 0,0 1 0,1-1 0,-1 1 0,0-1 0,1 1 0,-1-1 0,0 0 0,3 0 0,7 1 0,0-1 0,1 0 0,-1-1 0,0-1 0,0 0 0,12-3 0,69-26 0,-67 22 0,-9 4 0,0 0 0,-1-1 0,26-13 0,-41 19 0,0 0 0,1 0 0,-1 0 0,0 0 0,0-1 0,1 1 0,-1 0 0,0 0 0,1 0 0,-1 0 0,0 0 0,1-1 0,-1 1 0,0 0 0,0 0 0,0-1 0,1 1 0,-1 0 0,0 0 0,0-1 0,0 1 0,1 0 0,-1 0 0,0-1 0,0 1 0,0 0 0,0-1 0,0 1 0,0 0 0,0-1 0,0 1 0,0 0 0,0-1 0,0 1 0,0 0 0,0-1 0,0 1 0,0 0 0,0-1 0,0 1 0,0 0 0,0-1 0,0 1 0,-18-7 0,-29 2 0,44 5 0,33 0-104,-1-2 1,0 0-1,1-2 0,36-10 0,-39 8-742,15-3-5980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0:50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24575,'22'1'0,"0"1"0,25 4 0,14 3 0,103 8 0,75 1-506,77 3-1521,1540 78-1109,-1639-88 2611,-138-4 368,30-2 182,-182-15 1486,-904-62-1082,7 61-442,867 11 12,-197 0-111,-292 23-448,533-18 503,52-3 70,9-1 31,30 2 183,323-2 909,-331-1-1137,335-9-142,727-25-584,430-9-213,-1458 41 940,-49 2 0,-11 0 0,-73 0 0,38 0 0,-149 1 0,-78 0 334,-630 7 1138,-1 39-2479,843-43 926,21-2 71,-1 1-1,-45 11 1,73-12 13,6-1 22,17 0 175,534-27 1202,-392 15-878,604-32-797,-681 40-4966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0:52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24575,'9'0'0,"21"3"0,27 4 0,27 1 0,65 5 0,56 0 0,46-2-1846,33-3 1846,14-2-1645,-21-3 1645,-40-2 0,-42-1-589,-52 0 589,-50-1-4111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0:57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94 119 24575,'475'-20'-39,"-5"-24"-1403,91-7 1265,-469 47 260,-67 7-83,-25-3 0,0 0 0,1 0 0,-1 0 0,0 1 0,0-1 0,1 0 0,-1 0 0,0 0 0,0 0 0,0 0 0,1 0 0,-1 0 0,0 0 0,0 1 0,1-1 0,-1 0 0,0 0 0,0 0 0,0 1 0,0-1 0,1 0 0,-1 0 0,0 0 0,0 1 0,0-1 0,0 0 0,0 0 0,0 1 0,0-1 0,1 0 0,-1 0 0,0 1 0,0-1 0,0 0 0,0 0 0,0 1 0,0-1 0,-2 3 0,-1-1 0,1 0 0,0 0 0,-1 1 0,1-2 0,-1 1 0,1 0 0,-1 0 0,0-1 0,-4 2 0,-49 22 0,-1-2 0,-72 17 0,108-34 0,-636 160-79,-12-36 69,589-114 10,59-11 0,21-5 0,0 0 0,0 0 0,0 0 0,0 0 0,0 0 0,0 0 0,0 1 0,0-1 0,1 0 0,-1 0 0,0 0 0,0 0 0,0 0 0,0 0 0,0 0 0,0 0 0,0 0 0,0 0 0,0 0 0,0 0 0,0 0 0,0 0 0,0 0 0,0 0 0,0 1 0,0-1 0,0 0 0,0 0 0,0 0 0,0 0 0,0 0 0,0 0 0,0 0 0,0 0 0,0 0 0,0 0 0,0 0 0,0 0 0,0 0 0,0 0 0,0 1 0,0-1 0,0 0 0,0 0 0,0 0 0,0 0 0,0 0 0,0 0 0,-1 0 0,1 0 0,33 0 0,182-20 1027,-89 6-1755,-57 8-6098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0:59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24575,'1'8'0,"0"0"0,1 0 0,1-1 0,-1 1 0,1-1 0,0 1 0,1-1 0,0 0 0,5 8 0,1 2 0,78 131 0,-66-112 0,-20-33 0,0 1 0,0 0 0,0-1 0,0 1 0,0 0 0,-1 0 0,0 0 0,1 7 0,-2-10 0,0 0 0,0 1 0,0-1 0,0 0 0,0 0 0,-1 0 0,1 0 0,-1 0 0,1 0 0,0 0 0,-1 0 0,0 0 0,1 0 0,-1 0 0,0 0 0,1 0 0,-1 0 0,0 0 0,0-1 0,0 1 0,0 0 0,0-1 0,0 1 0,0 0 0,0-1 0,0 0 0,0 1 0,0-1 0,0 1 0,0-1 0,0 0 0,0 0 0,0 0 0,-1 1 0,-1-2 0,-2 2 0,-1-1 0,1 0 0,-1-1 0,1 1 0,-1-1 0,1 0 0,0 0 0,-1-1 0,1 0 0,-9-4 0,-11-3 0,24 9 0,1-1 0,0 1 0,-1 0 0,1-1 0,-1 1 0,1 0 0,-1 0 0,1 0 0,-1-1 0,1 1 0,0 0 0,-1 0 0,1 0 0,-1 0 0,1 0 0,-1 0 0,1 0 0,-1 0 0,1 0 0,-1 0 0,1 0 0,-1 1 0,1-1 0,-1 0 0,1 0 0,-1 0 0,1 1 0,-1-1 0,1 0 0,0 0 0,-1 1 0,1-1 0,-1 0 0,1 1 0,0-1 0,-1 0 0,1 1 0,0-1 0,0 1 0,-1-1 0,1 1 0,0-1 0,0 0 0,0 1 0,-1-1 0,1 1 0,0-1 0,0 1 0,0-1 0,0 1 0,0-1 0,0 1 0,0-1 0,0 1 0,0-1 0,0 1 0,0-1 0,0 1 0,1-1 0,-1 1 0,0-1 0,0 1 0,0-1 0,1 1 0,0 0 0,1 5 0,1 0 0,-1 0 0,9 12 0,2 2 0,2-1 0,0 0 0,1-1 0,1-1 0,1 0 0,1-1 0,0-1 0,0-1 0,35 19 0,-53-33 0,0 1 0,0 0 0,1-1 0,-1 1 0,0-1 0,0 0 0,1 1 0,-1-1 0,0 0 0,1 0 0,-1 1 0,0-1 0,1 0 0,-1-1 0,0 1 0,1 0 0,-1 0 0,0 0 0,1-1 0,-1 1 0,0-1 0,0 1 0,1-1 0,-1 1 0,0-1 0,0 0 0,0 0 0,0 1 0,0-1 0,0 0 0,0 0 0,0 0 0,0 0 0,0 0 0,-1 0 0,1-1 0,0 1 0,-1 0 0,1 0 0,-1 0 0,1-1 0,0-1 0,2-7 0,-1-1 0,0 1 0,0-1 0,0-15 0,-1 12 0,5-98-1365,-6 84-5461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1:21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1 201 24575,'122'-8'0,"-47"1"0,1122-134-1353,-1146 134 1353,85-17 0,-126 20 0,-17 1 0,-25-1 0,-1 2 0,-45 2 0,13 1 0,-1187 4-295,1465-5 379,625 17 600,-768-11-684,-47-2 0,-25-1 0,-10-1 0,-86 1-1219,39-2-4873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1:49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23778,'5646'0'0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1:52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1 212 24575,'173'1'-65,"449"-6"-833,-3-35 227,228-90 1067,-573 94-523,-251 34-6699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4:03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706 37 24575,'5'-4'0,"-1"1"0,1-1 0,0 1 0,1-1 0,-1 1 0,1 1 0,-1-1 0,1 1 0,0 0 0,0 0 0,-1 1 0,1 0 0,1 0 0,5 0 0,-7 0 0,0 1 0,-1 0 0,1 0 0,-1 1 0,1-1 0,-1 1 0,1 0 0,-1 0 0,1 1 0,-1-1 0,0 1 0,0 0 0,1 0 0,-2 0 0,1 1 0,0-1 0,0 1 0,-1 0 0,4 4 0,7 12 0,-2 1 0,0 1 0,-1-1 0,-1 2 0,-1-1 0,-1 2 0,8 37 0,-11-43 0,-2 1 0,0-1 0,-1 1 0,0 27 0,-3-38 0,1 1 0,-1-1 0,-1 0 0,1 0 0,-1 1 0,0-1 0,-1 0 0,0-1 0,0 1 0,0 0 0,-1-1 0,0 0 0,-8 10 0,-66 72 0,72-81 0,-1-1 0,1 0 0,-1 0 0,0 0 0,-1-1 0,1 0 0,-1-1 0,-11 5 0,-68 24 0,78-30 0,-1 0 0,1 0 0,-1 0 0,0-1 0,0-1 0,-12 1 0,19-2 0,0 0 0,-1 0 0,1 0 0,0-1 0,0 0 0,0 0 0,-1 0 0,1 0 0,0 0 0,0 0 0,0-1 0,1 1 0,-1-1 0,0 0 0,1 0 0,-1 0 0,1 0 0,-1-1 0,-3-4 0,-18-25 0,8 10 0,-27-29 0,37 45 0,-1 0 0,1 0 0,-1 1 0,0 0 0,0 0 0,-1 1 0,1 0 0,-16-6 0,15 8 0,-11-3 0,1-2 0,-1 0 0,1-1 0,1 0 0,-1-2 0,-15-11 0,-58-37 0,24 17 0,54 32 0,0-1 0,1 0 0,-13-13 0,22 19 0,0 1 0,-1-1 0,1 0 0,1 0 0,-1 0 0,0 0 0,1 0 0,0-1 0,0 1 0,0-1 0,1 1 0,0-1 0,-1 0 0,1-5 0,1 8 0,0 0 0,0 1 0,0-1 0,0 0 0,0 0 0,1 1 0,-1-1 0,1 0 0,-1 0 0,1 1 0,0-1 0,0 0 0,0 1 0,0-1 0,0 1 0,0-1 0,0 1 0,2-2 0,-1 1 0,1 0 0,0 0 0,0 0 0,0 1 0,0-1 0,0 1 0,0 0 0,0 0 0,5-1 0,6-1 0,0 1 0,1 1 0,24 1 0,-28 0 0,6 0 0,0-1 0,-1 0 0,0-2 0,1 1 0,-1-2 0,0 0 0,20-9 0,7-1-227,0 2-1,0 2 1,1 1-1,0 3 1,83-2-1,-107 8-6598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4:04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2 24575,'48'-1'0,"-21"0"0,48 4 0,-74-3 0,0 0 0,0 0 0,0 0 0,0 0 0,0 1 0,0-1 0,0 0 0,0 0 0,0 1 0,0-1 0,0 1 0,0-1 0,0 0 0,0 1 0,0 0 0,-1-1 0,1 1 0,0-1 0,0 1 0,-1 0 0,1 0 0,0-1 0,0 3 0,-1-2 0,0 0 0,0 0 0,0 0 0,0 0 0,0 0 0,0 0 0,0 0 0,-1 0 0,1 0 0,0 0 0,-1-1 0,1 1 0,-1 0 0,1 0 0,-1 0 0,1 0 0,-1 0 0,1-1 0,-2 2 0,-3 4 0,-1-1 0,0 0 0,0 0 0,-13 9 0,-16 4 0,0-2 0,-62 20 0,91-33 0,8-1 0,20-3 0,34-7 0,43-11-1365,-75 15-5461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4:05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32 24575,'-12'6'0,"8"-2"0,7-3 0,9-4 0,-1 1 0,1-2 0,-1 0 0,20-10 0,-14 7 0,-6 0 0,-19 6 0,-21 5 0,-110 40 0,137-43-61,7-2 213,9-4-1608,-3 1-5370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4:09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1317 1 24575,'386'49'0,"-365"-46"0,-21-3 0,0 0 0,0 0 0,0 0 0,0 0 0,0 0 0,0 0 0,0 0 0,0 0 0,0 1 0,0-1 0,0 0 0,0 0 0,0 0 0,0 0 0,0 0 0,0 0 0,0 0 0,0 0 0,0 0 0,0 0 0,0 0 0,0 0 0,0 0 0,0 1 0,0-1 0,0 0 0,0 0 0,0 0 0,0 0 0,0 0 0,0 0 0,0 0 0,0 0 0,0 0 0,0 0 0,0 0 0,1 0 0,-1 0 0,0 0 0,0 0 0,0 0 0,0 0 0,0 0 0,0 0 0,0 0 0,0 0 0,0 0 0,0 0 0,0 0 0,1 0 0,-37 4 0,-300 13 0,-199 15 0,487-28 0,-142 19 0,178-19 0,14-2 0,21 0 0,669-17 0,-644 10 0,-41 2 0,-11 1 0,-16-2 0,-1 2 0,-35 0 0,24 2 0,-1021 19 0,1018-18 0,-83 7 0,116-7 0,6-1 0,15 2 0,30-1 0,709-18 0,-410 8-1365,-275 6-5461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0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1375 7 24575,'-61'1'0,"0"2"0,0 3 0,0 2 0,1 3 0,-97 31 0,-353 172 0,423-170 0,-144 96 0,226-136 0,0 0 0,0 0 0,0 0 0,1 1 0,-1-1 0,1 1 0,0 0 0,1 0 0,-1 1 0,-2 5 0,2-2 0,1 0 0,1-1 0,0 1 0,0 0 0,0 0 0,0 13 0,-3 45 0,-9 234 0,14-296 0,0 0 0,0 0 0,1 0 0,0 0 0,-1 0 0,2-1 0,-1 1 0,1 0 0,2 5 0,-2-7 0,0 1 0,1-1 0,-1 0 0,1 0 0,0-1 0,0 1 0,0-1 0,0 1 0,1-1 0,-1 0 0,7 3 0,45 21 0,1-2 0,72 19 0,120 20 0,-125-33 0,154 44 0,40 9 0,-42-28 0,-11-31 0,-137-15 0,-94-7 0,28 4 0,1-2 0,105-9 0,-151 3 0,0-1 0,-1 0 0,1-2 0,-1 1 0,0-2 0,0 0 0,0-1 0,-1 0 0,0-1 0,-1-1 0,0 0 0,0-1 0,-1-1 0,0 1 0,-1-2 0,0 0 0,0 0 0,-2-1 0,0 0 0,9-16 0,-1-8 0,-2 0 0,-2 0 0,16-78 0,-18 56 0,4-119 0,-15 157 0,0 0 0,-2 1 0,0-1 0,-1 1 0,-1-1 0,-1 1 0,-1 0 0,-1 1 0,0-1 0,-1 1 0,-2 1 0,0 0 0,0 0 0,-25-30 0,8 18 0,-2 0 0,0 2 0,-2 1 0,-1 2 0,-1 1 0,-2 1 0,-48-24 0,-18-1 0,-151-50 0,-95-7 120,289 92-417,-1 2 0,0 3 0,0 3 0,-64 2 0,97 4-6529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46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673 2 24575,'-120'0'0,"511"0"0,-569-1 0,-167 1 0,3 22 0,331-21 0,-30 5 0,40-6 0,-1 0 0,0 0 0,1 0 0,-1 1 0,1-1 0,-1 1 0,1-1 0,-1 1 0,1 0 0,0 0 0,-1-1 0,1 1 0,0 0 0,-1 0 0,1 0 0,-2 3 0,3-4 0,0 1 0,1 0 0,-1-1 0,0 1 0,1-1 0,-1 1 0,0-1 0,1 1 0,-1-1 0,1 1 0,-1-1 0,0 1 0,1-1 0,-1 1 0,1-1 0,0 0 0,-1 1 0,1-1 0,-1 0 0,1 0 0,-1 1 0,1-1 0,0 0 0,-1 0 0,1 0 0,0 0 0,-1 0 0,1 0 0,0 0 0,0 0 0,26 5 0,0-1 0,55 1 0,-54-4 0,605 5 0,-579-7 0,70-9 0,-98 4 0,-26 6 0,0-1 0,0 1 0,0 0 0,0 0 0,0 0 0,0 0 0,0 0 0,0 0 0,0 0 0,1 0 0,-1 0 0,0 0 0,0 0 0,0 0 0,0 0 0,0 0 0,0-1 0,0 1 0,0 0 0,0 0 0,0 0 0,0 0 0,0 0 0,0 0 0,0 0 0,0 0 0,0 0 0,0 0 0,0-1 0,0 1 0,0 0 0,0 0 0,0 0 0,0 0 0,0 0 0,0 0 0,0 0 0,0 0 0,0 0 0,0-1 0,0 1 0,0 0 0,0 0 0,0 0 0,0 0 0,0 0 0,-1 0 0,1 0 0,0 0 0,0 0 0,0 0 0,0 0 0,0 0 0,0 0 0,0 0 0,-14-5 0,-25 0 0,-1 1 0,-65 2 0,46 2 0,43 0 0,-281 1 0,224 3 0,-145 26 0,211-29 0,0 1 0,0 0 0,0 0 0,0 0 0,-8 6 0,14-8 0,1 0 0,0 0 0,-1 0 0,1 1 0,-1-1 0,1 0 0,0 0 0,-1 1 0,1-1 0,0 0 0,-1 1 0,1-1 0,0 0 0,-1 1 0,1-1 0,0 1 0,0-1 0,-1 0 0,1 1 0,0-1 0,0 1 0,0-1 0,0 1 0,0-1 0,-1 1 0,1-1 0,0 1 0,0-1 0,0 1 0,0-1 0,0 0 0,1 1 0,-1-1 0,0 1 0,0-1 0,0 1 0,0-1 0,0 1 0,1-1 0,-1 0 0,0 1 0,0-1 0,1 1 0,-1-1 0,0 0 0,1 1 0,-1-1 0,0 0 0,1 1 0,-1-1 0,0 0 0,2 1 0,3 3 0,1-1 0,1 0 0,-1 0 0,0 0 0,1 0 0,0-1 0,10 2 0,59 9 0,-59-11 0,141 14 0,0-6 0,179-13 0,-279-1 0,-42 1 0,-36 1 0,-392 30 0,394-26 118,16 0-322,8-1-1075,13 0-5547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53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360 879 24575,'-8'0'0,"0"0"0,0 1 0,0-1 0,0 2 0,0-1 0,1 1 0,-1 0 0,0 1 0,1-1 0,0 2 0,-1-1 0,1 1 0,0 0 0,1 0 0,-1 1 0,1 0 0,0 0 0,0 1 0,-8 9 0,4-4 0,1 1 0,0 0 0,0 0 0,1 0 0,1 1 0,0 1 0,-5 15 0,6-10 0,1 1 0,0 0 0,2 0 0,-3 35 0,6-41 0,-3 24 0,4 54 0,1-79 0,-1 0 0,1 0 0,1-1 0,1 1 0,-1-1 0,2 0 0,0 0 0,8 15 0,8 5 0,2-1 0,1 0 0,1-2 0,48 44 0,131 90 0,-132-113-15,2-4 0,1-2-1,3-4 1,1-3 0,2-4 0,1-4-1,1-2 1,1-5 0,119 16-1,-57-22-365,0-6-1,0-7 0,1-6 0,257-39 0,-233 11 262,-2-8 0,-2-7 0,273-115 0,-339 116 94,101-62 0,-179 93 15,0-1 0,-2-1 0,1-1-1,23-25 1,-36 33 73,-2 0 0,1 0 0,-1-1 0,-1 0 0,0 0 0,0-1 0,-1 1 0,-1-1 0,0 0 0,0-1 0,4-21 0,-6 13 56,-1 0-1,0 0 1,-2 0-1,0 0 1,-2 0-1,0 0 1,-1 1-1,-11-33 1,-2 3 165,-3 1-1,-31-53 1,0 9-363,-4 2 0,-4 3-1,-134-152 1,144 188 34,-2 3 0,-2 1 0,-2 3 1,-2 2-1,-1 3 0,-124-61 0,94 63-132,-2 4 0,-1 4 0,-111-21 0,68 26-177,-225-11-1,218 34 340,0 5 0,1 7 0,-258 53 0,193-13-15,-374 146-1,534-180 81,23-9 108,0 1 1,1 0-1,0 2 0,-35 23 0,52-31-51,1 1 0,0-1 0,1 1 0,-1 0 0,0 0 0,1 0 0,0 0 0,0 0 0,0 1 0,-1 4 0,-5 12 85,-88 159-1556,82-158-5461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00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1057 19 24575,'-17'-1'0,"0"-1"0,-22-4 0,21 2 0,-33-1 0,18 5 0,0 2 0,0 2 0,1 0 0,-1 3 0,1 0 0,-57 23 0,46-15 0,-8 5 0,-2-2 0,-93 18 0,139-35 0,-1 0 0,1 0 0,0 0 0,-1 1 0,1 0 0,0 1 0,0-1 0,0 1 0,0 1 0,1-1 0,-1 1 0,1 1 0,-7 5 0,-159 172 0,163-173 0,-11 10 0,16-17 0,0 2 0,1-1 0,0 0 0,-1 0 0,1 1 0,-4 6 0,6-8 0,1-1 0,-1 0 0,1 1 0,-1-1 0,1 1 0,0-1 0,0 0 0,-1 1 0,1-1 0,0 1 0,0-1 0,0 1 0,1-1 0,-1 1 0,0-1 0,1 1 0,-1-1 0,1 0 0,-1 1 0,1-1 0,-1 0 0,1 1 0,0-1 0,0 0 0,2 3 0,4 3 0,0-1 0,1 1 0,0-1 0,0 0 0,0-1 0,1 1 0,0-2 0,0 0 0,19 7 0,22 11 0,-32-11 0,27 22 0,-37-26 0,1 0 0,0-1 0,0 0 0,0 0 0,1 0 0,-1-2 0,1 1 0,1-1 0,-1 0 0,20 3 0,10-4 0,71-4 0,-70-1 0,61 5 0,1 7 0,0-4 0,108-8 0,-204 1 0,0 0 0,-1 0 0,1-1 0,-1 0 0,0 0 0,0-1 0,1 1 0,9-8 0,44-34 0,-23 15 0,-33 25 0,0 0 0,0-1 0,0 1 0,-1-1 0,0 0 0,1 0 0,-2 0 0,1-1 0,-1 1 0,1-1 0,-1 0 0,1-7 0,3-6 0,-3 11 0,0 1 0,-1-1 0,1 1 0,-2-1 0,1 0 0,-1 0 0,-1 0 0,1 0 0,-1 0 0,-1 0 0,0 0 0,0 0 0,0 0 0,-1 1 0,0-1 0,0 0 0,-1 1 0,-5-11 0,-56-85 0,51 82 0,10 16 0,-1-1 0,1 0 0,-1 1 0,0 0 0,-9-8 0,-18-22 0,26 28 0,-1 0 0,0 0 0,-1 0 0,-7-6 0,12 12-71,-34-21-1223,24 17-5532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04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24575,'33'-2'0,"1"-1"0,37-9 0,-30 5 0,357-41 0,-516 49 0,67-3 0,-72 8 0,120-6 0,0 1 0,0-1 0,0 1 0,0-1 0,0 1 0,0 0 0,0 1 0,0-1 0,0 0 0,1 1 0,-1-1 0,0 1 0,1 0 0,0 0 0,-3 2 0,4-2 0,0-1 0,1 0 0,-1 1 0,0-1 0,1 1 0,0-1 0,-1 1 0,1-1 0,0 1 0,0-1 0,-1 1 0,1-1 0,0 1 0,1 0 0,-1-1 0,0 1 0,0-1 0,1 1 0,-1-1 0,1 1 0,-1-1 0,1 0 0,0 1 0,-1-1 0,1 1 0,0-1 0,0 0 0,0 0 0,0 0 0,2 2 0,4 4-144,-1-1 0,1 1-1,0-2 1,1 1 0,0-1-1,14 7 1,-19-10-211,14 7-6471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3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24575,'-3'0'0,"-1"6"0,0 11 0,1 17 0,1 10 0,0-1 0,2-3 0,-1-7 0,1-8-8191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4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4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234 0 24575,'-5'1'0,"0"-1"0,0 1 0,1 0 0,-1 0 0,0 0 0,1 1 0,-1 0 0,1 0 0,0 0 0,-1 0 0,1 1 0,0-1 0,1 1 0,-1 0 0,-6 6 0,-3 5 0,1 0 0,-17 27 0,24-34 0,-8 11 0,1 2 0,0-1 0,2 1 0,0 1 0,2 0 0,0 1 0,1-1 0,2 1 0,0 1 0,-3 33 0,8-53 0,0-1 0,0 1 0,0-1 0,0 1 0,0 0 0,1-1 0,-1 1 0,1-1 0,0 1 0,0-1 0,0 1 0,0-1 0,0 0 0,2 4 0,-2-5 0,1 0 0,-1 0 0,0 0 0,0 0 0,1 0 0,-1-1 0,0 1 0,1 0 0,-1-1 0,1 1 0,-1-1 0,1 1 0,-1-1 0,1 0 0,-1 0 0,1 0 0,0 0 0,-1 0 0,1 0 0,-1 0 0,1 0 0,-1 0 0,1-1 0,-1 1 0,3-2 0,6-1 0,0-1 0,0-1 0,0 0 0,-1 0 0,0-1 0,0 0 0,0 0 0,-1-1 0,0 0 0,12-15 0,7-10 0,32-52 0,-26 35 0,-32 47 0,0-1 0,1 1 0,0 0 0,-1 0 0,1 0 0,0 0 0,0 0 0,0 0 0,0 1 0,0-1 0,0 1 0,1-1 0,-1 1 0,0 0 0,1 0 0,3-2 0,-4 4 0,0-1 0,0 0 0,0 1 0,0-1 0,-1 1 0,1 0 0,0 0 0,0-1 0,-1 1 0,1 0 0,-1 0 0,1 1 0,-1-1 0,1 0 0,-1 0 0,0 1 0,1-1 0,-1 1 0,0-1 0,0 1 0,0-1 0,0 1 0,-1 0 0,2 2 0,14 30 0,-1 2 0,-1-1 0,15 72 0,-13-48 0,-3-10 0,-7-22 0,1 0 0,1-1 0,19 40 0,-25-63-124,0 1 0,1-1 0,-1 1 0,0-1 0,1 0 0,0 0-1,0 0 1,0-1 0,0 1 0,4 2 0,10 4-6702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5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24575,'-5'6'0,"0"0"0,1 1 0,0-1 0,0 1 0,1 0 0,0 0 0,0 1 0,1-1 0,-1 0 0,2 1 0,-3 11 0,3-12 0,-10 52 0,-4 90 0,10 62 0,5-173 0,-1-8 0,0-20 0,0 0 0,1 0 0,0 1 0,1-1 0,0 0 0,0 0 0,1 0 0,1 0 0,3 10 0,-6-19 0,0-1 0,1 1 0,-1-1 0,0 1 0,0-1 0,0 0 0,1 1 0,-1-1 0,0 1 0,1-1 0,-1 0 0,0 1 0,1-1 0,-1 0 0,1 1 0,-1-1 0,0 0 0,1 0 0,-1 1 0,1-1 0,-1 0 0,1 0 0,-1 0 0,1 0 0,-1 0 0,1 0 0,-1 0 0,1 1 0,-1-1 0,1 0 0,-1-1 0,1 1 0,-1 0 0,0 0 0,1 0 0,-1 0 0,1 0 0,-1 0 0,1-1 0,-1 1 0,1-1 0,18-16 0,-8 1 0,-1 0 0,0 0 0,-1-1 0,9-25 0,23-76 0,-40 114 0,62-283 0,-53 239 0,-6 39 0,1 12 0,0 7 0,-1 1 0,0 0 0,-1 0 0,0 1 0,2 16 0,1 0 0,17 86 0,45 186 0,-64-282-273,2 0 0,0-1 0,1 0 0,13 23 0,1-12-6553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5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24575,'0'0'0,"-1"0"0,1 0 0,0 0 0,-1 0 0,1 0 0,0 0 0,-1 0 0,1 1 0,0-1 0,0 0 0,-1 0 0,1 0 0,0 0 0,0 0 0,-1 0 0,1 1 0,0-1 0,0 0 0,-1 0 0,1 0 0,0 1 0,0-1 0,0 0 0,-1 0 0,1 1 0,0-1 0,0 0 0,0 0 0,0 1 0,0-1 0,0 0 0,-1 0 0,1 1 0,0-1 0,0 0 0,0 1 0,-6 23 0,1 0 0,0 0 0,2 0 0,1 1 0,1 27 0,0-15 0,-1 4 0,-2 6 0,3 0 0,2 0 0,10 73 0,-11-118 0,1 0 0,-1 0 0,0 1 0,1-1 0,-1 0 0,1 0 0,0 0 0,-1 0 0,1 0 0,0 0 0,1 0 0,-1 0 0,0 0 0,0 0 0,1-1 0,-1 1 0,1-1 0,-1 1 0,1-1 0,0 1 0,0-1 0,0 0 0,3 2 0,-3-3 0,1 0 0,-1 0 0,1-1 0,-1 1 0,0-1 0,1 1 0,-1-1 0,0 0 0,0 0 0,0 0 0,1 0 0,-1 0 0,0 0 0,0-1 0,0 1 0,-1-1 0,1 0 0,0 1 0,-1-1 0,1 0 0,-1 0 0,3-3 0,7-10 0,0 0 0,-1-1 0,-1-1 0,-1 1 0,11-30 0,23-94 0,-10 28 0,-31 111 0,-1-1 0,0 0 0,1 1 0,-1-1 0,1 1 0,0-1 0,0 1 0,-1 0 0,1-1 0,0 1 0,0 0 0,0 0 0,0-1 0,3-1 0,-3 3 0,-1 1 0,1-1 0,0 0 0,0 0 0,-1 0 0,1 1 0,0-1 0,0 0 0,-1 1 0,1-1 0,0 0 0,-1 1 0,1-1 0,0 1 0,-1-1 0,1 1 0,-1-1 0,1 1 0,-1 0 0,1-1 0,-1 1 0,1 0 0,-1-1 0,0 1 0,1 0 0,-1 0 0,0-1 0,1 2 0,10 24 0,-1-1 0,-1 2 0,8 41 0,-3-14 0,-10-37 0,55 186 0,-39-143 0,37 75 0,-55-132-136,-1 1-1,1-1 1,0 0-1,0 0 1,0 0-1,0 0 1,1 0-1,-1-1 0,5 5 1,4-2-6690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6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0 530 24575,'5'3'0,"0"1"0,0 0 0,-1 0 0,0 0 0,1 0 0,5 9 0,0 0 0,4 4 0,-12-13 0,1 0 0,0-1 0,0 1 0,0-1 0,0 0 0,0 0 0,5 3 0,-8-6 0,1 0 0,-1 1 0,0-1 0,0 0 0,1 0 0,-1 0 0,0 0 0,1 0 0,-1 0 0,0 0 0,1 0 0,-1 0 0,0 0 0,1 0 0,-1 0 0,0 0 0,0 0 0,1 0 0,-1-1 0,0 1 0,1 0 0,-1 0 0,0 0 0,0 0 0,1 0 0,-1-1 0,0 1 0,0 0 0,1 0 0,-1 0 0,0-1 0,0 1 0,0 0 0,1-1 0,-1 1 0,0 0 0,0 0 0,0-1 0,0 1 0,0 0 0,0-1 0,0 1 0,0 0 0,1-1 0,2-17 0,-3 16 0,4-68 0,-10-136 0,1 120 0,2 34 0,0 12 0,5-67 0,-2 107 0,5-28 0,-4 28 0,-1-1 0,1 0 0,-1 1 0,0-1 0,1 0 0,-1 1 0,1-1 0,-1 1 0,1-1 0,0 1 0,-1-1 0,1 1 0,0-1 0,-1 1 0,1 0 0,0-1 0,-1 1 0,1 0 0,0 0 0,-1-1 0,1 1 0,0 0 0,0 0 0,0 0 0,-1 0 0,1 0 0,0 0 0,0 0 0,-1 0 0,1 0 0,0 0 0,0 1 0,-1-1 0,2 0 0,4 3 0,-1-1 0,1 1 0,-1 0 0,1 0 0,-1 0 0,0 1 0,0 0 0,0 0 0,5 6 0,43 53 0,-49-58 0,74 103 0,-5 2 0,-6 4 0,-4 2 0,62 163 0,-112-246 0,28 76 0,-37-94 0,0-1 0,-1 1 0,-1 0 0,0 1 0,-1 20 0,-1-32 0,-1 0 0,1 0 0,-1 0 0,0 0 0,0 0 0,0 0 0,0 0 0,-3 5 0,3-8 0,1 0 0,-1 0 0,0 0 0,1 0 0,-1 0 0,0 0 0,0 0 0,0 0 0,0 0 0,0 0 0,1-1 0,-1 1 0,-1 0 0,1-1 0,0 1 0,0-1 0,0 1 0,0-1 0,0 0 0,0 1 0,-1-1 0,1 0 0,0 0 0,0 0 0,0 0 0,-1 0 0,1 0 0,0 0 0,0 0 0,0 0 0,-1-1 0,0 1 0,-5-3 0,1 0 0,0 0 0,0 0 0,0 0 0,0-1 0,0 0 0,1-1 0,-8-7 0,-39-46 0,38 41 0,-4-4 0,3 5 0,0-2 0,1 0 0,1 0 0,1-1 0,-20-40 0,32 58 0,-1 0 0,1 0 0,0 0 0,0 0 0,-1 0 0,1 1 0,0-1 0,0 0 0,0 0 0,0 0 0,0 0 0,0 0 0,0 0 0,0 0 0,1-1 0,-1 2 0,0-1 0,0 1 0,1 0 0,-1 0 0,0-1 0,0 1 0,1 0 0,-1 0 0,0-1 0,1 1 0,-1 0 0,0 0 0,1 0 0,-1 0 0,0 0 0,1 0 0,-1-1 0,0 1 0,1 0 0,-1 0 0,0 0 0,1 0 0,-1 0 0,1 0 0,-1 0 0,1 1 0,27 10 0,-1 5 0,36 28 0,-45-30 0,0-1 0,1-1 0,0-1 0,1 0 0,24 9 0,-39-19 5,0 1 0,-1-1 0,1 0-1,0 0 1,-1-1 0,1 0 0,0 0 0,0 0-1,-1 0 1,1 0 0,0-1 0,0 0 0,-1 0-1,1-1 1,-1 1 0,1-1 0,-1 0-1,9-5 1,-5 2-187,0-2 0,-1 1 0,1-1 0,-1 0 0,0-1 0,-1 1 0,10-17 0,26-49-6644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6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7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24575,'23'36'0,"-1"1"0,-2 0 0,28 73 0,-34-75 0,13 37 0,-16-42 0,1 0 0,18 33 0,-29-61 0,-1-1 0,1 1 0,0-1 0,0 1 0,0-1 0,0 0 0,0 1 0,0-1 0,0 0 0,0 0 0,1 0 0,-1 1 0,0-1 0,1-1 0,-1 1 0,1 0 0,-1 0 0,1-1 0,-1 1 0,1 0 0,0-1 0,1 1 0,-1-1 0,0-1 0,0 1 0,-1-1 0,1 1 0,0-1 0,-1 0 0,1 1 0,-1-1 0,1 0 0,-1 0 0,1 0 0,-1 0 0,1 0 0,-1 0 0,0-1 0,0 1 0,2-3 0,3-5 0,0 0 0,0-1 0,-1 0 0,0 0 0,5-16 0,-3 1 0,0 0 0,-1 0 0,3-44 0,-8 52 0,0 0 0,-2-1 0,0 1 0,-1 0 0,0 0 0,-8-25 0,8 35 0,-1 1 0,0-1 0,0 0 0,0 1 0,-1 0 0,0 0 0,-5-6 0,7 9 0,0 1 0,0 0 0,1 1 0,-1-1 0,-1 0 0,1 0 0,0 1 0,0-1 0,0 1 0,-1 0 0,1 0 0,-1 0 0,1 0 0,-1 0 0,1 0 0,-1 1 0,0-1 0,1 1 0,-1 0 0,0-1 0,-4 2 0,5-1 0,-1 1 0,1 0 0,0 0 0,0 1 0,0-1 0,0 0 0,0 1 0,0-1 0,1 1 0,-1-1 0,0 1 0,1 0 0,-1 0 0,1 0 0,0 0 0,0 0 0,-1 0 0,1 0 0,1 0 0,-1 0 0,0 1 0,0 1 0,-3 10 0,0 0 0,-1 18 0,4-28 0,-6 68 120,6-65-306,2 1 1,-1-1-1,1 0 0,0 0 1,0 1-1,1-1 1,5 13-1,5 2-6640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27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24575,'-1'1'0,"0"0"0,-1 1 0,1-1 0,0 1 0,0-1 0,0 1 0,0 0 0,1-1 0,-1 1 0,0 0 0,1 0 0,-1 0 0,1-1 0,0 1 0,-1 3 0,0-2 0,-7 38 0,2 0 0,-1 48 0,6 84 0,1-161 0,1 0 0,0-1 0,0 1 0,6 19 0,-6-28 0,0 1 0,1-1 0,-1 0 0,1 0 0,-1 0 0,1 0 0,0 0 0,0 0 0,1 0 0,-1 0 0,1-1 0,-1 0 0,1 1 0,0-1 0,-1 0 0,1 0 0,0 0 0,1-1 0,5 4 0,1-3 0,-1-1 0,1 1 0,0-1 0,-1-1 0,1 0 0,0 0 0,-1-1 0,1 0 0,0-1 0,-1 0 0,1 0 0,-1-1 0,0 0 0,0-1 0,0 0 0,0 0 0,-1-1 0,0 0 0,0-1 0,15-12 0,-20 15 0,0 0 0,-1-1 0,1 0 0,-1 1 0,1-1 0,-1 0 0,0 0 0,-1 0 0,1 0 0,-1 0 0,1-1 0,-1 1 0,1-8 0,-2 4 0,0 0 0,0 1 0,-1-1 0,0 0 0,0 1 0,-1-1 0,-3-10 0,-3-2 0,-1-1 0,-1 1 0,-1 1 0,-21-29 0,19 29 0,-1 1 0,-1 0 0,0 0 0,-2 2 0,-26-22 0,39 35-151,0 1-1,-1 0 0,1-1 0,-1 1 1,1 1-1,-1-1 0,0 1 1,-5-1-1,-12-1-6674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45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1 473 24575,'0'1'0,"0"0"0,1 0 0,-1-1 0,1 1 0,-1 0 0,1 0 0,-1 0 0,1-1 0,-1 1 0,1 0 0,0-1 0,-1 1 0,1 0 0,0-1 0,0 1 0,-1-1 0,1 1 0,0-1 0,0 1 0,0-1 0,1 1 0,22 7 0,1-4 0,-1 0 0,1-2 0,-1 0 0,1-2 0,0-1 0,-1-1 0,41-8 0,3-5 0,92-34 0,-62 11 0,-2-3 0,-2-5 0,-3-4 0,150-107 0,-233 151-93,8-5-161,-2 0-1,1-1 1,-2 0-1,18-21 1,-22 20-6572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49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35 24575,'-3'10'0,"3"-9"0,-1-1 0,1 0 0,0 1 0,0-1 0,0 1 0,-1-1 0,1 1 0,0-1 0,0 1 0,0-1 0,0 1 0,0-1 0,0 1 0,0-1 0,0 1 0,0 0 0,0-1 0,0 1 0,0-1 0,0 1 0,1-1 0,-1 1 0,0-1 0,0 0 0,0 1 0,1-1 0,-1 1 0,0-1 0,1 1 0,-1-1 0,0 0 0,1 1 0,-1-1 0,1 0 0,-1 1 0,0-1 0,1 0 0,0 1 0,3 2 0,0-1 0,0 0 0,0 1 0,0-1 0,0-1 0,7 3 0,27 8 0,1-3 0,54 8 0,87 0 0,-146-14 0,881 21-894,-880-25 894,-76 0 0,-481 1 367,-144-2 160,651 2-527,-12 0 0,-38-6 0,58 5 0,1 0 0,0 0 0,0-1 0,0 0 0,1 0 0,-1 0 0,0-1 0,1 0 0,-1 0 0,1-1 0,-9-6 0,14 10 0,-1-1 0,1 1 0,0 0 0,0 0 0,-1-1 0,1 1 0,0 0 0,0 0 0,-1-1 0,1 1 0,0 0 0,0 0 0,0-1 0,0 1 0,-1 0 0,1-1 0,0 1 0,0 0 0,0-1 0,0 1 0,0 0 0,0-1 0,0 1 0,0-1 0,0 1 0,0 0 0,0-1 0,0 1 0,0 0 0,0-1 0,0 1 0,1 0 0,-1-1 0,0 1 0,0 0 0,1-1 0,14-6 0,28 1 0,-42 6 0,188-8 0,-32 2 0,304-27 0,-142 8 0,-272 21 0,-36 1 0,-13 1 0,-21-2 0,-394-4 0,382 9 0,-593 39 0,555-29 0,53-5 0,20-6 0,0-1 0,0 1 0,0 0 0,0 0 0,0 0 0,0 0 0,0 0 0,-1 1 0,1-1 0,0 0 0,0 0 0,0 0 0,0 0 0,0 0 0,0 0 0,0 0 0,-1 0 0,1 0 0,0 0 0,0 0 0,0 0 0,0 0 0,0 0 0,0 0 0,0 1 0,0-1 0,0 0 0,0 0 0,-1 0 0,1 0 0,0 0 0,0 0 0,0 0 0,0 0 0,0 1 0,0-1 0,0 0 0,0 0 0,0 0 0,0 0 0,0 0 0,0 0 0,0 1 0,0-1 0,0 0 0,0 0 0,0 0 0,0 0 0,0 0 0,0 0 0,1 1 0,27 4 0,406 2 0,-288-9 0,-97 1-73,82 4-1219,-104 1-5534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52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1 656 24575,'1'5'0,"0"0"0,1 0 0,0 1 0,0-1 0,0 0 0,1-1 0,0 1 0,0 0 0,0-1 0,0 0 0,1 0 0,6 7 0,-1 0 0,1 1 0,0 0 0,1 0 0,18 17 0,-25-26 0,1 1 0,-1-1 0,1 0 0,0 0 0,0-1 0,0 1 0,1-1 0,-1 0 0,1-1 0,-1 1 0,8 0 0,13 1 0,0-1 0,0-2 0,50-4 0,94-26 0,58-28-516,342-135 0,191-158-516,-491 199 10,-202 106-4083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4:03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1783 39 24575,'-201'16'0,"66"-1"0,23-11 0,45-2 0,-71 11 0,-24 15 0,-225 68 0,250-58 0,74-22 0,1 2 0,-65 30 0,116-43 0,0 2 0,0-1 0,1 2 0,0-1 0,0 1 0,1 1 0,0 0 0,0 0 0,1 1 0,0 0 0,1 0 0,0 1 0,1 0 0,0 0 0,-6 18 0,1 0 0,2 0 0,1 1 0,2 0 0,0 1 0,0 35 0,5-56 0,1 0 0,0 0 0,0 1 0,1-1 0,1 0 0,0 0 0,0 0 0,1 0 0,0-1 0,1 1 0,0-1 0,0 0 0,1 0 0,0 0 0,1-1 0,0 1 0,0-1 0,1-1 0,0 1 0,13 10 0,3 0 0,0 0 0,1-2 0,0-1 0,1-1 0,1-1 0,54 19 0,169 35 0,-247-66 0,458 86 27,4-21-301,-367-53 56,355 32 102,-379-43 121,-1-3-1,0-3 1,0-4 0,90-21-1,-69 4-4,97-41 0,84-51 0,-30 13 0,-210 90 30,0 1 123,35-19 1,-59 27-126,0-1-1,-1-1 1,1 1 0,-2-1-1,1-1 1,-1 0 0,13-15-1,-9 7-27,-5 7 0,0 0 0,10-19 0,-15 23 0,0 1 0,0-1 0,-1 1 0,0-1 0,0 1 0,0-1 0,0 0 0,-1 1 0,0-1 0,0-7 0,-2-4 0,0 0 0,-1 0 0,-1 1 0,0-1 0,-1 1 0,-1 0 0,-10-19 0,4 13 0,0 1 0,-2 0 0,0 1 0,-24-25 0,4 11 0,-2 2 0,-1 1 0,-1 2 0,-64-35 0,30 24 0,-118-44 0,-86-11 0,230 81 0,0 2 0,-1 2 0,0 2 0,-1 2 0,0 3 0,-67 3 0,103 2 0,0-1 0,1 2 0,-1-1 0,1 1 0,-1 1 0,2 0 0,-1 1 0,-14 10 0,-4 0 0,19-10 0,-10 5 0,-1 0 0,0-1 0,0-1 0,-1-1 0,-41 9 0,-18-5-682,-140 2-1,199-14-6143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4:05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1118 18 24575,'-56'0'0,"-81"-11"0,114 8 0,0 1 0,-1 1 0,1 0 0,-1 2 0,-31 5 0,37-2 0,1 0 0,-1 1 0,1 1 0,0 0 0,1 2 0,0 0 0,-25 16 0,-21 21 0,1 4 0,3 1 0,2 4 0,3 1 0,2 3 0,2 2 0,-45 76 0,78-111 0,1 2 0,1 0 0,2 0 0,1 1 0,-13 47 0,19-52 0,1 0 0,0 0 0,2 0 0,1 0 0,0 0 0,2 0 0,7 45 0,-4-54 0,0 0 0,1-1 0,1 0 0,0 0 0,0 0 0,2 0 0,-1-1 0,2-1 0,-1 1 0,18 16 0,11 8 0,64 48 0,24 3 0,-103-74 0,1-1 0,0 0 0,49 14 0,5-7 0,0-3 0,109 8 0,161-8 0,-286-14 0,903 13 0,-598-14 0,363-3 0,-639-1 0,121-20 0,-169 15 0,-1-1 0,0-2 0,0-1 0,-2-3 0,44-21 0,-66 27 0,0-1 0,-1 0 0,-1-2 0,1 1 0,-2-2 0,23-23 0,-29 26 0,-1 1 0,0-1 0,-1 0 0,0-1 0,0 1 0,-1-1 0,-1 0 0,0-1 0,0 1 0,-1-1 0,3-21 0,-4 11 0,-2-1 0,0 1 0,-2-1 0,0 1 0,-1-1 0,-2 1 0,0 0 0,-1 1 0,-1-1 0,-2 1 0,0 1 0,0-1 0,-2 2 0,-14-21 0,-4-1 0,-2 2 0,-1 1 0,-2 2 0,-2 1 0,-52-40 0,49 47 5,-1 2 0,-1 1 0,-1 2-1,-2 2 1,0 2 0,-1 2 0,-91-22-1,2 12-405,-211-15 0,-186 15-206,-4 21-699,-74-3-41,5-30 1241,566 36 466,0-3 0,-73-19 0,87 16-5501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17 838 24575,'0'0'0,"-1"0"0,1 0 0,0 0 0,0-1 0,0 1 0,0 0 0,0 0 0,-1 0 0,1 0 0,0 0 0,0-1 0,0 1 0,-1 0 0,1 0 0,0 0 0,0 0 0,-1 0 0,1 0 0,0 0 0,0 0 0,0 0 0,-1 0 0,1 0 0,0 0 0,0 0 0,-1 0 0,1 0 0,0 0 0,0 0 0,-1 0 0,1 0 0,0 0 0,0 0 0,-1 0 0,1 0 0,0 0 0,0 1 0,0-1 0,-1 0 0,1 0 0,0 0 0,0 0 0,0 0 0,-1 1 0,-4 14 0,5-11 0,-1 0 0,1 0 0,0 0 0,0 0 0,1 8 0,0-11 0,0 1 0,0-1 0,0 0 0,0 0 0,0 0 0,0 1 0,0-1 0,1 0 0,-1-1 0,0 1 0,1 0 0,-1 0 0,0 0 0,1-1 0,-1 1 0,1-1 0,-1 1 0,1-1 0,-1 0 0,1 1 0,-1-1 0,1 0 0,0 0 0,1 0 0,2 0 0,7 2 0,-1-2 0,1 1 0,0-2 0,11-1 0,126-24 0,78-31-410,75-35-1233,1377-588 40,-1578 632-2932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5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24575,'0'80'0,"1"89"0,-1-164 0,0 1 0,1 0 0,0-1 0,2 9 0,-3-14 0,0 1 0,0-1 0,0 0 0,0 0 0,0 1 0,1-1 0,-1 0 0,0 0 0,0 0 0,0 1 0,0-1 0,0 0 0,0 0 0,1 0 0,-1 1 0,0-1 0,0 0 0,0 0 0,0 0 0,1 0 0,-1 0 0,0 0 0,0 1 0,0-1 0,1 0 0,-1 0 0,0 0 0,0 0 0,0 0 0,1 0 0,-1 0 0,0 0 0,0 0 0,1 0 0,-1 0 0,0 0 0,0 0 0,1 0 0,-1 0 0,0 0 0,12-17 0,24-78 0,-6 12 0,-30 82 0,0 0 0,1 0 0,-1 0 0,1 0 0,-1 0 0,1 0 0,-1-1 0,1 1 0,-1 0 0,1 0 0,0 1 0,-1-1 0,1 0 0,0 0 0,0 0 0,0 0 0,0 1 0,0-1 0,0 0 0,0 1 0,0-1 0,0 1 0,0-1 0,0 1 0,0 0 0,0-1 0,0 1 0,1 0 0,-1 0 0,0-1 0,0 1 0,0 0 0,3 1 0,0 0 0,0 1 0,0 0 0,0 1 0,0-1 0,-1 0 0,1 1 0,-1 0 0,5 5 0,56 57 0,-2 4 0,53 78 0,-82-104 0,-8-11 0,135 184 0,-115-150 0,49 97 0,-91-157 0,3 5 0,-1 0 0,0 0 0,-1 1 0,3 12 0,-6-21 0,-1-1 0,1 0 0,-1 0 0,0 0 0,1 0 0,-1 0 0,0 1 0,0-1 0,-1 0 0,1 0 0,0 0 0,-1 0 0,1 0 0,-1 0 0,0 0 0,0 0 0,0 0 0,0 0 0,0 0 0,0 0 0,0 0 0,-1-1 0,1 1 0,-1 0 0,1-1 0,-1 1 0,1-1 0,-1 0 0,-3 2 0,-5 2 0,0-1 0,0-1 0,0 0 0,0 0 0,0-1 0,-17 1 0,-65-1 0,86-2-76,0 0 1,1-1-1,-1 0 0,0 0 0,0 0 0,0-1 0,1 1 0,-1-2 1,1 1-1,-1-1 0,1 1 0,0-1 0,0-1 0,0 1 1,1-1-1,-1 0 0,-5-6 0,-5-7-6750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6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54 24575,'-3'0'0,"2"-3"0,7-1 0,9-3 0,7-3 0,10 0 0,1 2 0,-1 2 0,-3 2 0,-7 2-8191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24575,'12'-3'0,"19"-7"0,7-1 0,-3 0-8191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7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6 228 24575,'0'0'0,"0"0"0,-1 1 0,1-1 0,0 0 0,-1 0 0,1 0 0,0 0 0,0 0 0,-1 1 0,1-1 0,0 0 0,0 0 0,-1 0 0,1 1 0,0-1 0,0 0 0,-1 0 0,1 1 0,0-1 0,0 0 0,0 1 0,0-1 0,-1 0 0,1 0 0,0 1 0,0-1 0,0 0 0,0 1 0,0-1 0,0 0 0,0 1 0,0-1 0,0 0 0,0 1 0,0-1 0,0 0 0,0 1 0,0-1 0,0 0 0,1 1 0,-1-1 0,0 0 0,0 1 0,0-1 0,8 21 0,-6-18 0,102 215 0,-90-190 0,-7-15 0,-4-7 0,-1 0 0,1 0 0,0 0 0,1-1 0,-1 1 0,1-1 0,0 0 0,1 0 0,4 4 0,-8-8 0,-1-1 0,1 0 0,0 1 0,-1-1 0,1 0 0,-1 0 0,1 1 0,0-1 0,-1 0 0,1 0 0,0 0 0,-1 0 0,1 0 0,0 0 0,0 0 0,-1 0 0,1 0 0,0 0 0,-1 0 0,1 0 0,0-1 0,-1 1 0,1 0 0,-1 0 0,1-1 0,0 1 0,-1 0 0,1-1 0,-1 1 0,1-1 0,-1 1 0,1-1 0,0 0 0,13-20 0,-14 19 0,7-11 0,-2-1 0,1 0 0,-2 0 0,0-1 0,3-26 0,1-76 0,-5 36 0,23 120 0,13 20 0,3-1 0,2-2 0,3-2 0,94 85 0,-132-131 0,1 0 0,1-1 0,-1 0 0,23 11 0,-32-17 0,1-1 0,-1 1 0,0-1 0,0 0 0,0 1 0,0-1 0,1 0 0,-1 0 0,0 0 0,0 0 0,0 0 0,1 0 0,-1 0 0,0 0 0,0 0 0,1 0 0,-1-1 0,0 1 0,0-1 0,0 1 0,0-1 0,0 1 0,0-1 0,2 0 0,-2-1 0,1 0 0,-1 0 0,1 0 0,-1 0 0,0 0 0,0 0 0,0 0 0,0 0 0,0 0 0,0-1 0,0 1 0,0-2 0,1-10 0,0 0 0,-1-1 0,-2-20 0,1 30 0,-3-50 0,-3 0 0,-2 0 0,-3 1 0,-2 1 0,-2 0 0,-2 0 0,-36-70 0,46 107-455,-2 0 0,-19-26 0,20 31-6371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8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24575,'0'6'0,"0"5"0,0 12 0,0 12 0,0 6 0,0 2 0,-3-1 0,-4-4 0,-4-9 0,-6-6 0,0-4 0,0-2 0,3-4-8191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8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24575,'6'0'0,"11"0"0,11 6 0,17 8 0,12 13 0,5 9 0,5 7 0,-4-1 0,-6-2 0,-7-4 0,-9-9 0,-8-5 0,-7-7 0,-5-6 0,-6-5-8191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8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97 24575,'-3'-3'0,"5"-1"0,8 0 0,9 1 0,6-2 0,3-3 0,2-1 0,-4-1 0,-3 1 0,-3-1 0,-4-2 0,-3 1 0,-3 2-8191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9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24575,'2'3'0,"5"7"0,7 8 0,4 7 0,2 5 0,0 3 0,4 3 0,-1-3 0,3 0 0,0-3 0,-2-4 0,-2-3 0,-1-5 0,-2-6 0,-4-5-8191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29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24575,'0'8'0,"1"1"0,0-1 0,1 1 0,0-1 0,0 0 0,1 1 0,5 10 0,31 55 0,-23-47 0,134 226 0,-21-37 0,-115-194 0,-14-22 0,0 0 0,0 0 0,0 0 0,0 0 0,0 1 0,0-1 0,0 0 0,0 0 0,1 0 0,-1 0 0,0 1 0,0-1 0,0 0 0,0 0 0,0 0 0,1 0 0,-1 0 0,0 0 0,0 0 0,0 0 0,0 0 0,1 1 0,-1-1 0,0 0 0,0 0 0,0 0 0,1 0 0,-1 0 0,0 0 0,0 0 0,0 0 0,0 0 0,1 0 0,-1 0 0,0 0 0,0-1 0,0 1 0,1 0 0,-1 0 0,0 0 0,0 0 0,0 0 0,0 0 0,1 0 0,-1 0 0,0 0 0,0-1 0,0 1 0,0 0 0,0 0 0,0 0 0,1 0 0,-1-1 0,0 1 0,0 0 0,0 0 0,0 0 0,0 0 0,0-1 0,0 1 0,0 0 0,0 0 0,0 0 0,0-1 0,0 1 0,2-17 0,-2 17 0,-1-136 0,-1 86 0,2 0 0,8-57 0,-8 104 0,0 0 0,1 0 0,-1 0 0,1 0 0,0 1 0,0-1 0,0 0 0,1 1 0,-1-1 0,0 0 0,4-4 0,-4 6 0,1 1 0,-1-1 0,0 0 0,0 0 0,0 1 0,1-1 0,-1 1 0,0-1 0,1 1 0,-1-1 0,0 1 0,1 0 0,-1 0 0,0 0 0,1 0 0,-1 0 0,1 0 0,-1 0 0,0 0 0,1 0 0,-1 1 0,0-1 0,1 0 0,-1 1 0,0-1 0,1 1 0,1 1 0,10 5 0,0 0 0,-1 1 0,0 1 0,0 0 0,-1 0 0,16 18 0,56 70 0,-83-96 0,13 14 0,-2 0 0,0 1 0,13 26 0,-23-41 0,0 0 0,-1 0 0,1 0 0,-1 1 0,1-1 0,-1 0 0,0 0 0,1 1 0,-1-1 0,0 0 0,0 0 0,0 1 0,0-1 0,0 0 0,0 1 0,0-1 0,-1 0 0,0 3 0,1-4 0,-1 1 0,1 0 0,-1-1 0,1 1 0,-1 0 0,0-1 0,0 1 0,1-1 0,-1 1 0,0-1 0,0 1 0,1-1 0,-1 0 0,0 1 0,0-1 0,0 0 0,0 0 0,0 0 0,1 0 0,-3 1 0,-2-1 0,0-1 0,0 1 0,0-1 0,0 1 0,0-2 0,0 1 0,-9-4 0,-63-26-1365,52 24-5461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2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24575,'1'7'0,"1"1"0,0-1 0,0 0 0,1 0 0,0 0 0,0 0 0,9 12 0,-9-13 0,10 14 0,0-1 0,1-1 0,1 0 0,1-1 0,26 23 0,-40-38 0,0-1 0,0 1 0,-1-1 0,1 1 0,0-1 0,0 0 0,1 1 0,-1-1 0,0 0 0,0 0 0,0-1 0,1 1 0,-1 0 0,0-1 0,1 0 0,-1 1 0,1-1 0,-1 0 0,0 0 0,4-1 0,-3 0 0,-1 0 0,1 0 0,0-1 0,-1 1 0,1-1 0,-1 0 0,0 0 0,0 0 0,0 0 0,1 0 0,-2 0 0,1 0 0,0-1 0,0 1 0,-1-1 0,2-3 0,57-120 0,-37 72 0,-18 43 0,-1-1 0,4-19 0,0 2 0,-8 29 0,0 0 0,0-1 0,0 1 0,0 0 0,0 0 0,0-1 0,0 1 0,0 0 0,0 0 0,1-1 0,-1 1 0,0 0 0,0 0 0,0-1 0,1 1 0,-1 0 0,0 0 0,0 0 0,0-1 0,1 1 0,-1 0 0,0 0 0,0 0 0,1 0 0,-1 0 0,0 0 0,0-1 0,1 1 0,-1 0 0,0 0 0,1 0 0,-1 0 0,0 0 0,0 0 0,1 0 0,-1 0 0,0 0 0,1 0 0,-1 0 0,0 1 0,0-1 0,1 0 0,-1 0 0,0 0 0,0 0 0,1 0 0,-1 0 0,0 1 0,1-1 0,13 13 0,-12-11 0,38 46 0,-2 1 0,38 66 0,-40-59 0,7 8 0,67 106 0,-84-125 0,37 89 0,-59-124 0,0 1 0,0 0 0,-1-1 0,-1 1 0,2 22 0,-4-30 0,0 1 0,0-1 0,0 1 0,-1-1 0,1 0 0,-1 1 0,0-1 0,0 0 0,0 0 0,-1 1 0,1-1 0,-1 0 0,0 0 0,1-1 0,-1 1 0,-1 0 0,1-1 0,0 1 0,-1-1 0,1 1 0,-1-1 0,0 0 0,-4 3 0,-6 1 0,0 0 0,0 0 0,0-1 0,-1-1 0,0-1 0,-19 4 0,-87 5 0,96-11-341,-1-1 0,1-2-1,-30-4 1,1-5-6485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2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22 193 24575,'-3'0'0,"-4"0"0,0-3 0,3-4 0,14-4 0,25-5 0,20-7 0,16-6 0,8 0 0,-3 2 0,-9 5 0,-13 6 0,-15 7-8191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3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24575,'0'3'0,"0"4"0,3 1 0,7-1 0,8-2 0,7-2 0,1-3 0,1-6 0,-2-5 0,-6-3 0,-2 1 0,-4-4 0,-2 1 0,-3-2 0,-2 1-8191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4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24575,'0'6'0,"0"8"0,0 4 0,0 6 0,3 4 0,1 1 0,3-5 0,0 0 0,-1-2 0,-2-1 0,-1-1 0,-1-4-8191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5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 24575,'-2'0'0,"1"0"0,-1 1 0,1-1 0,-1 1 0,1-1 0,0 1 0,-1 0 0,1-1 0,-1 1 0,1 0 0,0 0 0,0 0 0,-1 0 0,1 0 0,0 0 0,0 0 0,0 0 0,0 1 0,0-1 0,1 0 0,-1 1 0,0-1 0,0 3 0,-13 35 0,13-34 0,-6 18 0,2 0 0,0 0 0,2 1 0,-1 31 0,4-44 0,0-1 0,1 0 0,1 0 0,-1 0 0,2 0 0,-1 0 0,2-1 0,-1 1 0,1-1 0,0 0 0,1 0 0,10 15 0,-11-20-65,-1-1 0,0 0 0,0 0 0,1-1 0,0 1 0,0-1 0,-1 1 0,1-1 0,1 0 0,-1-1 0,0 1 0,0-1 0,1 0 0,-1 0 0,0 0 0,1 0 0,-1-1 0,1 0 0,-1 0 0,10-1 0,1 1-6761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7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24575,'0'-1'0,"1"0"0,-1 1 0,1-1 0,0 0 0,0 0 0,-1 1 0,1-1 0,0 1 0,0-1 0,0 1 0,0-1 0,0 1 0,-1-1 0,1 1 0,0 0 0,0-1 0,0 1 0,0 0 0,0 0 0,0 0 0,0 0 0,0 0 0,1 0 0,1-1 0,141-17 0,-139 17 0,-1 1 0,0-1 0,1 1 0,-1 0 0,1 0 0,6 1 0,-10 0 0,0-1 0,1 0 0,-1 1 0,0 0 0,0-1 0,0 1 0,1 0 0,-1-1 0,0 1 0,0 0 0,0 0 0,0 0 0,0 0 0,0 0 0,-1 0 0,1 0 0,0 1 0,0-1 0,-1 0 0,1 0 0,-1 0 0,1 1 0,-1-1 0,1 3 0,1 8 0,0-1 0,-1 1 0,-1 0 0,0-1 0,-1 1 0,-2 14 0,0 34 0,3-55 0,1 0 0,-1-1 0,1 1 0,1-1 0,-1 1 0,1-1 0,-1 1 0,1-1 0,0 0 0,1 0 0,-1 0 0,1 0 0,0 0 0,3 3 0,6 6 0,0-2 0,22 17 0,0-1 0,-29-22 0,4 2 0,-1 1 0,-1 0 0,1 0 0,5 9 0,-11-16 0,-1 1 0,-1-1 0,1 0 0,0 1 0,0-1 0,0 1 0,-1-1 0,1 1 0,-1-1 0,1 1 0,-1 0 0,0-1 0,1 1 0,-1-1 0,0 1 0,0 0 0,0-1 0,0 1 0,0 0 0,-1-1 0,1 1 0,0-1 0,-1 1 0,1-1 0,-1 1 0,0-1 0,1 1 0,-1-1 0,0 1 0,0-1 0,0 0 0,0 1 0,0-1 0,-2 1 0,-1 2 0,-1-1 0,0 0 0,0 0 0,0 0 0,0-1 0,0 0 0,0 0 0,0 0 0,-10 1 0,-53 5 0,51-7 0,-174 3-1365,148-4-5461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7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24575,'0'-3'0,"3"-1"0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8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24575,'-5'0'0,"9"-1"0,15 3 0,8 5 0,-1 1 0,-1 2 0,0 1 0,30 16 0,-6 2 0,46 36 0,-61-39 0,58 57 0,-81-72 0,-1 0 0,0 1 0,-1 0 0,-1 0 0,0 1 0,0 0 0,-2 1 0,1 0 0,4 15 0,-10-27 0,-1 0 0,1 1 0,-1-1 0,1 1 0,-1-1 0,0 0 0,0 1 0,0-1 0,0 1 0,0-1 0,-1 1 0,1-1 0,-1 0 0,1 1 0,-1-1 0,0 0 0,0 0 0,0 1 0,0-1 0,0 0 0,-1 0 0,1 0 0,-1 0 0,1 0 0,-1-1 0,0 1 0,0 0 0,1-1 0,-1 1 0,0-1 0,-1 0 0,1 0 0,-3 2 0,-6 2 0,-1-1 0,0-1 0,0 0 0,-1 0 0,-14 1 0,15-3 0,-56 7-1365,42-6-5461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8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 24575,'3'-3'0,"4"-1"0,7-3 0,4 0 0,8-2 0,5 1 0,7-2 0,3 2 0,0-2 0,-4 1 0,-5 3 0,-5-2 0,-7 2-8191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9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24575,'12'12'0,"13"15"0,8 20 0,5 9 0,1 5 0,4 4 0,-3-3 0,-5-7 0,-6-5 0,-4-10 0,-4-4 0,-5-7 0,-3-4 0,3-3 0,1-7 0,5-4 0,-3-5-8191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39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321 533 24575,'-1'0'0,"0"0"0,1 0 0,-1 0 0,1 1 0,-1-1 0,0 0 0,1 1 0,-1-1 0,1 1 0,-1-1 0,1 0 0,-1 1 0,1-1 0,-1 1 0,1-1 0,-1 1 0,1-1 0,0 1 0,-1 0 0,1-1 0,0 1 0,-1 0 0,1-1 0,0 1 0,0-1 0,0 1 0,-1 1 0,-2 22 0,3-20 0,-1 0 0,1 0 0,0 0 0,0 0 0,1 1 0,-1-1 0,1 0 0,0 0 0,0 0 0,0 0 0,1 0 0,0 0 0,-1 0 0,1-1 0,0 1 0,1 0 0,3 5 0,-1-4 0,0 0 0,1-1 0,-1 1 0,1-1 0,-1 0 0,1 0 0,1-1 0,-1 0 0,10 4 0,-6-3 0,0-1 0,1 0 0,-1-1 0,1 0 0,-1 0 0,1-2 0,-1 1 0,1-1 0,0 0 0,-1-1 0,1-1 0,-1 0 0,16-4 0,-18 3 0,0-1 0,-1 0 0,1 0 0,-1-1 0,0 0 0,0 0 0,-1-1 0,1 0 0,-1 0 0,0 0 0,8-14 0,-7 10 0,-1-1 0,0 0 0,-1-1 0,0 1 0,-1-1 0,0 0 0,4-22 0,-6 20 0,0-1 0,-1 0 0,0 0 0,-1 0 0,-1 0 0,-1 0 0,0 0 0,0 1 0,-2-1 0,0 1 0,0 0 0,-2 0 0,1 0 0,-12-19 0,2 12 0,-1 0 0,-1 2 0,0 0 0,-1 0 0,-1 2 0,-1 0 0,-1 2 0,0 0 0,-35-18 0,31 20 0,-1 1 0,0 1 0,-1 2 0,0 1 0,-1 0 0,1 3 0,-1 0 0,-44-2 0,64 7-105,-1 1 0,1 0 0,0 0 0,0 0 0,-1 1 0,1 1 0,0-1 0,1 1 0,-1 0 0,0 1 0,1 0 0,-7 5 0,-21 14-6721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41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3 163 24575,'-3'0'0,"5"-3"0,8-7 0,12-8 0,13-4 0,17-4 0,7 3 0,7-2 0,-2 5 0,-13 4-8191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41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24575,'6'0'0,"8"0"0,13-3 0,3-1-8191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42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24575,'0'-1'0,"0"-1"0,1 1 0,-1-1 0,1 1 0,-1-1 0,1 1 0,-1-1 0,1 1 0,0 0 0,0-1 0,-1 1 0,1 0 0,0 0 0,0-1 0,1 1 0,-1 0 0,0 0 0,0 0 0,0 0 0,1 1 0,1-2 0,35-16 0,-26 14 0,11-5 0,0 1 0,1 2 0,-1 0 0,1 2 0,0 0 0,1 2 0,-1 0 0,31 3 0,-50-1 0,-1 1 0,0 0 0,0 0 0,0 1 0,0-1 0,0 1 0,0 0 0,-1 0 0,1 0 0,0 0 0,-1 1 0,0-1 0,1 1 0,-1 0 0,0 0 0,-1 0 0,1 0 0,0 1 0,-1-1 0,0 1 0,3 6 0,-3-7 0,0 0 0,-1 0 0,0 1 0,0-1 0,0 1 0,0-1 0,0 1 0,-1-1 0,0 1 0,1 0 0,-1-1 0,-1 1 0,1-1 0,0 1 0,-1 0 0,0-1 0,0 1 0,0-1 0,0 0 0,0 1 0,-1-1 0,0 0 0,1 0 0,-1 0 0,-3 4 0,-3 0 0,1 0 0,-1 0 0,0 0 0,-1-1 0,0-1 0,-13 8 0,-5-1 0,-28 9 0,51-19 0,1-1 0,0 0 0,0 0 0,0 0 0,0 0 0,0 1 0,-5 3 0,8-5 0,-1 1 0,1-1 0,0 1 0,-1 0 0,1-1 0,0 1 0,0-1 0,-1 1 0,1-1 0,0 1 0,0 0 0,0-1 0,0 1 0,0-1 0,0 1 0,0 0 0,0-1 0,0 1 0,0 0 0,0-1 0,0 1 0,0-1 0,0 1 0,1-1 0,-1 1 0,0 0 0,0-1 0,1 1 0,-1-1 0,0 1 0,1-1 0,-1 1 0,1-1 0,-1 1 0,1-1 0,-1 0 0,1 1 0,-1-1 0,1 0 0,-1 1 0,1-1 0,0 1 0,21 16 0,40 23 0,-42-28 0,-1 0 0,0 1 0,27 25 0,-45-36 0,1-1 0,-1 0 0,1 1 0,-1-1 0,0 1 0,0-1 0,0 1 0,0-1 0,0 1 0,0 0 0,0 0 0,0 0 0,-1-1 0,1 1 0,-1 0 0,1 0 0,-1 0 0,0 0 0,0 0 0,0 0 0,0 3 0,-1-3 0,0 0 0,0 0 0,0 0 0,0 0 0,-1-1 0,1 1 0,0 0 0,-1-1 0,0 1 0,1-1 0,-1 0 0,0 1 0,0-1 0,0 0 0,1 0 0,-1 0 0,0 0 0,-1-1 0,1 1 0,-2 0 0,-15 5 22,0-2-1,-1 0 0,-29 2 0,-63-1-755,87-5 18,-47 1-6110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2:45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692 9 24575,'-476'0'0,"469"-1"0,0 1 0,1 1 0,-1-1 0,0 1 0,-10 3 0,14-3 0,1 0 0,0 0 0,0 0 0,0 0 0,0 1 0,1-1 0,-1 0 0,0 1 0,0 0 0,1-1 0,-1 1 0,1 0 0,-1 0 0,1 0 0,0 0 0,0 0 0,0 0 0,0 0 0,-1 4 0,-3 13 0,1 0 0,1 0 0,1 0 0,0 0 0,2 1 0,1 22 0,0-6 0,-18 435 0,7-387 0,-3 0 0,-3-1 0,-37 107 0,53-188 0,-2 1 0,1 1 0,-1-1 0,1 1 0,0-1 0,1 1 0,-1-1 0,1 1 0,-1 7 0,2-10 0,-1 1 0,1-1 0,-1 0 0,1 0 0,0 0 0,0 1 0,0-1 0,-1 0 0,1 0 0,0 0 0,0 0 0,0-1 0,1 1 0,-1 0 0,0 0 0,0-1 0,0 1 0,1 0 0,-1-1 0,0 1 0,1-1 0,-1 0 0,0 1 0,1-1 0,-1 0 0,0 0 0,1 0 0,1 0 0,33 3 0,66-3 0,-83 0 0,392-42-86,2-35-1402,-378 70 1255,1243-312-520,-1255 312 720,13-3 18,-1-1-1,58-28 1,-90 38 13,0-1 1,-1 1-1,1-1 0,-1 1 0,1-1 1,-1 0-1,0 0 0,1 0 0,-1 0 0,0 0 1,0 0-1,-1-1 0,1 1 0,0-1 1,-1 1-1,1-1 0,-1 0 0,0 1 1,2-6-1,-3 2 201,0 0 1,0 0-1,-1 1 1,0-1 0,1 0-1,-2 1 1,1-1-1,-4-9 1,-36-133 733,24 82-960,-31-81-1,34 111 28,-25-56 0,33 79 0,-1 1 0,-1 0 0,1 0 0,-18-19 0,22 28 0,0 0 0,0 0 0,-1 1 0,1-1 0,-1 1 0,0 0 0,0 0 0,0 0 0,0 0 0,0 1 0,0 0 0,0-1 0,0 2 0,-7-2 0,-4 1 0,1 1 0,-30 3 0,21-1 0,-215 39 0,130-19 0,-515 63 0,546-85-1365,65-1-5461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53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0 578 24575,'2'3'0,"1"0"0,-1 0 0,0 0 0,-1 1 0,1-1 0,0 0 0,-1 1 0,2 6 0,3 9 0,2-3 0,-2-2 0,0-1 0,1 0 0,1 0 0,17 23 0,-23-35 0,-1 1 0,1-1 0,-1 1 0,1-1 0,0 0 0,0 0 0,0 0 0,0 0 0,0 0 0,0 0 0,0-1 0,0 1 0,0-1 0,0 1 0,4 0 0,0-1 0,0-1 0,-1 1 0,1-1 0,0 0 0,8-2 0,17-7 0,0 0 0,46-25 0,58-39 0,-108 58 0,334-211-412,-253 149 206,118-110 1,-162 125-1023,-24 17-4912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54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24575,'3'6'0,"7"8"0,5 8 0,9 15 0,6 7 0,1 2 0,-1-1 0,-4-1 0,-2-9 0,0-14 0,2-15 0,15-25 0,12-14 0,12-14 0,-1 1 0,-13 5 0,-14 10-8191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4:21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1236 391 24575,'-215'-1'0,"-229"3"0,405 1 0,0 1 0,-75 20 0,105-21 0,0 0 0,1 0 0,-1 1 0,1 1 0,0-1 0,0 1 0,-9 8 0,-50 47 0,34-28 0,24-24 0,-24 21 0,-36 43 0,59-61 0,1 1 0,1 0 0,0 0 0,1 1 0,0 0 0,1 1 0,-8 24 0,6-6 0,1 0 0,-4 64 0,8 66 0,4-104 0,-1-51 0,1 0 0,0 0 0,0 0 0,1 0 0,0 0 0,0 0 0,1-1 0,0 1 0,0-1 0,6 10 0,6 6 0,27 30 0,-14-17 0,9 14 0,2-2 0,55 51 0,-94-98 0,204 169 0,-178-151 0,2-1 0,0-1 0,1-1 0,1-1 0,0-2 0,34 9 0,94 17 0,-73-19 0,141 50 0,-207-61 0,32 13 0,1-2 0,58 12 0,-94-27 0,0-1 0,0-1 0,0-1 0,0 0 0,0-1 0,1 0 0,-1-2 0,0 0 0,0-1 0,0 0 0,28-11 0,-3-4 0,-1-3 0,60-40 0,70-64 0,-112 81 0,14-15 0,-3-3 0,93-109 0,-154 161 0,0-1 0,-1 0 0,0 0 0,-1-1 0,0 1 0,0-1 0,3-15 0,21-92 0,-27 104 0,7-33 0,-3-1 0,3-77 0,-10 96 0,-2 1 0,0 0 0,-2 0 0,-1 0 0,-15-47 0,-1 21 0,-2 1 0,-3 1 0,-1 1 0,-3 1 0,-3 2 0,-1 1 0,-73-78 0,73 93 0,-2 2 0,-1 1 0,-2 2 0,-1 1 0,-1 3 0,0 1 0,-2 2 0,-1 2 0,0 1 0,-56-12 0,76 25-79,-1 1 1,1 2-1,0 0 0,-42 4 0,35-1-892,16-1-5855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30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1 110 24575,'0'6'0,"0"8"0,3 8 0,4 2 0,3 2 0,4-5 0,2-3 0,-1-1 0,-1-4 0,3-3 0,12-11 0,9-13 0,31-34 0,10-16 0,-6 1 0,-11 11 0,-17 14-8191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3:32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1 185 24575,'1'1'0,"0"-1"0,-1 0 0,1 0 0,0 1 0,0-1 0,-1 0 0,1 1 0,0-1 0,-1 1 0,1-1 0,0 1 0,-1-1 0,1 1 0,-1-1 0,1 1 0,-1-1 0,1 1 0,-1 0 0,1 0 0,-1-1 0,1 2 0,8 20 0,-7-17 0,8 23 0,-5-13 0,1 1 0,0-1 0,1 0 0,1 0 0,13 18 0,-20-31 0,1-1 0,-1 1 0,1-1 0,-1 1 0,1-1 0,0 0 0,0 1 0,-1-1 0,1 0 0,0 0 0,0 0 0,0-1 0,0 1 0,0 0 0,4 0 0,0-1 0,-1 1 0,1-1 0,0-1 0,-1 1 0,8-2 0,30-8 0,0-2 0,-1-1 0,78-38 0,-45 19 0,531-192-1365,-495 188-5461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4:22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654 180 24575,'-28'1'0,"-1"2"0,1 1 0,-1 1 0,1 1 0,1 2 0,-1 0 0,-31 16 0,46-19 0,-164 76 0,156-70 0,1 1 0,1 0 0,0 2 0,1 0 0,1 1 0,-22 24 0,33-31 0,1 0 0,0 0 0,0 0 0,1 1 0,0-1 0,0 1 0,1 0 0,1 1 0,-1-1 0,-1 13 0,0 14 0,0 51 0,4-56 0,-1 5 0,3 140 0,-1-156 0,2-1 0,1 1 0,0-1 0,1 0 0,1 0 0,16 34 0,-2-19 0,1 0 0,2-2 0,43 50 0,94 79 0,-116-120 0,87 63 0,-107-88 0,0-1 0,2-1 0,0-1 0,0-1 0,54 15 0,-21-14 0,1-3 0,-1-3 0,2-2 0,-1-3 0,112-10 0,297-70 0,-45-38 0,-196 48 0,-174 54 0,-22 7 0,0-2 0,-1-1 0,0-1 0,53-28 0,-74 31 0,0 0 0,0 0 0,-1-1 0,0 0 0,0-1 0,-1 0 0,-1 0 0,1-1 0,-2 0 0,1 0 0,-2-1 0,1 1 0,3-16 0,5-17 0,-2-1 0,8-56 0,-9 31 0,-3 0 0,-3 0 0,-3-1 0,-8-78 0,4 127 0,-2 0 0,0 1 0,-2-1 0,0 1 0,-2 0 0,0 0 0,-1 1 0,-1 0 0,-1 1 0,-16-22 0,12 21 0,-1 2 0,-1 0 0,-1 0 0,0 2 0,-1 0 0,-1 1 0,0 1 0,-1 1 0,-23-10 0,3 4 0,-2 2 0,1 2 0,-85-17 0,-139-7 0,-602 10 0,730 33 0,-262 43 0,252-15 0,-59 11 0,187-41-1365,5-1-5461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2T07:24:25.41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1,'0'9,"-1"1,-1 0,-4 19,-3 14,-23 291,15-142,-25 555,42-741,0-1,0-1,0 1,1 0,-1-1,1 1,2 5,-3-9,1 0,-1 1,1-1,0 0,-1 0,1 0,0 0,0 0,0 0,0 0,0 0,0-1,0 1,0 0,0-1,0 1,1 0,-1-1,0 0,0 1,1-1,-1 0,0 1,0-1,1 0,1 0,4 0,0-1,0 1,0-1,0-1,0 0,0 0,0 0,-1 0,1-1,6-4,12-8,26-19,-35 22,25-15,-1-3,-2-1,61-63,-97 91,1 0,-1 1,0-1,0-1,0 1,0 0,-1 0,0-1,1 1,-1-1,0 1,-1-1,1 0,0 1,-1-1,0-4,-1 2,0 1,0-1,-1 0,0 1,0-1,0 1,-1-1,0 1,-4-6,-5-8,0 1,-1 0,-1 1,-1 1,-1 0,0 1,-22-16,36 30,0-1,0 1,0 0,0 0,0 0,0 0,0 0,0 1,-1-1,1 1,0-1,0 1,-1 0,1 0,0 0,0 0,-1 0,1 1,0-1,0 1,0-1,-1 1,1 0,0 0,0 0,0 0,0 0,0 0,1 0,-1 1,0-1,0 1,1-1,-1 1,1 0,-3 3,-3 6,0 1,0 0,2 0,-1 0,-3 14,-8 25,3 1,-12 84,4 111,21-231,0 131,1-132,2-1,0 1,0 0,2-1,-1 1,2-1,8 19,-12-31,0 0,-1-1,1 1,0-1,0 1,0-1,0 1,0-1,0 1,0-1,0 0,1 0,-1 1,1-1,-1 0,1 0,-1 0,1-1,-1 1,1 0,0-1,-1 1,1-1,0 1,0-1,-1 0,1 1,0-1,0 0,-1 0,5-1,-2-1,1 0,-1 0,1-1,-1 0,0 1,0-1,0-1,-1 1,1-1,-1 1,4-6,18-23,-2-1,-1-2,28-59,38-121,-9-53,-67 216,-3 0,-2-1,0-68,-7 118,0-2,0-1,0 0,0 1,-1-1,0 1,-2-7,3 12,-1-1,1 0,-1 0,1 0,-1 0,1 0,-1 1,0-1,1 0,-1 0,0 1,0-1,1 1,-1-1,0 1,0-1,0 1,0-1,0 1,0 0,0-1,0 1,0 0,0 0,0 0,0 0,0 0,0 0,0 0,0 0,0 0,0 0,0 0,1 1,-1-1,0 0,0 1,0-1,0 1,0-1,-1 2,-5 1,0 2,0-1,0 1,1 0,0 0,0 1,0 0,1 0,0 0,-9 13,4-1,0-1,1 1,-9 26,11-24,2 1,0-1,1 1,1-1,1 1,0 31,3-36,0 0,1-1,1 1,0-1,1 1,1-1,0 0,1 0,9 15,-12-25,0 1,0-1,1 0,0 0,0-1,0 1,1-1,-1 0,1 0,0 0,0-1,0 0,1 0,-1 0,1-1,0 1,-1-1,1-1,11 3,-10-4,0 0,0 0,0 0,0-1,0 0,0 0,0-1,-1 0,1 0,0 0,-1-1,1 0,-1 0,0-1,0 0,10-8,-5 1,1 1,-2-2,0 1,0-1,-1-1,0 0,-1 0,9-20,-9 12,-1 1,0-1,-1-1,-2 1,4-30,-6 9,-1 1,-2 0,-2 0,-2 0,-19-77,13 79,-1 1,-2 0,-1 1,-3 1,-36-59,41 76,-2 0,0 1,0 1,-31-26,33 33,1 1,-2 0,0 1,0 0,0 2,-1-1,-24-6,25 9,0 1,0 1,-1 1,1 0,0 0,-1 1,1 1,-1 1,1 0,-23 7,19-4,0 2,0 1,1 0,0 1,1 1,0 0,-21 18,16-10,2 1,0 1,1 0,1 1,1 1,1 1,1 0,1 1,1 0,1 1,-10 37,15-41,2 0,0 0,2 0,0 1,1-1,3 36,0-43,0 1,1-1,1 0,0 0,1-1,0 1,1-1,1 0,0 0,17 22,-10-19,1-1,0 0,1-2,0 0,1 0,1-2,0 0,1-1,-1-1,2-1,28 9,-18-9,0 0,0-2,1-2,0 0,0-2,0-2,36-3,-24-2,0-2,-1-2,0-2,-1-1,0-3,-1-1,0-2,-2-1,39-27,-69 41,0-1,-1 0,0 0,0 0,0-1,-1-1,0 1,8-14,-12 18,0-1,-1 1,0-1,1 0,-1 1,-1-1,1 0,-1 0,1 0,-1 1,0-1,0 0,-1 0,1 0,-1 0,0 1,0-1,0 0,0 1,-1-1,0 0,1 1,-1 0,-3-4,-9-11,-1 0,0 0,-2 2,-28-23,18 15,-31-26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2T07:24:27.109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414 268,'-6'1,"1"1,0-1,0 1,0 0,1 0,-1 1,0-1,1 1,0 0,-1 0,-6 8,1-3,-23 18,-45 48,65-61,2 1,-1 0,2 0,0 1,1 1,-11 23,19-35,0 0,0 1,0-1,0 1,0-1,1 1,0-1,0 1,0-1,1 1,-1-1,1 1,0-1,1 1,-1-1,1 0,-1 0,1 1,1-1,-1-1,0 1,5 5,1 0,-1-1,1 0,0-1,1 0,-1 0,1-1,1 0,13 7,0-3,1-1,-1-1,1-1,1-1,40 4,126-3,-120-8,0-3,0-4,-1-2,0-4,0-2,-2-4,77-32,-123 42,-1 0,1-2,-2 0,0-1,0-1,24-23,-39 32,1-1,0 0,-1-1,0 1,-1-1,0 0,0 0,0 0,-1 0,0-1,0 1,-1-1,0 0,0 0,-1 0,0 0,0 0,-1 0,0 0,0 0,-1 0,-3-13,-3-1,0 1,-2 0,-1 0,0 1,-2 0,0 1,-1 0,-1 1,-1 1,0 0,-1 1,-1 1,0 0,-1 1,-1 1,-39-21,41 28,0 0,-1 1,1 1,-1 0,0 1,0 1,0 1,0 1,0 0,0 1,0 1,-20 5,12-1,1 1,-1 1,1 1,1 1,0 1,0 2,-34 24,46-29,1 0,1 1,0 0,0 1,1 0,0 1,1 0,0 0,0 1,1 0,1 0,0 1,1 0,0 0,1 0,1 0,0 1,0-1,2 1,0 0,0 0,2 22,2-10,2-1,0 1,1-1,2 0,0 0,14 25,-12-29,0-1,2 0,0-1,2 0,0-1,1-1,20 19,-29-31,-1 0,1-1,0 0,0 0,0-1,0 0,0 0,1 0,0-1,-1 0,1 0,0-1,0 0,10 1,-9-2,1-1,-1 0,0 0,0-1,0 0,0-1,0 1,0-1,-1-1,1 0,11-8,4-4,-1-1,-1-1,-1-1,0-1,-2-1,0 0,-2-1,25-42,-28 32,-13 31,0 1,0-1,1 0,-1 1,0-1,0 1,0-1,0 1,0-1,-1 0,1 1,0-1,0 1,0-1,0 1,-1-1,1 1,0-1,0 1,-1-1,0 0,1 1,-1-1,0 1,0 0,0-1,1 1,-1 0,0 0,0 0,0 0,0-1,1 1,-1 0,0 1,0-1,0 0,0 0,1 0,-1 0,-1 1,-17 7,0 0,1 1,1 1,-22 15,9-6,-79 50,-222 126,324-191,-46 19,48-22,1 0,0 0,-1 0,1-1,0 1,-1-1,1 0,-1 0,1-1,-8-1,-2 0,-1-1,0 2,0 0,0 1,0 0,0 1,-21 5,-99 28,131-33,-35 10,0 2,-57 28,95-41,-1 1,0 0,0 0,1 0,-1 0,0 0,1 0,-1 0,1 0,-1 1,1-1,0 1,-1-1,1 1,0-1,0 1,0 0,0-1,1 1,-1 0,0 2,1-2,1 0,-1-1,1 1,0 0,0 0,0-1,0 1,0 0,0-1,0 1,0-1,1 1,-1-1,0 0,1 0,-1 0,1 1,0-1,-1-1,1 1,0 0,2 0,13 8,1-1,1 0,37 8,61 6,-83-17,102 16,220 5,-321-27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2T07:24:29.83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20,'10'-1,"-1"0,1 0,8-3,23-3,264 1,-191 7,375 32,-5 47,18 26,-419-89,109 10,-144-24,-1-2,0-2,88-14,-113 11,162-24,-147 24,1 2,-1 2,38 5,324 8,-339-14,-51 1,1-1,-1 0,0-1,0 0,0 0,11-6,51-26,-34 16,30-15,-42 21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5:01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19 265 24575,'-1'-1'0,"1"0"0,0 0 0,0 0 0,0 0 0,-1 0 0,1 1 0,0-1 0,-1 0 0,1 0 0,-1 0 0,1 1 0,-1-1 0,1 0 0,-1 0 0,0 1 0,1-1 0,-2 0 0,1 0 0,0 1 0,1-1 0,-1 1 0,1-1 0,-1 1 0,0-1 0,1 0 0,-1 1 0,1-1 0,-1 0 0,1 0 0,0 1 0,-1-1 0,1 0 0,0 0 0,0 1 0,-1-1 0,1 0 0,0 0 0,0 0 0,0 0 0,0 1 0,0-1 0,0 0 0,0 0 0,0 0 0,0 0 0,0 1 0,1-2 0,0-1 0,1 0 0,0 1 0,-1-1 0,1 1 0,0-1 0,0 1 0,0-1 0,1 1 0,-1 0 0,1 0 0,-1 0 0,1 1 0,-1-1 0,5-1 0,45-20 0,-39 18 0,38-12 0,0 1 0,67-11 0,109-6 0,11-2 0,-232 34 0,1 0 0,-1 0 0,1-1 0,0 0 0,-1 0 0,0 0 0,1-1 0,5-3 0,-12 6 0,1 0 0,-1 0 0,0 0 0,0 0 0,0 0 0,0-1 0,0 1 0,1 0 0,-1 0 0,0 0 0,0 0 0,0 0 0,0 0 0,0-1 0,0 1 0,0 0 0,0 0 0,0 0 0,0 0 0,1-1 0,-1 1 0,0 0 0,0 0 0,0 0 0,0 0 0,0-1 0,0 1 0,0 0 0,0 0 0,0 0 0,0 0 0,-1-1 0,1 1 0,0 0 0,0 0 0,0 0 0,0 0 0,0 0 0,0-1 0,0 1 0,0 0 0,0 0 0,0 0 0,-1 0 0,1 0 0,0 0 0,0-1 0,0 1 0,0 0 0,0 0 0,-1 0 0,1 0 0,0 0 0,0 0 0,0 0 0,0 0 0,0 0 0,-1 0 0,1 0 0,0 0 0,-6-2 0,0 0 0,0 1 0,0 0 0,0 0 0,0 0 0,0 1 0,0 0 0,-1 0 0,-8 2 0,-8-1 0,-236 21 0,201-14 0,2 4 0,-84 27 0,177-51-1365,-4 0-5461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5:02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24575,'1'-1'0,"-1"1"0,0-1 0,1 0 0,-1 1 0,0-1 0,1 0 0,-1 1 0,1-1 0,-1 1 0,1-1 0,-1 1 0,1-1 0,0 1 0,-1 0 0,1-1 0,0 1 0,-1 0 0,1-1 0,0 1 0,-1 0 0,1 0 0,0-1 0,-1 1 0,1 0 0,0 0 0,1 0 0,25-3 0,-21 3 0,53-5 0,0 3 0,88 8 0,-146-6 0,1 0 0,-1 0 0,1 0 0,-1 1 0,1-1 0,-1 0 0,1 1 0,-1-1 0,1 1 0,-1 0 0,3 1 0,-4-2 0,0 0 0,0 1 0,0-1 0,0 0 0,0 0 0,0 1 0,0-1 0,0 0 0,0 0 0,0 1 0,0-1 0,0 0 0,0 0 0,0 0 0,0 1 0,0-1 0,-1 0 0,1 0 0,0 1 0,0-1 0,0 0 0,0 0 0,0 0 0,0 1 0,-1-1 0,1 0 0,0 0 0,0 0 0,0 0 0,-1 1 0,1-1 0,0 0 0,0 0 0,0 0 0,-1 0 0,1 0 0,0 0 0,0 0 0,-1 1 0,-37 12 0,-13-4 0,38-8 0,0 1 0,0 0 0,0 2 0,-23 8 0,36-12 0,-1 0 0,1 0 0,0 0 0,0 0 0,0 0 0,0 0 0,-1 0 0,1 0 0,0 0 0,0 0 0,0 0 0,0 0 0,-1 0 0,1 0 0,0 0 0,0 0 0,0 1 0,0-1 0,0 0 0,0 0 0,0 0 0,-1 0 0,1 0 0,0 0 0,0 1 0,0-1 0,0 0 0,0 0 0,0 0 0,0 0 0,0 1 0,0-1 0,0 0 0,0 0 0,0 0 0,0 0 0,0 1 0,0-1 0,0 0 0,0 0 0,0 0 0,0 0 0,0 0 0,0 1 0,0-1 0,0 0 0,0 0 0,0 0 0,0 0 0,0 1 0,1-1 0,-1 0 0,0 0 0,0 0 0,0 0 0,0 0 0,0 0 0,0 0 0,1 1 0,-1-1 0,0 0 0,0 0 0,0 0 0,0 0 0,0 0 0,1 0 0,12 5 0,13 0 45,-1-2-1,39 2 1,25 3-1544,-69-4-5327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5:10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24575,'3'-3'0,"4"-1"0,4-3 0,3 0 0,2 1 0,1 1 0,2 3 0,-4 3 0,-1 5 0,-2 5 0,-4 3 0,0-1 0,-2-2-8191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5:11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24575,'6'-3'0,"14"-1"0,16 0 0,7 1 0,3-2 0,-4 0 0,-9-3 0,-9-2 0,-10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03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1 237 24575,'2'2'0,"-1"-1"0,1 1 0,0-1 0,-1 1 0,1 0 0,-1 0 0,0 0 0,0 0 0,0 0 0,0 0 0,0 0 0,0 0 0,1 3 0,0 1 0,9 18 0,-2-4 0,1 0 0,1-1 0,15 21 0,-22-34 0,1-1 0,0 1 0,0-1 0,0 0 0,1-1 0,-1 1 0,1-1 0,0 0 0,1-1 0,-1 1 0,1-1 0,-1 0 0,1-1 0,8 2 0,12 2 0,1-2 0,0-2 0,0 0 0,45-3 0,-26-4 0,-1-1 0,50-13 0,-23-3 0,-1-3 0,-1-4 0,-1-2 0,-1-3 0,76-53 0,-104 61 60,37-33 0,-61 45-357,-2-1 0,1 0 0,-2-1 0,20-28 0,-20 21-6529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04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0 166 24575,'83'196'0,"-79"-186"0,-3-7 0,1 1 0,-1-1 0,1 0 0,0 1 0,0-1 0,0 0 0,0 0 0,1-1 0,-1 1 0,1 0 0,0-1 0,0 1 0,0-1 0,0 0 0,0 0 0,5 2 0,-2-2 0,0 0 0,1 0 0,-1 0 0,0-1 0,1 0 0,-1-1 0,1 1 0,11-2 0,8-2 0,-1-1 0,0-2 0,43-15 0,-67 21 0,471-198 0,-165 62 0,-199 89-1365,-76 31-5461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05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24575,'3'0'0,"16"3"0,35 7 0,38 5 0,18 5 0,9 4 0,-1-1 0,-14-1 0,-20-3 0,-20-3 0,-22-4-8191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09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1541 657 24575,'12'1'0,"0"1"0,0 0 0,0 1 0,-1 0 0,17 6 0,16 5 0,-7-7 0,0-1 0,52 2 0,77-7 0,-98-2 0,95-5 0,198-33 0,2 10 0,0 29 0,-146 2 0,-92 7 0,-87-4 0,0-2 0,39-2 0,-75-2 0,0 1 0,0-1 0,0 1 0,0-1 0,0 1 0,0-1 0,0 0 0,0 0 0,-1 0 0,1 0 0,0 0 0,-1-1 0,1 1 0,0-1 0,-1 1 0,0-1 0,1 1 0,-1-1 0,0 1 0,0-1 0,0 0 0,0 0 0,0 0 0,0 0 0,-1 0 0,1 1 0,-1-1 0,1 0 0,-1 0 0,1-4 0,0-6 0,0-1 0,-1 1 0,-1-22 0,0 33 0,-1-19 0,-2 0 0,0 0 0,-1 1 0,-1-1 0,-11-22 0,-49-90 0,63 126 0,-1-1 0,1 1 0,-1 0 0,0 0 0,-1 1 0,0-1 0,1 1 0,-2 0 0,1 0 0,-1 1 0,1-1 0,-1 1 0,0 1 0,-1-1 0,-8-3 0,-19-8 0,-1 3 0,0 0 0,0 2 0,-1 2 0,-1 1 0,-47-2 0,-87 10 0,-45-2 0,182-3 0,2-2 0,-1-2 0,1-1 0,-39-16 0,31 11 0,-81-19 0,62 27 0,0 2 0,-92 5 0,41 2 0,-45 6 0,-6 0 0,123-9 0,-57-1 0,-99 12 0,32 7 0,103-12 0,0-2 0,-73-5 0,39-1 0,-23 0 0,-137 4 0,216 2 0,-43 10 0,12-1 0,-89 19 0,71-14 0,-6-7 0,68-10 0,0 1 0,-40 10 0,44-7 0,14-4 0,0 0 0,0 1 0,1 0 0,-1 0 0,-7 4 0,11-5 0,1 0 0,-1 0 0,1 0 0,-1 1 0,1-1 0,-1 1 0,1-1 0,0 1 0,-1 0 0,1-1 0,0 1 0,0 0 0,0 0 0,1 0 0,-1-1 0,0 1 0,1 0 0,-1 0 0,1 0 0,-1 3 0,-1 23 0,0 0 0,2 0 0,0 0 0,3 0 0,0-1 0,8 32 0,-8-52 0,0 1 0,0-1 0,1 0 0,0 0 0,0 0 0,1 0 0,0-1 0,10 10 0,12 18 0,-10-12 0,1-1 0,1-1 0,26 21 0,-40-37 0,3 3 0,0-2 0,0 1 0,0-1 0,1 0 0,0 0 0,0-1 0,1-1 0,-1 0 0,12 3 0,14 1 0,43 4 0,-45-7 0,199 15 0,-139-13 0,140 1 0,103 11 0,-301-13 0,238 23 0,76-26 0,-292-3 0,-49 1 0,-1 1 0,0-1 0,1 1 0,-1 0 0,0 1 0,1 0 0,-1 0 0,0 0 0,0 1 0,6 4 0,-9-5-114,0 0 1,0-1-1,1 1 0,-1-1 0,0 0 1,1 0-1,-1 0 0,0 0 0,1-1 1,-1 0-1,9 0 0,2-3-6712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54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6707 6576 24575,'-3'-1'0,"0"0"0,0 0 0,0 0 0,0-1 0,0 1 0,1-1 0,-1 0 0,0 1 0,1-1 0,0 0 0,-1-1 0,1 1 0,-4-5 0,1 2 0,-24-28 0,2 0 0,-32-51 0,30 42 0,-250-410-1060,112 171 553,-290-422 507,-54 38 0,66 181 0,-12 17 0,410 419 0,-630-629-361,-15 21-1,70 155 2923,466 383-2832,87 64 271,-116-81 0,152 115 0,-29-18 0,-85-68 0,-117-93 0,-49-26 0,202 148 0,-74-48 0,158 110 0,-2 1 0,-30-10 0,32 13 0,0 0 0,-47-29 0,40 17 0,-5-2 0,2-1 0,-35-32 0,72 57 0,0 0 0,-1 1 0,0-1 0,1 1 0,-1-1 0,1 0 0,-1 1 0,0 0 0,1-1 0,-1 1 0,0-1 0,1 1 0,-1 0 0,0-1 0,0 1 0,0 0 0,1 0 0,-1 0 0,0-1 0,0 1 0,0 0 0,1 0 0,-1 0 0,0 0 0,0 1 0,0-1 0,0 0 0,0 1 0,0 0 0,0 0 0,0-1 0,1 1 0,-1 0 0,0 0 0,0 0 0,1 0 0,-1 0 0,1 1 0,-1-1 0,1 0 0,-1 0 0,1 0 0,0 0 0,-1 2 0,0 9 0,-1 0 0,2 24 0,0-28 0,2 54 0,-1-40 0,0 1 0,-2-1 0,-5 38 0,6-59 0,0 0 0,0 1 0,0-1 0,0 0 0,0 0 0,-1 0 0,1 0 0,0 0 0,-1 0 0,1 0 0,-1-1 0,1 1 0,-1 0 0,0 0 0,1 0 0,-1 0 0,0-1 0,0 1 0,1 0 0,-1-1 0,0 1 0,0 0 0,0-1 0,0 1 0,0-1 0,0 1 0,0-1 0,-1 1 0,0-1 0,0-1 0,0 1 0,0 0 0,0-1 0,0 1 0,0-1 0,0 1 0,0-1 0,1 0 0,-1 0 0,0 0 0,0 0 0,-2-3 0,-6-3 0,1-2 0,1 1 0,-15-18 0,-52-85 0,74 111 0,1-1 0,0 1 0,0 0 0,-1-1 0,1 1 0,0 0 0,-1-1 0,1 1 0,0 0 0,0-1 0,0 1 0,0-1 0,-1 1 0,1-1 0,0 1 0,0 0 0,0-1 0,0 1 0,0-1 0,0 1 0,0-1 0,0 1 0,0-1 0,0 1 0,0 0 0,1-1 0,-1 1 0,0-1 0,0 1 0,0 0 0,1-1 0,13-6 0,30 6 0,-33 1 0,-9 0 0,0-1 0,1 1 0,-1 0 0,0-1 0,1 1 0,-1-1 0,0 0 0,0 0 0,0 0 0,0 0 0,0 0 0,0 0 0,0-1 0,0 1 0,0-1 0,0 1 0,-1-1 0,1 0 0,-1 1 0,1-1 0,-1 0 0,0 0 0,1 0 0,-1 0 0,0 0 0,-1-1 0,3-3 0,-1-5 0,0 0 0,0 0 0,-1 1 0,-1-21 0,1 7 0,-1 23 0,0-1 0,0 0 0,0 1 0,1-1 0,-1 0 0,0 1 0,1-1 0,-1 1 0,1-1 0,-1 0 0,1 1 0,0-1 0,0 1 0,0 0 0,0-1 0,1-1 0,-1 3 0,0-1 0,0 1 0,-1-1 0,1 1 0,0 0 0,0-1 0,0 1 0,0 0 0,0 0 0,0-1 0,0 1 0,0 0 0,0 0 0,-1 0 0,1 0 0,0 0 0,0 1 0,0-1 0,0 0 0,0 0 0,1 1 0,6 2 0,-1 1 0,1 0 0,-1 1 0,0-1 0,8 8 0,5 3 0,11 4 0,-26-14 0,1-1 0,0-1 0,-1 1 0,2-1 0,-1 0 0,0 0 0,1-1 0,-1 1 0,1-1 0,-1-1 0,1 0 0,12 1 0,-8-1-227,-1-1-1,1-1 1,0 0-1,-1 0 1,18-5-1,-16 2-6598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55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184 342 24575,'0'0'0,"0"1"0,0-1 0,0 1 0,0-1 0,0 1 0,0-1 0,0 1 0,0-1 0,0 1 0,-1-1 0,1 1 0,0-1 0,0 0 0,-1 1 0,1-1 0,0 1 0,0-1 0,-1 0 0,1 1 0,-1-1 0,1 0 0,0 1 0,-1-1 0,1 0 0,-1 0 0,1 1 0,0-1 0,-1 0 0,1 0 0,-1 0 0,1 0 0,-1 0 0,1 1 0,-1-1 0,1 0 0,-1 0 0,1 0 0,-1 0 0,1 0 0,-1 0 0,1-1 0,-1 1 0,1 0 0,-1 0 0,1 0 0,0 0 0,-1-1 0,1 1 0,-2 0 0,0-1 0,0 0 0,-1 0 0,1 0 0,0-1 0,0 1 0,0 0 0,0-1 0,-3-2 0,-4-8 0,0-1 0,2 0 0,-12-24 0,14 25 0,-1 0 0,0 0 0,-1 1 0,0 0 0,-15-17 0,16 20 0,-1 0 0,1 0 0,1-1 0,-1 0 0,1 0 0,-5-16 0,9 24 0,1 1 0,0-1 0,0 0 0,-1 0 0,1 1 0,0-1 0,0 0 0,0 0 0,0 0 0,0 0 0,0 1 0,0-1 0,0 0 0,1 0 0,-1 0 0,0 1 0,0-1 0,1 0 0,-1 0 0,0 1 0,1-1 0,-1 0 0,1 1 0,0-2 0,1 0 0,0 1 0,-1 0 0,1-1 0,0 1 0,0 0 0,0 0 0,0 0 0,0 0 0,3-1 0,3 0 0,1 0 0,0 0 0,14-1 0,144 4 0,-25 1 0,-118-3 0,0-1 0,-1-1 0,45-12 0,-58 11-273,0 0 0,0 0 0,0-1 0,18-12 0,-20 10-6553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16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1 104 24575,'0'23'0,"-1"-6"0,1 1 0,1 0 0,4 17 0,-4-30 0,0-1 0,0 1 0,0-1 0,1 1 0,0-1 0,0 1 0,0-1 0,1 0 0,-1 0 0,1 0 0,0 0 0,0 0 0,0-1 0,1 1 0,6 5 0,-7-8 0,0 1 0,-1-1 0,1 0 0,0 0 0,0 0 0,0 0 0,0 0 0,0-1 0,0 1 0,0-1 0,0 0 0,0 0 0,0 0 0,0 0 0,0 0 0,0-1 0,6-1 0,3-2 0,1 0 0,21-11 0,-27 12 0,90-49 0,-2-5 0,89-69 0,-150 101-1365,-23 17-5461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17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1 154 24575,'1'5'0,"0"0"0,0 0 0,1 0 0,0-1 0,0 1 0,0-1 0,1 1 0,-1-1 0,1 0 0,0 0 0,0 0 0,6 6 0,12 18 0,-5 8 0,-14-30 0,1 0 0,0 0 0,-1 0 0,2 0 0,-1 0 0,8 9 0,-9-13 0,-1-1 0,1 1 0,0-1 0,0 0 0,0 0 0,0 0 0,0 0 0,1 0 0,-1 0 0,0 0 0,0 0 0,1-1 0,-1 0 0,0 1 0,1-1 0,-1 0 0,0 0 0,1 0 0,-1 0 0,0 0 0,1-1 0,-1 1 0,0-1 0,3-1 0,47-14 0,61-29 0,-28 10 0,63-27 0,-121 48 0,-1-1 0,-1-1 0,33-26 0,-32 22-341,0 1 0,0 1-1,34-15 1,-43 25-6485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20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24575,'1074'0'0,"-1038"3"-1365,-24 1-5461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22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24575,'6'0'0,"11"0"0,20 0 0,20 2 0,17 2 0,12 0 0,18-1 0,15 0 0,2-2 0,-7 0 0,-14-1 0,-18 0 0,-20 0 0,-21 0-8191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37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1049 177 24575,'-14'0'0,"5"-1"0,-1 1 0,1 0 0,-1 1 0,1 0 0,-1 1 0,1 0 0,-10 3 0,-34 20 0,-97 61 0,67-36 0,-90 49 0,-241 148 0,393-235 0,-12 9 0,31-20 0,1 0 0,-1 1 0,1 0 0,-1-1 0,1 1 0,0 0 0,-1 0 0,1 0 0,0 0 0,0 0 0,0 0 0,1 0 0,-1 0 0,0 4 0,-2 27 0,1 0 0,5 55 0,0-20 0,-1-19 0,1-1 0,3 0 0,1-1 0,3 0 0,1 0 0,32 80 0,-32-101 0,1-1 0,2-1 0,0 0 0,1 0 0,1-2 0,1 0 0,1-1 0,1 0 0,1-2 0,1 0 0,0-2 0,2 0 0,27 16 0,2-7 0,0-2 0,2-2 0,0-3 0,72 16 0,235 32 0,-331-63 0,483 63 0,12-43 0,-416-27-90,0-6-1,-1-4 0,-1-5 0,120-37 1,510-200-12,-497 166 113,-133 52-11,144-31 0,-234 65 81,-14 3-54,0 0 0,0 0 1,0-1-1,0 1 0,-1-1 0,1 0 1,0 0-1,-1 0 0,1 0 0,0 0 1,-1-1-1,0 1 0,1-1 0,-1 1 1,0-1-1,3-2 0,5-10-27,-1 1 0,0-1 0,-1-1 0,0 1 0,-1-2 0,-1 1 0,6-22 0,-2-1 0,10-77 0,-16 75 0,-2 0 0,-1-1 0,-2 1 0,-2-1 0,-17-78 0,12 88 0,-1 0 0,-2 0 0,-1 1 0,-1 1 0,-2 0 0,-1 1 0,-1 0 0,-21-25 0,3 11-16,-1 2-1,-2 1 1,-2 2 0,-1 2-1,-2 2 1,-69-41-1,54 42-33,-2 2 0,-1 3-1,-1 2 1,-116-28-1,89 34-12,-2 3 0,0 5 0,-94 0 0,67 12 5,-221 29 1,-176 73 57,-11 1 0,486-98 147,-1-1 0,1-2-1,-1-2 1,-50-4 0,56 0-147,-1 1 0,-55 5 0,85-2-52,1 0 0,-1 1 0,0-1 0,0 2 0,1-1 0,-1 0 0,1 1 0,0 0 0,-8 6-1,4-3-791,-5 2-5982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41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0 128 24575,'3'0'0,"7"0"0,11-6 0,8-5 0,19-3 0,21-3 0,33-4 0,31 1 0,15 4 0,23 5 0,-1 5 0,-10 2 0,-22 3 0,-21 1 0,-31 1-8191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1 266 24575,'4'-2'0,"1"0"0,0 1 0,-1 0 0,1 0 0,0 0 0,0 0 0,5 0 0,13-1 0,312-57 0,138-18 0,272-21 0,-687 89 0,92-1 0,-54 10-1365,-71 0-5461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5.2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1 213 24575,'1'0'0,"1"1"0,0-1 0,-1 1 0,1-1 0,-1 1 0,1 0 0,-1-1 0,1 1 0,-1 0 0,0 0 0,1 0 0,-1 0 0,0 0 0,2 2 0,17 21 0,-14-18 0,33 46 0,46 81 0,-43-64 0,4 3 0,-45-71 0,-1-5 0,-6-11 0,-12-24 0,-19-35 0,-28-81 0,54 124 0,1 0 0,2 0 0,1-1 0,1-1 0,-1-54 0,6 84 0,1 0 0,1 1 0,-1-1 0,0 0 0,1 0 0,-1 1 0,1-1 0,0 0 0,0 1 0,0-1 0,0 1 0,0-1 0,2-2 0,-2 4 0,0 0 0,0 0 0,1 0 0,-1 0 0,0 0 0,0 1 0,1-1 0,-1 0 0,0 1 0,1-1 0,-1 1 0,1-1 0,-1 1 0,1 0 0,-1-1 0,0 1 0,1 0 0,-1 0 0,1 0 0,-1 0 0,1 0 0,-1 1 0,1-1 0,-1 0 0,3 2 0,13 4 0,0 1 0,-1 1 0,0 0 0,0 1 0,0 1 0,-2 1 0,1 0 0,-1 0 0,-1 2 0,0 0 0,13 16 0,-15-14 0,-1 1 0,0-1 0,13 31 0,-19-35 0,0-1 0,0 1 0,-1 1 0,0-1 0,-1 0 0,0 1 0,0 13 0,-3-23 6,1 1 0,0-1 0,-1 1 0,1 0 0,-1-1 0,0 1 0,0-1 0,0 0 0,0 1 0,-1-1 0,1 0 0,0 1 0,-1-1 0,0 0 0,1 0 0,-1 0 0,0-1 0,0 1 0,-4 2 0,1 0-218,-1 0 0,0-1 0,0 0-1,0 0 1,0-1 0,-10 3 0,-3-1-6614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0 551 24575,'77'83'0,"116"99"0,-175-165 0,-5-5 0,23 19 0,-34-29 0,0-1 0,0 1 0,0-1 0,1 0 0,-1 1 0,0-1 0,0 0 0,1 0 0,-1-1 0,1 1 0,-1 0 0,6 0 0,-7-2 0,-1 1 0,1 0 0,0-1 0,-1 1 0,1 0 0,0-1 0,-1 1 0,1-1 0,0 1 0,-1-1 0,1 1 0,-1-1 0,1 0 0,-1 1 0,1-1 0,-1 0 0,0 1 0,1-1 0,-1 0 0,0 0 0,1 1 0,-1-1 0,0 0 0,0 0 0,0 1 0,0-1 0,0 0 0,0 0 0,0 0 0,0 1 0,0-1 0,0 0 0,0 0 0,0 0 0,-6-35 0,5 33 0,-37-123 0,25 89 0,1-2 0,-9-54 0,21 91 0,-1 0 0,1 0 0,0 0 0,0 0 0,0-1 0,0 1 0,1 0 0,-1 0 0,1 0 0,-1 0 0,1 0 0,-1 0 0,1 0 0,0 0 0,0 0 0,0 0 0,0 0 0,1 1 0,-1-1 0,0 0 0,1 1 0,-1-1 0,1 1 0,0-1 0,-1 1 0,1 0 0,0 0 0,0 0 0,0 0 0,0 0 0,-1 0 0,2 0 0,2 0 0,7-2 0,1 0 0,0 1 0,0 0 0,21 1 0,-4 0 0,-27 1 0,22-3 0,1 0 0,-1-1 0,31-10 0,-50 12 0,-1 1 0,1-1 0,-1-1 0,0 1 0,0-1 0,0 0 0,0 0 0,0 0 0,0 0 0,-1-1 0,0 0 0,0 0 0,0 0 0,0-1 0,0 1 0,-1-1 0,0 0 0,0 0 0,-1 0 0,5-11 0,-4 3 0,-1-1 0,0 0 0,-1 0 0,0 0 0,-1 1 0,-1-1 0,0 0 0,-1 0 0,-6-22 0,7 34 0,0 0 0,0 0 0,0 0 0,0 0 0,0 0 0,0 1 0,0-1 0,-1 0 0,1 1 0,0-1 0,-1 1 0,0-1 0,1 1 0,-1 0 0,0-1 0,1 1 0,-1 0 0,0 0 0,0 1 0,0-1 0,0 0 0,0 1 0,0-1 0,0 1 0,0-1 0,-1 1 0,1 0 0,0 0 0,0 0 0,0 0 0,0 0 0,0 1 0,0-1 0,-4 2 0,-4 0 0,1 1 0,0 0 0,0 1 0,0 0 0,1 0 0,-11 7 0,12-6 0,0 0 0,-1 1 0,2 0 0,-1 0 0,1 1 0,0 0 0,0 0 0,1 0 0,0 1 0,0-1 0,1 1 0,0 1 0,0-1 0,1 0 0,0 1 0,1 0 0,-1-1 0,2 1 0,-1 0 0,1 0 0,1 0 0,0 0 0,0 0 0,0 0 0,1 0 0,1 0 0,0 0 0,0 0 0,5 12 0,0-6 0,0-1 0,1 0 0,1 0 0,0-1 0,1 0 0,1-1 0,0 0 0,0 0 0,1-1 0,0-1 0,1 0 0,1-1 0,26 15 0,-22-16 0,0 0 0,1-1 0,0 0 0,0-2 0,1 0 0,-1-2 0,1 0 0,0-1 0,0-1 0,40-2 0,-32-2 0,0-2 0,-1 0 0,1-2 0,-1-1 0,0-1 0,46-22 0,-61 25 0,0-1 0,-1 0 0,0-1 0,0 0 0,-1 0 0,0-1 0,0 0 0,-1-1 0,0 0 0,-1-1 0,0 0 0,0 0 0,-2 0 0,1-1 0,-1 0 0,6-20 0,-4 1 0,-2-1 0,-1 0 0,-2 0 0,-1 0 0,-1-1 0,-2 1 0,-1 0 0,-2 0 0,-10-42 0,12 66 0,0 0 0,0 0 0,-1 1 0,0-1 0,-6-11 0,2 13 0,6 12 0,4 17 0,17 40 0,3 0 0,54 102 0,-34-86 0,56 80 0,-84-135 0,-15-24 0,0 0 0,1 0 0,-1 0 0,0 1 0,0-1 0,0 0 0,0 0 0,0 1 0,1-1 0,-1 0 0,0 0 0,0 1 0,0-1 0,0 0 0,0 0 0,0 1 0,0-1 0,0 0 0,0 1 0,0-1 0,0 0 0,0 0 0,0 1 0,0-1 0,-1 0 0,1 0 0,0 1 0,0-1 0,0 0 0,0 0 0,0 1 0,0-1 0,-1 0 0,1 0 0,0 0 0,-1 1 0,-11 0 0,-16-7 0,27 6 0,-30-10 0,21 6 0,1 0 0,-1 1 0,0 0 0,0 1 0,0 0 0,0 1 0,0 0 0,0 0 0,-11 2 0,20-1 0,-1 1 0,1-1 0,-1 1 0,1-1 0,0 1 0,-1 0 0,1-1 0,0 1 0,-1 0 0,1 0 0,0 0 0,0 0 0,0 0 0,0 0 0,0 1 0,0-1 0,0 0 0,-1 2 0,1 1 0,-1 0 0,1-1 0,0 1 0,0 0 0,0-1 0,0 1 0,0 5 0,1-1 0,-1 0 0,2 0 0,-1-1 0,1 1 0,0 0 0,5 14 0,-6-20-39,1-1 0,-1 1 0,1 0 0,0-1 0,0 1 0,0-1 0,0 1 0,0-1 0,0 1 0,0-1 0,0 0 0,1 1 0,-1-1 0,0 0 0,1 0 0,-1 0 0,1 0 0,-1 0 0,1-1 0,0 1 0,-1 0 0,1-1 0,0 1 0,-1-1 0,1 1 0,0-1 0,0 0 0,-1 0 0,1 0 0,0 0 0,0 0 0,0 0 0,-1 0 0,4-1 0,14-6-6787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7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42 24575,'-3'0'0,"-4"0"0,5 0 0,12 3 0,11 1 0,10 0 0,6-1 0,11-7 0,5-3 0,-2-3 0,-6-2 0,-8-1 0,-10 4-8191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7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24575,'-8'0'0,"-1"0"0,1 1 0,0 0 0,0 1 0,-1-1 0,-13 6 0,18-5 0,0 0 0,0 0 0,0 0 0,0 1 0,1-1 0,-1 1 0,1 0 0,-1 0 0,1 0 0,0 0 0,0 1 0,1-1 0,-1 1 0,-3 5 0,0 7 0,0-1 0,0 1 0,2 0 0,0 0 0,0 1 0,2-1 0,0 1 0,1 19 0,1 0 0,1 1 0,12 60 0,-5-58 0,1-1 0,28 71 0,-29-89 0,2 0 0,0 0 0,2-1 0,0 0 0,1-1 0,25 27 0,-32-39 0,1 0 0,-1 0 0,1 0 0,0-1 0,1 0 0,-1-1 0,1 0 0,0 0 0,0 0 0,0-1 0,1 0 0,-1-1 0,1 0 0,-1 0 0,1-1 0,0 0 0,0-1 0,0 0 0,-1 0 0,1-1 0,0 0 0,0 0 0,-1-1 0,1 0 0,-1-1 0,16-6 0,-12 2 0,0-1 0,-1-1 0,1 0 0,-1 0 0,-1-1 0,0 0 0,0-1 0,-1 0 0,-1-1 0,0 0 0,0 0 0,-1-1 0,5-14 0,0-1 0,-1-1 0,-1-1 0,-2 1 0,-1-2 0,4-33 0,-9 43 0,-1 1 0,0-1 0,-4-31 0,2 43 0,-1-1 0,0 0 0,0 0 0,-1 1 0,-1-1 0,1 1 0,-2 0 0,1 0 0,-7-9 0,10 16 0,-1 0 0,1 0 0,-1 1 0,1-1 0,-1 1 0,1-1 0,-1 1 0,0-1 0,0 1 0,0 0 0,-3-1 0,5 1 0,-1 1 0,1 0 0,-1 0 0,1 0 0,-1 0 0,1 0 0,0 0 0,-1 0 0,1 0 0,-1 0 0,1 0 0,-1 0 0,1 0 0,-1 0 0,1 0 0,0 0 0,-1 1 0,1-1 0,-1 0 0,1 0 0,0 0 0,-1 1 0,0-1 0,1 1 0,-1 0 0,1 0 0,-1 0 0,1-1 0,-1 1 0,1 0 0,0 0 0,-1 0 0,1 0 0,0 0 0,0 0 0,-1 0 0,1 0 0,0 0 0,0 1 0,1 5 0,-1 1 0,1-1 0,0 0 0,1 0 0,0 0 0,0 0 0,0 0 0,7 12 0,32 54 0,-35-64 0,3 6 0,0 1 0,0 0 0,2-1 0,0 0 0,0-1 0,1 0 0,22 18 0,-31-30-68,0 0 0,0 0-1,0 0 1,0-1 0,0 1 0,1-1-1,-1 0 1,1 0 0,-1 0 0,0-1-1,1 1 1,0-1 0,-1 1 0,1-1-1,-1 0 1,1-1 0,-1 1 0,1-1-1,6-1 1,18-8-6758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8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1 24575,'-3'0'0,"-4"0"0,-3 6 0,-1 8 0,-4 10 0,0 17 0,3 10 0,10 2 0,7 2 0,10-4 0,8 0 0,15-7 0,10-7 0,15-10 0,8-10 0,5-16 0,-5-15 0,-14-5-8191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8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0 24575,'-3'0'0,"-4"9"0,-1 12 0,1 27 0,2 16 0,1 13 0,11 9 0,10-3 0,8-5 0,6-4 0,3-12 0,6-10 0,-2-15 0,2-9 0,-5-11-8191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9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2 334 24575,'-1'-22'0,"1"8"0,0 1 0,1-1 0,3-19 0,-3 28 0,0 1 0,1-1 0,0 0 0,0 0 0,0 1 0,1-1 0,-1 1 0,1 0 0,0 0 0,0 0 0,1 0 0,6-6 0,17-12 0,1 2 0,30-16 0,0 0 0,-53 32 0,-1 1 0,0 1 0,-1-1 0,1 1 0,1 0 0,-1 0 0,5-2 0,-6 4 0,-1 0 0,0 0 0,0 0 0,0 0 0,0 0 0,1 0 0,-1 0 0,0 1 0,0-1 0,0 1 0,0-1 0,0 1 0,0 0 0,0 0 0,0 0 0,3 2 0,13 10 0,0 0 0,-1 1 0,-1 2 0,19 20 0,0 0 0,-11-12 0,0 1 0,2-1 0,33 25 0,-57-48 0,-1 0 0,1 0 0,-1 0 0,1 0 0,0 0 0,0 0 0,-1 0 0,1 0 0,0-1 0,0 1 0,0-1 0,0 0 0,0 1 0,-1-1 0,1 0 0,3 0 0,-4 0 0,0-1 0,0 1 0,0-1 0,0 1 0,0-1 0,-1 1 0,1-1 0,0 1 0,0-1 0,-1 0 0,1 0 0,-1 1 0,1-1 0,0 0 0,-1 0 0,0 1 0,1-1 0,-1 0 0,1 0 0,-1 0 0,0 0 0,0 0 0,1-1 0,0-6 0,-1 0 0,1 0 0,-1 0 0,-1 1 0,1-1 0,-4-12 0,-9-32-521,-32-83-1,42 127 200,-7-21-6504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09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109 365 24575,'-8'6'0,"0"1"0,0-1 0,1 1 0,-1 1 0,2 0 0,-1 0 0,1 0 0,0 0 0,1 1 0,0 0 0,1 0 0,-1 1 0,2-1 0,-6 19 0,5-7 0,0 0 0,1 1 0,1 0 0,1 0 0,4 42 0,-2-51 0,1-1 0,0 0 0,1 0 0,0 0 0,7 15 0,-8-23 0,-1 0 0,1 0 0,0-1 0,0 1 0,0-1 0,1 1 0,-1-1 0,1 0 0,0 0 0,0 0 0,0 0 0,0-1 0,0 1 0,1-1 0,-1 0 0,1 0 0,-1 0 0,1 0 0,7 2 0,-9-4 0,0 1 0,0-1 0,0 0 0,1 0 0,-1 0 0,0 0 0,0 0 0,0-1 0,0 1 0,0 0 0,-1-1 0,1 0 0,0 1 0,0-1 0,0 0 0,0 0 0,0 0 0,2-2 0,-1 0 0,0 1 0,0-1 0,0-1 0,-1 1 0,1 0 0,-1-1 0,0 1 0,3-7 0,0-2 0,0 0 0,-1 0 0,-1-1 0,4-23 0,-4 14 0,-2 1 0,0 0 0,-5-42 0,6 71 0,0 1 0,1 0 0,1-1 0,-1 1 0,1-1 0,1 0 0,-1 0 0,1 0 0,7 7 0,-7-8 0,1-1 0,0 1 0,0-1 0,0 0 0,1-1 0,0 1 0,0-1 0,0-1 0,1 1 0,-1-1 0,1-1 0,11 4 0,-13-5 0,0 0 0,0 0 0,0-1 0,0 0 0,1-1 0,-1 1 0,0-1 0,0-1 0,0 1 0,1-1 0,-1 0 0,0 0 0,0 0 0,0-1 0,0 0 0,0-1 0,-1 1 0,1-1 0,-1 0 0,1 0 0,-1-1 0,0 0 0,0 0 0,-1 0 0,1 0 0,-1-1 0,0 1 0,0-1 0,0 0 0,-1 0 0,0-1 0,0 1 0,0-1 0,3-10 0,0 1 0,-1-1 0,-1 0 0,0 0 0,-1 0 0,-1-1 0,-1 1 0,0-1 0,-1 1 0,-1-1 0,0 1 0,-1 0 0,-1-1 0,-1 1 0,0 0 0,-12-28 0,-1 6 0,-2 1 0,-1 0 0,-2 1 0,-1 2 0,-30-34 0,41 52 0,-2-1 0,0 2 0,-1 0 0,-19-15 0,33 29 0,0 1 0,0-1 0,0 0 0,0 0 0,0 1 0,-1-1 0,1 0 0,0 1 0,0-1 0,-1 1 0,1 0 0,0-1 0,-1 1 0,1 0 0,0 0 0,-1 0 0,1 0 0,0 0 0,-1 0 0,-1 1 0,3-1 0,-1 1 0,0-1 0,0 1 0,0 0 0,1-1 0,-1 1 0,0 0 0,1 0 0,-1-1 0,0 1 0,1 0 0,-1 0 0,1 0 0,-1 0 0,1 0 0,0 0 0,-1 0 0,1 0 0,0 0 0,0 1 0,-1 6 0,0 0 0,1 0 0,0 0 0,1 0 0,2 13 0,5 12 0,1-1 0,1 0 0,2 0 0,23 45 0,-3-19 0,51 73 0,-73-117 0,4 6 0,0 0 0,29 29 0,-38-45 0,-1 1 0,1-1 0,0-1 0,0 1 0,1 0 0,-1-1 0,1 0 0,-1-1 0,1 1 0,0-1 0,0 0 0,0 0 0,0-1 0,1 0 0,8 1 0,8-3-1365,-2-1-5461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31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24575,'33'2'0,"55"9"0,-6 1 0,70-2 0,188-9 0,-314-5 0,-19 0 0,-7 3 0,0 1 0,0 0 0,0-1 0,0 1 0,-1 0 0,1-1 0,0 1 0,0 0 0,-1-1 0,1 1 0,0 0 0,0 0 0,-1-1 0,1 1 0,0 0 0,-1 0 0,1 0 0,0-1 0,-1 1 0,1 0 0,-1 0 0,1 0 0,0 0 0,-1 0 0,1 0 0,-1 0 0,-14-5 0,0 1 0,-1 1 0,-30-2 0,-54 2 0,74 3 0,-92 1 0,-182 25 0,253-17 0,46-9 0,0 0 0,0 0 0,0 0 0,0 0 0,0 0 0,0 1 0,0-1 0,0 0 0,0 1 0,0-1 0,0 1 0,0-1 0,1 1 0,-1-1 0,0 1 0,-1 0 0,22 5 0,295 11 0,-180-14 0,195 14 0,150 4 0,-478-21 0,11 0 0,0 0 0,0-1 0,25-5 0,-36 6 0,1-1 0,-1 1 0,0-1 0,1 0 0,-1 0 0,0 0 0,0 0 0,0 0 0,0 0 0,0 0 0,0-1 0,0 1 0,0-1 0,0 1 0,-1-1 0,1 0 0,0 0 0,-1 0 0,0 0 0,1 0 0,-1 0 0,0 0 0,0 0 0,0 0 0,0-1 0,-1 1 0,1 0 0,-1-1 0,1-2 0,-1 4 0,0 0 0,0-1 0,-1 1 0,1 0 0,0-1 0,-1 1 0,1 0 0,-1-1 0,1 1 0,-1 0 0,1 0 0,-1-1 0,0 1 0,0 0 0,0 0 0,0 0 0,1 0 0,-1 0 0,-1 0 0,1 0 0,0 0 0,0 1 0,0-1 0,0 0 0,-2 0 0,-4-2 0,0 0 0,0 1 0,-13-3 0,-27-4 0,-87-5 0,-54 10 0,115 3 0,-375 2 0,1076 0 3,-370-1-1371,-227 0-5458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40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 24575,'2'31'0,"1"0"0,2 0 0,9 34 0,1 7 0,7 59 0,6 162 0,-28-277 0,1 8 0,4 31 0,-5-55 0,0 0 0,0 0 0,1 0 0,-1 1 0,0-1 0,0 0 0,0 0 0,0 0 0,0 0 0,0 0 0,0 1 0,0-1 0,0 0 0,0 0 0,0 0 0,0 1 0,0-1 0,0 0 0,0 0 0,0 0 0,0 0 0,0 1 0,0-1 0,0 0 0,0 0 0,0 0 0,0 0 0,0 1 0,0-1 0,-1 0 0,1 0 0,0 0 0,0 0 0,0 0 0,0 0 0,0 1 0,0-1 0,-1 0 0,1 0 0,0 0 0,0 0 0,0 0 0,0 0 0,0 0 0,-1 0 0,1 0 0,0 0 0,0 0 0,0 0 0,-1 0 0,1 0 0,0 1 0,0-2 0,0 1 0,-13-8 0,-15-20 0,25 26 0,-28-34 0,18 20 0,0 1 0,-24-19 0,37 33 0,-1 1 0,1-1 0,0 1 0,-1-1 0,0 1 0,1 0 0,-1-1 0,1 1 0,-1-1 0,1 1 0,-1 0 0,0 0 0,1-1 0,-1 1 0,0 0 0,1 0 0,-1 0 0,0 0 0,1 0 0,-1 0 0,0 0 0,1 0 0,-2 0 0,1 1 0,1-1 0,-1 1 0,1-1 0,0 1 0,-1-1 0,1 1 0,0-1 0,-1 1 0,1-1 0,0 1 0,0-1 0,0 1 0,-1 0 0,1-1 0,0 1 0,0 0 0,0-1 0,0 1 0,0-1 0,0 2 0,1 3 0,-1 0 0,1 0 0,0 0 0,0-1 0,2 7 0,0-4 0,0-1 0,0 1 0,1-1 0,0 1 0,0-1 0,1 0 0,-1-1 0,1 1 0,1-1 0,-1 0 0,1 0 0,0 0 0,0-1 0,0 0 0,12 5 0,-14-7 0,0 0 0,0-1 0,1 0 0,-1 0 0,1 0 0,-1 0 0,1-1 0,-1 1 0,1-1 0,-1 0 0,1-1 0,-1 1 0,1-1 0,-1 0 0,0 0 0,1 0 0,-1-1 0,0 0 0,0 0 0,0 0 0,0 0 0,0 0 0,0-1 0,0 1 0,-1-1 0,7-7 0,-7 7-114,0-1 1,0 1-1,-1-1 0,1 0 0,-1 0 1,0 0-1,0 0 0,0-1 0,0 1 1,-1-1-1,2-7 0,0-8-6712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42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1 836 24575,'7'0'0,"8"0"0,0-1 0,25-3 0,-34 3 0,0-1 0,-1 0 0,1 0 0,0 0 0,-1-1 0,0 1 0,1-1 0,-1-1 0,9-7 0,8-8 0,-1-1 0,-1-1 0,-1-1 0,-1-1 0,-1-1 0,-1 0 0,-1-1 0,-1-1 0,-2 0 0,0-1 0,-2 0 0,0-1 0,-2 0 0,-2 0 0,0-1 0,2-39 0,-4-34 0,-11-130 0,12 381 0,-2-88 0,6 71 0,-6-109 0,1-1 0,1 0 0,13 37 0,-16-53 0,1 0 0,0-1 0,0 0 0,1 1 0,-1-1 0,1 0 0,0-1 0,7 7 0,-10-10 0,1 1 0,-1-1 0,1 0 0,-1 0 0,1 0 0,-1 0 0,1 0 0,0 0 0,0 0 0,-1 0 0,1-1 0,0 1 0,0 0 0,0-1 0,0 0 0,0 0 0,-1 1 0,1-1 0,0 0 0,0 0 0,0-1 0,0 1 0,0 0 0,0-1 0,0 1 0,0-1 0,-1 1 0,1-1 0,0 0 0,2-1 0,12-12-1365,-1-2-5461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4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0 158 24575,'3'0'0,"4"0"0,4 0 0,6 0 0,6 3 0,5 1 0,7 0 0,15-1 0,9-4 0,6-8 0,3-11 0,-6-2 0,-7-1 0,-8 1 0,-9 1 0,-7 1 0,-10 1 0,-7 4-8191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45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1 839 24575,'0'-1'0,"0"1"0,0-1 0,0 1 0,0-1 0,1 1 0,-1-1 0,0 0 0,0 1 0,1 0 0,-1-1 0,0 1 0,1-1 0,-1 1 0,0-1 0,1 1 0,-1 0 0,1-1 0,-1 1 0,1 0 0,-1-1 0,1 1 0,-1 0 0,1 0 0,-1-1 0,1 1 0,-1 0 0,1 0 0,-1 0 0,1 0 0,-1 0 0,1 0 0,-1 0 0,1 0 0,0 0 0,-1 0 0,1 0 0,0 0 0,28 5 0,-19-4 0,-4 0 0,0-1 0,0 0 0,0-1 0,0 0 0,1 0 0,-1 0 0,0-1 0,-1 1 0,1-1 0,0-1 0,0 1 0,-1-1 0,1 0 0,-1-1 0,0 1 0,0-1 0,-1 0 0,1 0 0,-1 0 0,1-1 0,4-7 0,3-3 0,-1-1 0,-1 0 0,0-1 0,-1 0 0,11-32 0,-15 36 0,-1 0 0,3-23 0,-6 31 0,0 1 0,-1-1 0,0 0 0,1 0 0,-2 0 0,1 0 0,-1 0 0,0 1 0,0-1 0,-3-9 0,4 13 0,-1 0 0,1 0 0,-1 0 0,1 0 0,-1 0 0,1 0 0,-1 0 0,0 1 0,0-1 0,0 0 0,1 0 0,-1 0 0,0 1 0,0-1 0,0 1 0,0-1 0,0 0 0,0 1 0,0 0 0,0-1 0,0 1 0,-3-1 0,2 1 0,0 0 0,0 0 0,0 1 0,1-1 0,-1 0 0,0 1 0,0 0 0,0-1 0,0 1 0,1 0 0,-1 0 0,-2 1 0,-3 3 0,0 0 0,1 1 0,0-1 0,0 1 0,-6 8 0,4-2 0,0 0 0,0 1 0,2 0 0,-1 0 0,2 0 0,0 1 0,0-1 0,-2 16 0,3-7 0,0 0 0,1 1 0,2 0 0,1 32 0,0-48 0,1-1 0,0 1 0,0-1 0,1 1 0,-1-1 0,1 0 0,1 1 0,-1-1 0,4 6 0,-3-9 0,-1 1 0,0-1 0,1 0 0,0 0 0,0 0 0,0 0 0,0-1 0,0 1 0,1-1 0,-1 1 0,1-1 0,-1 0 0,1-1 0,0 1 0,7 2 0,5-1 0,0-1 0,0 0 0,0-1 0,0-1 0,1 0 0,-1-1 0,0-1 0,0-1 0,0 0 0,-1-1 0,30-11 0,-5-1 0,-1-2 0,-1-1 0,46-32 0,-48 27 0,-1-1 0,0-2 0,-3-1 0,0-1 0,41-50 0,-65 68 0,0-1 0,12-23 0,-18 32 0,0-1 0,-1 1 0,0 0 0,0 0 0,0-1 0,0 1 0,0 0 0,-1-1 0,1 1 0,-1-1 0,0 1 0,0-1 0,0 1 0,-1-1 0,1 1 0,-1 0 0,-1-5 0,1 7 0,0-1 0,0 0 0,-1 1 0,1-1 0,-1 1 0,1-1 0,-1 1 0,1-1 0,-1 1 0,0 0 0,1 0 0,-1 0 0,0 0 0,0 0 0,0 1 0,0-1 0,0 0 0,0 1 0,0 0 0,0-1 0,0 1 0,0 0 0,0 0 0,0 0 0,-1 0 0,1 0 0,-3 1 0,1 0 0,0 0 0,0-1 0,0 1 0,0 1 0,0-1 0,0 1 0,0-1 0,1 1 0,-1 0 0,1 0 0,-1 1 0,1-1 0,-5 5 0,-4 8 0,2 0 0,-1 1 0,2 0 0,0 1 0,1 0 0,1 0 0,0 1 0,-4 20 0,-1 15 0,-10 82 0,20-115 0,-1 1 0,1 0 0,0 0 0,2 1 0,3 28 0,-3-48 0,0 1 0,1-1 0,-1 0 0,1 0 0,-1 0 0,1 0 0,0 0 0,0 0 0,0 0 0,0 0 0,0 0 0,1 0 0,-1 0 0,0-1 0,1 1 0,2 2 0,-2-3 0,-1 0 0,1-1 0,-1 1 0,1-1 0,-1 1 0,1-1 0,-1 0 0,1 1 0,-1-1 0,1 0 0,-1 0 0,1 0 0,-1 0 0,1-1 0,0 1 0,-1 0 0,1-1 0,-1 1 0,1-1 0,-1 1 0,0-1 0,1 0 0,2-1 0,9-6 0,-1-1 0,1 0 0,-2-1 0,1-1 0,-1 1 0,-1-2 0,12-14 0,-8 6 0,0-1 0,-1 0 0,17-40 0,-20 34 0,-8 20 0,0 0 0,1 0 0,0 1 0,0-1 0,6-8 0,-9 15 0,1-1 0,-1 0 0,1 1 0,-1-1 0,1 1 0,-1-1 0,1 1 0,-1 0 0,1-1 0,-1 1 0,1-1 0,0 1 0,-1 0 0,1 0 0,0-1 0,-1 1 0,1 0 0,0 0 0,-1 0 0,1 0 0,0 0 0,0 0 0,-1 0 0,1 0 0,0 0 0,-1 0 0,1 0 0,0 0 0,-1 0 0,1 1 0,0-1 0,-1 0 0,1 0 0,0 1 0,-1-1 0,1 1 0,1 0 0,23 24 0,-11-10 0,-9-13 0,-1 1 0,1-1 0,0 0 0,0 0 0,-1 0 0,1-1 0,1 1 0,-1-1 0,0-1 0,0 1 0,0-1 0,0 0 0,0 0 0,1 0 0,-1-1 0,0 0 0,0 0 0,0 0 0,0 0 0,0-1 0,7-3 0,7-4 0,-1-1 0,0-1 0,0 0 0,15-14 0,-17 13 0,0-1 0,-1-1 0,-1 0 0,14-19 0,-23 28 0,-1-1 0,0 0 0,-1 0 0,1 0 0,-1 0 0,0-1 0,-1 1 0,1-1 0,-1 0 0,-1 0 0,1 0 0,-1 0 0,0 0 0,-1 0 0,0-9 0,0 15 0,0 0 0,0 0 0,0 0 0,0-1 0,-1 1 0,1 0 0,0 0 0,-1 0 0,1 0 0,-1 0 0,1 0 0,-1 0 0,1 0 0,-1 0 0,-1-1 0,2 2 0,0-1 0,-1 1 0,1 0 0,0 0 0,-1 0 0,1 0 0,0 0 0,-1 0 0,1 0 0,-1 0 0,1 0 0,0 0 0,-1 0 0,1 0 0,-1 0 0,1 0 0,0 0 0,-1 0 0,1 0 0,0 0 0,-1 0 0,1 0 0,-1 1 0,1-1 0,0 0 0,-1 0 0,1 1 0,-1-1 0,-2 3 0,1 0 0,-1 0 0,0 0 0,1 0 0,0 0 0,-1 0 0,-1 6 0,-10 19 0,2 0 0,1 1 0,2 0 0,1 1 0,1 0 0,1 0 0,2 1 0,1 0 0,1 44 0,2-69 0,0-1 0,1 0 0,0 0 0,0 1 0,0-1 0,1 0 0,0 0 0,0 0 0,0 0 0,0-1 0,1 1 0,3 4 0,-4-7 0,-1-1 0,1 1 0,-1-1 0,1 0 0,-1 1 0,1-1 0,0 0 0,-1 0 0,1 0 0,0 0 0,0-1 0,0 1 0,0 0 0,0-1 0,0 1 0,0-1 0,0 0 0,0 0 0,0 0 0,0 0 0,0 0 0,0 0 0,0 0 0,0-1 0,0 1 0,0-1 0,0 1 0,0-1 0,0 0 0,0 0 0,-1 0 0,1 0 0,0 0 0,1-2 0,7-4 0,0 0 0,0-1 0,-1-1 0,-1 0 0,1 0 0,-2 0 0,1-1 0,8-14 0,5-13 0,17-40 0,-18 30 0,-2-1 0,-3 0 0,-1-1 0,-3-1 0,8-73 0,-12 17 0,-8-166 0,15 335 0,79 691 0,-89-719 0,-1-2 0,2-1 0,1-1 0,10 34 0,-10-54 0,-2-12 0,0-19 0,3-36 0,44-250 0,-50 299 0,1 1 0,-1 0 0,1 0 0,0 0 0,4-7 0,-6 12 0,0 1 0,1-1 0,-1 0 0,1 1 0,-1-1 0,0 0 0,1 1 0,-1-1 0,1 0 0,0 1 0,-1-1 0,1 1 0,0-1 0,-1 1 0,1-1 0,0 1 0,-1 0 0,1-1 0,0 1 0,0 0 0,-1 0 0,1-1 0,0 1 0,0 0 0,-1 0 0,1 0 0,0 0 0,0 0 0,0 0 0,0 0 0,-1 0 0,1 0 0,0 0 0,0 1 0,-1-1 0,1 0 0,0 1 0,0-1 0,-1 0 0,2 1 0,9 8 0,0 0 0,0 1 0,-1 0 0,-1 1 0,1 0 0,13 23 0,0-3 0,-3-3 0,-9-13 0,1 1 0,19 19 0,-26-31 0,-1 0 0,0-1 0,1 1 0,0-1 0,0 0 0,0 0 0,0-1 0,0 1 0,0-1 0,1 0 0,-1-1 0,11 2 0,-3-2 0,0 0 0,0-1 0,0-1 0,0 0 0,0 0 0,0-2 0,-1 1 0,1-2 0,-1 0 0,1 0 0,-1-1 0,0-1 0,-1 0 0,0 0 0,13-10 0,-15 9 0,0 0 0,0-1 0,-1 0 0,0 0 0,-1 0 0,0-1 0,0-1 0,-1 1 0,0-1 0,-1 0 0,0 0 0,0-1 0,-1 1 0,0-1 0,-1 0 0,-1 0 0,3-19 0,-4 12 0,0-1 0,-1 0 0,-1 0 0,-1 1 0,-1-1 0,0 1 0,-1-1 0,-9-22 0,9 32 0,1 1 0,-1 0 0,0 0 0,-1 0 0,0 0 0,0 1 0,-1 0 0,0 0 0,0 0 0,-1 1 0,1 0 0,-2 0 0,1 1 0,0 0 0,-1 0 0,0 1 0,0-1 0,0 2 0,-11-4 0,16 6 0,1 0 0,-1 0 0,0 1 0,0-1 0,0 1 0,0-1 0,0 1 0,0 0 0,0 0 0,0 1 0,0-1 0,0 0 0,0 1 0,0 0 0,0 0 0,0 0 0,1 0 0,-1 0 0,0 1 0,-2 1 0,1 0 0,0 1 0,1-1 0,0 1 0,-1 0 0,1 0 0,1 0 0,-1 0 0,1 0 0,-1 1 0,1-1 0,-3 10 0,-2 12 0,0 0 0,2 0 0,0 0 0,2 1 0,1-1 0,1 1 0,2 0 0,0-1 0,10 52 0,-4-47 0,1 0 0,2 0 0,1-1 0,1 0 0,2-1 0,0 0 0,37 52 0,-47-76 0,0 0 0,0 0 0,0 0 0,1 0 0,-1 0 0,1-1 0,0 0 0,1 0 0,-1-1 0,1 1 0,-1-1 0,1 0 0,0-1 0,0 1 0,1-1 0,-1-1 0,0 1 0,0-1 0,1 0 0,-1 0 0,1-1 0,-1 0 0,1 0 0,-1 0 0,1-1 0,-1 0 0,1 0 0,-1-1 0,0 0 0,0 0 0,7-3 0,-2 0 0,-1-1 0,1-1 0,-1 1 0,-1-2 0,1 1 0,-1-1 0,0-1 0,-1 0 0,0 0 0,0 0 0,-1-1 0,-1 0 0,8-14 0,1-5 0,-1-1 0,-2 0 0,15-58 0,-17 45 0,-3 0 0,-1-1 0,0-45 0,-8-134 0,-1 126 0,2 89 0,1-9 0,-1 1 0,-4-23 0,5 36 0,0 0 0,-1 1 0,0-1 0,1 0 0,-1 1 0,0-1 0,0 1 0,0-1 0,-1 1 0,1-1 0,-1 1 0,1 0 0,-1 0 0,0 0 0,0 0 0,0 0 0,0 0 0,0 0 0,0 1 0,0-1 0,-1 1 0,-2-2 0,5 3 0,-1 0 0,0 0 0,1-1 0,-1 1 0,1 0 0,-1 0 0,0 0 0,1 0 0,-1 0 0,0 0 0,1 0 0,-1 0 0,0 1 0,1-1 0,-1 0 0,1 0 0,-1 0 0,0 1 0,1-1 0,-1 0 0,1 1 0,-1-1 0,1 0 0,-1 1 0,0 0 0,-8 18 0,4 25 0,5-41 0,-1 19 0,1-1 0,1 1 0,1-1 0,9 41 0,-7-50 0,-1 0 0,2 0 0,0-1 0,0 1 0,1-1 0,0-1 0,1 1 0,0-1 0,17 18 0,6 2 0,-10-11 0,21 26 0,-29-31 0,2 0 0,17 15 0,9 7 0,-32-27 0,-1 0 0,10 16 0,-13-18 0,1 0 0,0 0 0,0-1 0,1 1 0,-1-1 0,1-1 0,8 7 0,-8-7-170,1 0-1,-1 0 0,0 0 1,-1 1-1,0 0 0,0 0 1,6 8-1,-3 0-6655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57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24575,'258'7'0,"-63"-1"0,253-2 0,572 24 0,-997-26-83,328 21-1199,-304-21-5544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8:59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24575,'3'0'0,"4"0"0,13 0 0,12 0 0,15 0 0,7 0 0,-1-3 0,-9-1-8191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02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2090 348 24514,'-1'14'0,"-1"-1"0,-2 1 0,-2-1 0,-1 1 0,-2-1 0,-1 0 0,-2 0 0,-2 0 0,-1 0 0,-1 0 0,-2-1 0,-1 0 0,-2 0 0,-1-1 0,-2 0 0,0 0 0,-2 0 0,-2-1 0,0 0 0,-2-1 0,0 0 0,-2 0 0,-1-1 0,0 0 0,-2-1 0,0 0 0,-2 0 0,1-1 0,-2-1 0,0 0 0,-1 0 0,0-1 0,-1-1 0,0 0 0,-1-1 0,1 0 0,-1 0 0,0-2 0,0 1 0,0-2 0,0 1 0,0-2 0,1 0 0,-1 0 0,1-1 0,0 0 0,1-1 0,0-1 0,1 0 0,1 0 0,0-1 0,0-1 0,2 0 0,0 0 0,2-1 0,0 0 0,1-1 0,2 0 0,0 0 0,2-1 0,0 0 0,2-1 0,2 0 0,0 0 0,2 0 0,1-1 0,2 0 0,1 0 0,2-1 0,1 0 0,1 0 0,2 0 0,2 0 0,1 0 0,2-1 0,1 1 0,2-1 0,2 1 0,1-1 0,2 0 0,1 1 0,2-1 0,2 1 0,1-1 0,2 1 0,1 0 0,2 0 0,2 0 0,1 0 0,1 0 0,2 1 0,1 0 0,2 0 0,1 1 0,2 0 0,0 0 0,2 0 0,2 1 0,0 0 0,2 1 0,0 0 0,2 0 0,1 1 0,0 0 0,2 1 0,0 0 0,2 0 0,0 1 0,0 1 0,1 0 0,1 0 0,0 1 0,1 1 0,0 0 0,1 1 0,-1 0 0,1 0 0,0 2 0,0-1 0,0 2 0,0-1 0,0 2 0,-1 0 0,1 0 0,-1 1 0,0 0 0,-1 1 0,0 1 0,-1 0 0,0 0 0,-2 1 0,1 1 0,-2 0 0,0 0 0,-2 1 0,0 0 0,-1 1 0,-2 0 0,0 0 0,-2 1 0,0 0 0,-2 1 0,-2 0 0,0 0 0,-2 0 0,-1 1 0,-2 0 0,-1 0 0,-2 1 0,-1 0 0,-1 0 0,-2 0 0,-2 0 0,-1 0 0,-2 1 0,-1-1 0,-2 1 0,-2-1 0,-1 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04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1 155 24575,'3'0'0,"10"0"0,17 0 0,23 0 0,43-6 0,27-5 0,4-4 0,2-8 0,-12 0 0,-24 0 0,-23 5 0,-22 2 0,-15 4 0,-14 4-8191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07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1 806 24575,'3'3'0,"22"10"0,61 6 0,135-1 0,133-12 0,194-31-6180,197-44 6180,94-47-3838,0-30 3838,-139-3-3465,-188 19 3465,-185 31 0,-151 32 0,-108 28 0,-69 20 2163,-40 14-2163,-16 7 4536,2 4-5943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0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51 24575,'-3'0'0,"-1"3"0,-2 1 0,11 0 0,22 2 0,26 0 0,45-1 0,42-1 0,52-8 0,16-2-1073,0-7 1073,-17-1 0,-32-1 0,-31 1 0,-31 5 0,-33 2-7118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0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21 24575,'-3'0'0,"-1"-3"0,-3-1 0,0-3 0,1 0-8191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1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24575,'31'2'0,"-1"1"0,-1 2 0,47 13 0,-25-6 0,4 0 0,94 25 0,-147-36 0,1-1 0,-1 1 0,0 0 0,0 0 0,0 0 0,0 0 0,0 0 0,0 1 0,0-1 0,0 0 0,0 1 0,0 0 0,-1-1 0,1 1 0,-1 0 0,1 0 0,-1 0 0,0 0 0,0 0 0,0 0 0,0 0 0,0 0 0,0 1 0,0-1 0,-1 0 0,1 0 0,-1 1 0,0-1 0,0 0 0,0 1 0,0-1 0,0 1 0,0-1 0,-1 0 0,1 1 0,-2 3 0,0 2 0,-1 0 0,-1 0 0,1 0 0,-2 0 0,1-1 0,-1 0 0,0 0 0,-11 12 0,-9 7-341,-2-2 0,0 0-1,-33 20 1,45-34-6485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2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50 100 24575,'0'-99'0,"0"143"0,-17 521 0,-15-46 0,32-407 0,4-1 0,32 182 0,-12-175 0,-36-165 30,2-1 0,2 1 0,-2-51 0,7-144-1515,8 121-5341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5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35 373 24575,'-2'0'0,"-1"-1"0,0 1 0,1-1 0,-1 1 0,0-1 0,1 0 0,-1 0 0,1 0 0,-5-3 0,7 4 0,-1-1 0,1 1 0,0 0 0,-1 0 0,1-1 0,0 1 0,0 0 0,-1 0 0,1-1 0,0 1 0,0 0 0,-1 0 0,1-1 0,0 1 0,0 0 0,0-1 0,0 1 0,-1 0 0,1-1 0,0 1 0,0-1 0,0 1 0,0 0 0,0-1 0,0 1 0,0-1 0,1 0 0,-1 1 0,1-1 0,-1 0 0,1 1 0,-1-1 0,1 1 0,0-1 0,-1 1 0,1 0 0,0-1 0,0 1 0,-1 0 0,1-1 0,0 1 0,0 0 0,-1 0 0,1-1 0,1 1 0,30-5 0,1 1 0,-1 2 0,50 3 0,-24-1 0,543-10 0,2-41 0,-542 42-6,913-121-590,-712 96 705,438-44 384,-72 54-493,2 25 0,-217 0 0,-410-1 0,0 0 0,1 0 0,-1 0 0,0 1 0,0-1 0,0 1 0,1 0 0,-1-1 0,0 1 0,0 1 0,0-1 0,4 3 0,-5-2 0,1 0 0,-1 0 0,0 1 0,0-1 0,-1 1 0,1 0 0,0-1 0,-1 1 0,1 0 0,-1 0 0,0 0 0,1 5 0,15 43 0,16 58 0,61 335 0,-28-158 0,-18-114 0,-27-102 0,-11-41 0,2-1 0,14 27 0,-1-3 0,-22-46 0,-1 0 0,1 0 0,-2 0 0,1 0 0,-1 1 0,1-1 0,-2 1 0,1-1 0,-1 10 0,0-13 0,-1 1 0,1-1 0,-1 0 0,0 1 0,0-1 0,0 0 0,0 0 0,-1 0 0,0 0 0,1 0 0,-1 0 0,0 0 0,0 0 0,0-1 0,-1 1 0,1-1 0,-1 1 0,1-1 0,-6 3 0,-13 7 0,0-1 0,-1 0 0,0-2 0,-31 9 0,-99 17 0,83-20 0,-490 147 0,450-125 0,0-5 0,-123 19 0,-267 21 0,6-1 0,113-18 0,-6-36 0,277-17 0,-177 23 0,199-15 0,-125-6 0,113-3 0,80 2 0,0 1 0,0 1 0,1 1 0,-27 9 0,-15 3 0,-63 5 0,-1-6 0,-245-1 0,152-5 0,-2-1 0,185-6 0,25-1 0,-1-1 0,0 1 0,1-2 0,-1 1 0,1-1 0,-1-1 0,-9-2 0,18 4 0,1 0 0,-1-1 0,0 1 0,1 0 0,-1-1 0,0 1 0,1 0 0,-1-1 0,0 1 0,1-1 0,-1 1 0,1-1 0,-1 0 0,1 1 0,-1-1 0,1 1 0,-1-1 0,1 0 0,0 0 0,-1 1 0,1-1 0,0 0 0,-1 1 0,1-1 0,0 0 0,0 0 0,0 0 0,0 1 0,0-1 0,0 0 0,0 0 0,0 1 0,0-2 0,1 0 0,-1 1 0,1-1 0,0 1 0,-1 0 0,1-1 0,0 1 0,0 0 0,0 0 0,0-1 0,0 1 0,0 0 0,0 0 0,0 0 0,1 0 0,-1 0 0,0 1 0,3-2 0,27-9-1365,6 3-5461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6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0 24575,'-7'1'0,"0"0"0,0 0 0,1 1 0,-1 0 0,1 0 0,-1 0 0,-6 4 0,-4 1 0,0 0 0,0-1 0,0 0 0,0 1 0,1 1 0,0 1 0,-17 13 0,31-22 0,1 1 0,0 0 0,0 0 0,0 0 0,1-1 0,-1 1 0,0 0 0,0 0 0,0 0 0,1 1 0,-1-1 0,0 0 0,1 0 0,-1 0 0,1 0 0,-1 1 0,1-1 0,-1 2 0,2-2 0,-1 0 0,0 0 0,0 0 0,0-1 0,1 1 0,-1 0 0,1 0 0,-1-1 0,0 1 0,1 0 0,-1-1 0,1 1 0,0 0 0,-1-1 0,1 1 0,-1-1 0,1 1 0,0-1 0,0 1 0,-1-1 0,2 1 0,4 2 0,1-1 0,-1 0 0,1 0 0,0 0 0,12 0 0,57 3 0,0-4 0,87-9 0,-42 1 0,365 2 0,-362 5 0,-114-1-227,1 1-1,-1-2 1,0 1-1,-1-2 1,16-4-1,-6 0-6598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7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24575,'0'0'0,"1"0"0,-1 0 0,0 0 0,0 0 0,0 0 0,0 0 0,0 0 0,0 0 0,1 0 0,-1 0 0,0 1 0,0-1 0,0 0 0,0 0 0,0 0 0,0 0 0,0 0 0,0 0 0,1 0 0,-1 0 0,0 1 0,0-1 0,0 0 0,0 0 0,0 0 0,0 0 0,0 0 0,0 0 0,0 1 0,0-1 0,0 0 0,0 0 0,0 0 0,0 0 0,0 0 0,0 1 0,0-1 0,0 0 0,0 0 0,0 0 0,0 0 0,0 0 0,0 0 0,0 1 0,0-1 0,0 0 0,0 0 0,-1 0 0,1 0 0,0 0 0,0 0 0,0 0 0,0 1 0,0-1 0,0 0 0,0 0 0,0 0 0,-1 0 0,1 0 0,0 0 0,0 0 0,0 0 0,0 0 0,-1 0 0,13 8 0,16 4 0,1-1 0,1-2 0,-1 0 0,36 4 0,-64-13 0,2 0 0,0 1 0,-1 0 0,1-1 0,0 1 0,0 1 0,0-1 0,-1 0 0,1 1 0,0-1 0,-1 1 0,1 0 0,-1-1 0,0 1 0,0 1 0,1-1 0,2 4 0,-3-2 0,0-1 0,-1 1 0,1 0 0,-1 0 0,0 0 0,0 0 0,0 0 0,-1 0 0,1 0 0,-1 0 0,0 7 0,-1 9-195,-1-1 0,-1 0 0,-1 0 0,-1 0 0,0-1 0,-13 30 0,9-27-6631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8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24575,'1'106'0,"-3"126"0,-3-179 0,-3 1 0,-25 86 0,-4 29 0,36-165 0,0-1 0,1 1 0,0-1 0,0 1 0,0-1 0,0 1 0,0-1 0,0 0 0,1 1 0,0-1 0,0 1 0,0-1 0,0 0 0,0 0 0,3 4 0,-3-5 0,1 0 0,0 0 0,0 0 0,0-1 0,0 1 0,1 0 0,-1-1 0,0 0 0,1 1 0,-1-1 0,0 0 0,1 0 0,0-1 0,-1 1 0,1 0 0,0-1 0,-1 0 0,1 1 0,0-1 0,3-1 0,21 0-1365,-1-4-5461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39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1 410 24575,'0'422'0,"0"-487"0,3 1 0,3 0 0,2 0 0,4 0 0,24-77 0,-34 134 0,0 0 0,0 1 0,1 0 0,0 0 0,1-1 0,4-5 0,-7 11 0,0 0 0,0 0 0,0 0 0,0 0 0,0 0 0,0 0 0,0 0 0,0 1 0,0-1 0,1 0 0,-1 1 0,0-1 0,1 1 0,-1-1 0,0 1 0,1 0 0,-1 0 0,0-1 0,1 1 0,-1 0 0,1 0 0,-1 0 0,0 1 0,1-1 0,-1 0 0,0 0 0,1 1 0,-1-1 0,0 1 0,1-1 0,-1 1 0,0 0 0,0-1 0,0 1 0,0 0 0,2 1 0,12 10 0,-1 1 0,0 0 0,-1 2 0,0-1 0,20 31 0,7 8 0,-34-46 0,6 9 0,1-1 0,1 0 0,0-1 0,31 23 0,-41-34 0,-1-1 0,1 0 0,-1 0 0,1 0 0,0 0 0,0-1 0,0 1 0,0-1 0,0 0 0,0 0 0,0-1 0,0 1 0,0-1 0,0 0 0,0 0 0,0 0 0,1-1 0,-1 1 0,0-1 0,0 0 0,0 0 0,0-1 0,0 1 0,-1-1 0,1 0 0,0 0 0,-1 0 0,1 0 0,-1 0 0,5-5 0,4-5 0,0-1 0,-1 0 0,0-1 0,-1 0 0,-1-1 0,0 0 0,-1 0 0,-1-1 0,0 0 0,-1 0 0,5-22 0,0-9 0,-2-1 0,6-87 0,-13 37 0,0 138 0,3-1 0,12 50 0,27 77 0,-39-150 0,151 428 0,-147-422 0,0 4 0,-1-5 0,0 0 0,1-1 0,16 26 0,-20-41 0,-4-10 0,-5-17 0,-75-213 0,37 121 0,-39-142 0,63 189 0,-15-129 0,32 190 0,1 0 0,0 0 0,0 0 0,0 0 0,0 0 0,1 0 0,0 0 0,0 0 0,1 1 0,2-7 0,-3 9 0,1 1 0,0-1 0,-1 1 0,1-1 0,0 1 0,0 0 0,0-1 0,1 1 0,-1 0 0,1 1 0,-1-1 0,1 0 0,-1 1 0,1-1 0,0 1 0,0 0 0,0 0 0,0 0 0,0 0 0,5 0 0,1-1 0,1 1 0,-1 0 0,1 1 0,-1 0 0,1 1 0,-1 0 0,1 0 0,-1 1 0,1 0 0,-1 1 0,0 0 0,14 7 0,-20-9 0,0 1 0,0 0 0,0-1 0,0 1 0,0 1 0,0-1 0,-1 0 0,1 1 0,-1 0 0,1-1 0,-1 1 0,0 0 0,0 0 0,0 0 0,-1 0 0,1 1 0,-1-1 0,0 0 0,0 1 0,0-1 0,0 1 0,0-1 0,-1 1 0,0-1 0,1 1 0,-1-1 0,-1 1 0,1 0 0,0-1 0,-1 1 0,0-1 0,0 1 0,0-1 0,0 0 0,-3 7 0,-5 6 0,0 0 0,-2 0 0,0-1 0,0 0 0,-1-1 0,-1 0 0,0-1 0,-27 19 0,37-29 0,-1 0 0,0-1 0,0 1 0,1-1 0,-1 0 0,-1-1 0,1 1 0,-7 1 0,10-3 0,0 1 0,0-1 0,0 0 0,0 0 0,0 0 0,0 0 0,0 0 0,0 0 0,0-1 0,0 1 0,0 0 0,0 0 0,0-1 0,0 1 0,0-1 0,1 1 0,-1-1 0,0 1 0,0-1 0,0 1 0,0-1 0,1 0 0,-1 0 0,0 1 0,1-1 0,-1 0 0,0 0 0,1 0 0,-1 0 0,1 1 0,0-1 0,-1 0 0,1 0 0,-1 0 0,1 0 0,0 0 0,0 0 0,0 0 0,0 0 0,0 0 0,0-1 0,0-5-114,0 1 1,0-1-1,1 1 0,0-1 0,0 1 1,1 0-1,0-1 0,0 1 0,0 0 1,1 0-1,5-8 0,7-11-6712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0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24575,'-1'19'0,"-6"35"0,-1 7 0,7-45 0,-2 25 0,2 1 0,7 64 0,-5-100 0,0-1 0,0 0 0,1 0 0,-1 0 0,2 0 0,-1 0 0,3 6 0,-4-11 0,-1 1 0,1 0 0,0 0 0,-1-1 0,1 1 0,-1 0 0,1-1 0,0 1 0,0 0 0,-1-1 0,1 1 0,0-1 0,0 0 0,0 1 0,-1-1 0,1 0 0,0 1 0,0-1 0,1 0 0,-1 0 0,0 0 0,0 0 0,1-1 0,-1 1 0,0 0 0,0-1 0,0 1 0,0-1 0,0 1 0,-1-1 0,1 0 0,0 0 0,0 1 0,0-1 0,0 0 0,-1 0 0,1 0 0,0 1 0,-1-1 0,2-2 0,2-5 0,1-1 0,-1 1 0,0-1 0,-1 0 0,0 0 0,-1 0 0,0 0 0,2-17 0,1-79 0,-5 84 0,0 11 0,2-28 0,-2 38 0,0 0 0,0 0 0,0 0 0,0 0 0,1 0 0,-1 0 0,0 0 0,0 1 0,0-1 0,0 0 0,0 0 0,0 0 0,0 0 0,0 0 0,0 0 0,0 0 0,0 0 0,0 0 0,0 0 0,0 0 0,0 0 0,1 0 0,-1 0 0,0 0 0,0 0 0,0 0 0,0 0 0,0 0 0,0 0 0,0 0 0,0 0 0,0 0 0,0 0 0,1 0 0,-1 0 0,0 0 0,0 0 0,0 0 0,0 0 0,0 0 0,0 0 0,0 0 0,0 0 0,0 0 0,0 0 0,0 0 0,0 0 0,0 0 0,1 0 0,-1 0 0,0 0 0,0-1 0,0 1 0,0 0 0,0 0 0,0 0 0,0 0 0,0 0 0,0 0 0,0 0 0,0 0 0,0 0 0,0 0 0,0 0 0,0-1 0,0 1 0,0 0 0,0 0 0,0 0 0,5 10 0,3 13 0,-6-14 0,7 26 0,2-1 0,20 45 0,-30-77-4,0 0 1,0 0-1,0 0 0,0 0 0,1-1 0,-1 1 0,1 0 0,-1 0 0,1-1 1,-1 1-1,1-1 0,0 1 0,0-1 0,0 0 0,0 0 0,0 0 0,0 0 1,0 0-1,4 1 0,-3-2 19,1 0-1,-1 1 1,0-2 0,0 1 0,0 0 0,0-1 0,1 1-1,-1-1 1,0 0 0,0 0 0,0 0 0,4-3 0,4-2-262,1-1 0,-2-1 0,1 0 0,-1-1 1,13-13-1,17-23-6579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0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0 24575,'-1'0'0,"-1"1"0,1-1 0,0 0 0,-1 0 0,1 1 0,-1-1 0,1 0 0,0 1 0,0-1 0,-1 1 0,1 0 0,0-1 0,0 1 0,-1 0 0,1 0 0,0 0 0,0 0 0,-1 2 0,0 0 0,0 0 0,0 0 0,0 0 0,0 0 0,1 0 0,0 0 0,-2 6 0,0 6 0,0-1 0,0 28 0,2-31 0,-2 38 0,2-1 0,9 89 0,-4-110 0,2 0 0,0 0 0,2-1 0,0 0 0,2 0 0,20 35 0,-17-36 0,20 26 0,-28-44 0,1 0 0,-1-1 0,1 1 0,1-1 0,-1-1 0,1 1 0,0-1 0,8 5 0,-13-10 0,-1 1 0,1 0 0,0-1 0,-1 1 0,1 0 0,0-1 0,0 0 0,0 0 0,-1 1 0,1-1 0,0 0 0,0 0 0,-1-1 0,1 1 0,0 0 0,0 0 0,0-1 0,2-1 0,0 1 0,-1-1 0,1 0 0,-1 0 0,0-1 0,0 1 0,0-1 0,0 1 0,3-4 0,4-6 0,-1 0 0,-1 0 0,10-19 0,-10 15-124,0 0 0,-1 0 0,-1 0 0,0-1 0,-1 0 0,-1 0-1,-1 0 1,0-1 0,-1 1 0,-1-27 0,-5 15-6702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1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9 159 24575,'-3'0'0,"-1"-3"0,3-4 0,11-4 0,15-2 0,14-4 0,16 0 0,10-1 0,4 0 0,-6 2 0,-13 2 0,-13 3 0,-6 3 0,-9 3-8191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2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0 24575,'-1'1'0,"0"-1"0,0 1 0,0-1 0,0 1 0,0-1 0,0 1 0,0 0 0,0-1 0,0 1 0,0 0 0,0 0 0,1 0 0,-1 0 0,0 0 0,1 0 0,-1 0 0,1 0 0,-1 0 0,1 0 0,-1 1 0,-11 27 0,11-26 0,-4 15 0,0 0 0,1 0 0,0 0 0,2 0 0,0 0 0,1 1 0,1-1 0,1 1 0,0-1 0,6 27 0,-4-37 0,-1-1 0,1 1 0,1 0 0,0-1 0,0 0 0,0 0 0,1 0 0,0 0 0,0-1 0,1 0 0,0 0 0,0 0 0,0-1 0,1 1 0,0-2 0,0 1 0,0-1 0,0 0 0,1 0 0,0-1 0,14 4 0,-1-1 0,1-1 0,-1-1 0,1-1 0,0-1 0,0-1 0,0-1 0,24-3 0,-43 3 0,0-1 0,-1 0 0,1 0 0,0 0 0,0 0 0,0 0 0,-1-1 0,1 1 0,0-1 0,-1 1 0,0-1 0,1 0 0,-1 0 0,0 0 0,0-1 0,0 1 0,0 0 0,0-1 0,-1 1 0,1-1 0,-1 1 0,0-1 0,1 0 0,-1 0 0,0 0 0,-1 0 0,2-4 0,1-10 0,0 0 0,-1 1 0,-1-29 0,-1 35 0,1 2 0,-1 0 0,-1 0 0,1 0 0,-1 1 0,0-1 0,-1 0 0,0 1 0,-3-9 0,4 14 0,-1-1 0,0 0 0,1 0 0,-1 1 0,0-1 0,-1 1 0,1-1 0,0 1 0,-1 0 0,1 0 0,-1 0 0,0 0 0,1 1 0,-1-1 0,0 1 0,0-1 0,0 1 0,0 0 0,-1 0 0,1 1 0,0-1 0,-5 0 0,-24-3 0,-1 2 0,0 1 0,0 2 0,0 0 0,0 3 0,-63 14 0,87-15 0,0 0 0,0 1 0,0 0 0,1 0 0,-14 10 0,21-13 0,-1 0 0,1 0 0,-1 0 0,1 1 0,-1-1 0,1 1 0,0-1 0,0 1 0,-1 0 0,1-1 0,0 1 0,1 0 0,-1 0 0,-1 2 0,2-3 0,0 1 0,0-1 0,0 0 0,0 1 0,1-1 0,-1 0 0,0 0 0,1 1 0,-1-1 0,0 0 0,1 0 0,0 0 0,-1 0 0,1 1 0,0-1 0,-1 0 0,1 0 0,0 0 0,0 0 0,0 0 0,0-1 0,0 1 0,0 0 0,2 1 0,25 13-1365,4-3-5461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3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1 462 24575,'-1'15'0,"6"152"0,-3-140 0,2 0 0,0 0 0,2 0 0,11 29 0,-15-49 0,1-1 0,-1 0 0,2-1 0,-1 1 0,1 0 0,-1-1 0,7 7 0,-9-11 0,1 1 0,-1-1 0,1 0 0,-1 1 0,1-1 0,-1 0 0,1 0 0,0 0 0,0 0 0,0 0 0,-1 0 0,1-1 0,0 1 0,0-1 0,0 1 0,0-1 0,0 0 0,0 0 0,0 0 0,0 0 0,0 0 0,0 0 0,0 0 0,0 0 0,0-1 0,0 1 0,0-1 0,2-1 0,2-1 0,-1 0 0,0-1 0,-1 1 0,1-1 0,-1 0 0,1-1 0,-1 1 0,0-1 0,-1 1 0,6-11 0,5-8 0,11-30 0,-7 14 0,-5 16 0,0 0 0,2 1 0,1 1 0,0 0 0,20-18 0,-1 5 0,73-52 0,-89 73 0,29-22 0,-46 33 0,1 0 0,-1 0 0,0 0 0,0 0 0,0 0 0,-1-1 0,1 1 0,0-1 0,-1 1 0,0-1 0,0 0 0,0 0 0,0 1 0,0-1 0,1-5 0,-5 59 0,7-10 0,1-1 0,3 1 0,14 45 0,48 116 0,-38-115 0,-27-73 0,11 32 0,-16-43 0,1 0 0,0 0 0,-1 1 0,0-1 0,1 0 0,-1 0 0,-1 0 0,1 0 0,0 0 0,-1 0 0,1 0 0,-2 3 0,2-5 0,-1-1 0,1 1 0,0-1 0,0 1 0,-1-1 0,1 1 0,0-1 0,-1 0 0,1 1 0,0-1 0,-1 1 0,1-1 0,-1 0 0,1 1 0,-1-1 0,1 0 0,0 0 0,-1 1 0,1-1 0,-1 0 0,1 0 0,-1 0 0,1 0 0,-1 0 0,0 0 0,1 0 0,-1 0 0,1 0 0,-1 0 0,1 0 0,-1 0 0,1 0 0,-1 0 0,1 0 0,-1 0 0,0-1 0,-19-10 0,-8-13 0,2 0 0,0-2 0,2 0 0,-40-58 0,60 79 0,1-1 0,-1 1 0,1-1 0,0 0 0,0 0 0,1 0 0,-4-12 0,5 16 0,1-1 0,0 1 0,0-1 0,0 1 0,0-1 0,0 1 0,1-1 0,-1 1 0,1-1 0,0 1 0,-1 0 0,1-1 0,0 1 0,0 0 0,1 0 0,-1-1 0,0 1 0,1 0 0,-1 0 0,1 1 0,0-1 0,-1 0 0,4-2 0,22-16 0,1 1 0,1 1 0,31-14 0,-20 11 0,37-27 0,-52 30 0,-2 0 0,0-2 0,-1-1 0,-1-1 0,23-31 0,-43 52 0,-1 0 0,1 0 0,0 1 0,0-1 0,-1 0 0,1 0 0,0 0 0,0 1 0,0-1 0,0 0 0,0 1 0,0-1 0,0 1 0,0-1 0,0 1 0,0-1 0,1 1 0,-1 0 0,0-1 0,0 1 0,0 0 0,0 0 0,1 0 0,-1 0 0,0 0 0,0 0 0,0 1 0,0-1 0,1 0 0,-1 0 0,0 1 0,0-1 0,0 1 0,0-1 0,0 1 0,0-1 0,0 1 0,0 0 0,0 0 0,0-1 0,1 3 0,5 4 0,0 0 0,0 1 0,-1-1 0,6 12 0,-6-11 0,319 543 0,-246-408 0,-55-99 0,-1-4 0,22 54 0,-76-142 0,-81-152 0,-165-407 0,254 546 0,3-1 0,2-1 0,-12-84 0,29 139 0,0 0 0,0 1 0,1-1 0,0 0 0,1 0 0,2-13 0,-2 18 0,0 1 0,0-1 0,0 1 0,0-1 0,0 1 0,0-1 0,1 1 0,-1 0 0,1 0 0,0 0 0,0 0 0,0 0 0,0 0 0,0 0 0,0 1 0,0-1 0,0 1 0,1-1 0,-1 1 0,0 0 0,1 0 0,2-1 0,3 0 0,0 1 0,0 0 0,0 0 0,1 0 0,-1 1 0,0 1 0,0-1 0,0 1 0,0 0 0,0 1 0,9 3 0,-1 0 0,-1 0 0,0 1 0,-1 1 0,25 15 0,-35-20 0,-1 0 0,1 1 0,-1 0 0,0 0 0,0 0 0,0 0 0,0 0 0,0 1 0,-1-1 0,0 1 0,4 5 0,-6-7 0,1 0 0,-1 0 0,1 0 0,-1-1 0,0 1 0,0 0 0,1 0 0,-1 0 0,-1 0 0,1 0 0,0 0 0,0-1 0,-1 1 0,1 0 0,-1 0 0,1 0 0,-1-1 0,0 1 0,0 0 0,0-1 0,0 1 0,0 0 0,0-1 0,0 1 0,0-1 0,-1 0 0,1 1 0,-1-1 0,-1 1 0,-15 11 0,-1 0 0,0-2 0,-28 13 0,28-15 0,0 0 0,2 2 0,-33 23 0,49-33-91,-1 0 0,1 0 0,0 0 0,0 0 0,0 0 0,0 0 0,0 1 0,0-1 0,0 0 0,1 0 0,-1 1 0,0-1 0,1 1 0,-1 1 0,1-2-335,0 0 1,0 0-1,0 0 1,0-1-1,0 1 0,0 0 1,1 0-1,-1 0 1,0-1-1,0 1 0,1 0 1,-1-1-1,1 1 1,-1 0-1,1 0 0,-1-1 409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4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92 255 24575,'-3'3'0,"-1"0"0,0 0 0,0 0 0,0-1 0,0 0 0,-1 0 0,1 0 0,-1 0 0,1-1 0,-1 1 0,0-1 0,1 0 0,-1-1 0,0 1 0,-8-1 0,12 0 0,1 0 0,-1 0 0,1 0 0,-1 0 0,1 0 0,-1 0 0,1 0 0,-1 0 0,1 0 0,-1 0 0,1 0 0,-1 1 0,1-1 0,-1 0 0,1 0 0,-1 1 0,1-1 0,-1 0 0,1 1 0,0-1 0,-1 0 0,1 1 0,0-1 0,-1 1 0,1-1 0,0 0 0,0 1 0,-1-1 0,1 1 0,0-1 0,0 1 0,0-1 0,0 1 0,-1-1 0,1 1 0,0-1 0,0 1 0,0-1 0,0 1 0,0-1 0,0 1 0,0-1 0,0 1 0,1 0 0,7 26 0,-7-27 0,7 18 0,1 0 0,1-1 0,1-1 0,0 0 0,1 0 0,1-1 0,0-1 0,1 0 0,1-1 0,0 0 0,1-2 0,0 1 0,1-2 0,0 0 0,0-1 0,1-1 0,23 7 0,-38-14 0,-1 0 0,0 0 0,0-1 0,0 1 0,1-1 0,-1 0 0,0 1 0,1-1 0,-1 0 0,0-1 0,0 1 0,1 0 0,-1 0 0,0-1 0,0 0 0,1 1 0,-1-1 0,0 0 0,2-1 0,-2 0 0,0 0 0,-1 0 0,1 0 0,-1 0 0,0 0 0,0 0 0,1 0 0,-1 0 0,0-1 0,-1 1 0,1 0 0,0-1 0,-1 1 0,1-1 0,-1 1 0,0 0 0,0-4 0,1-35 0,-3 0 0,-1 0 0,-16-77 0,18 110 0,0-1 0,0 1 0,0 0 0,1 0 0,0 0 0,1 0 0,0-1 0,0 1 0,1 0 0,0 0 0,0 0 0,1 1 0,0-1 0,0 1 0,1-1 0,0 1 0,0 0 0,1 0 0,0 1 0,0-1 0,1 1 0,-1 0 0,9-6 0,-5 6 0,0 0 0,1 0 0,0 0 0,0 1 0,0 1 0,0 0 0,1 0 0,15-3 0,-15 5 0,0-1 0,0-1 0,-1 0 0,1 0 0,-1-1 0,0 0 0,16-12 0,-26 17 0,1-1 0,-1 1 0,0 0 0,0-1 0,1 1 0,-1 0 0,0-1 0,1 1 0,-1 0 0,0-1 0,1 1 0,-1 0 0,1-1 0,-1 1 0,0 0 0,1 0 0,-1 0 0,1 0 0,-1-1 0,1 1 0,-1 0 0,1 0 0,-1 0 0,1 0 0,-1 0 0,1 0 0,-1 0 0,0 0 0,1 0 0,-1 0 0,1 0 0,-1 1 0,1-1 0,-1 0 0,1 0 0,0 1 0,2 18 0,-2-7 0,3 14 0,2 0 0,0 0 0,18 43 0,38 70 0,-61-137 0,12 25 0,1 0 0,2 0 0,1-2 0,0 0 0,2-1 0,1 0 0,1-2 0,0-1 0,44 34 0,-64-55 0,3 3 0,-1 0 0,1-1 0,0 1 0,-1-1 0,1 0 0,0 0 0,0 0 0,0-1 0,0 0 0,1 0 0,-1 0 0,0 0 0,0 0 0,5-1 0,-8 0-1,-1 0 0,1 0 0,-1 0 0,1 0 0,-1 0 0,1 0 0,-1 0 0,0 0 0,1 0 0,-1-1 0,1 1 0,-1 0 0,1 0 0,-1 0 0,0-1-1,1 1 1,-1 0 0,0-1 0,1 1 0,-1 0 0,0-1 0,1 1 0,-1 0 0,0-1 0,0 1 0,0-1 0,1 1 0,-1 0 0,0-2 0,-6-10 78,-18-10-1488,-9 1-5415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4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0 176 24575,'9'-3'0,"9"-4"0,11-10 0,5-5 0,4 1 0,-1 2 0,-2 3 0,-1 5 0,1 1 0,-1-3 0,-2-1 0,-4 4 0,-4 2 0,-5 3-8191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6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1 417 24575,'15'38'0,"3"-1"0,0-1 0,45 63 0,-63-99 0,26 41 0,-11-16 0,27 33 0,-42-58 0,1 1 0,-1 0 0,1 0 0,0-1 0,-1 1 0,1 0 0,0-1 0,-1 1 0,1 0 0,0-1 0,0 1 0,0-1 0,-1 0 0,1 1 0,0-1 0,0 0 0,0 1 0,0-1 0,1 0 0,-2 0 0,1 0 0,-1 0 0,0-1 0,1 1 0,-1 0 0,1-1 0,-1 1 0,0 0 0,1-1 0,-1 1 0,0 0 0,0-1 0,1 1 0,-1-1 0,0 1 0,0-1 0,0 1 0,1-1 0,-1 1 0,0-1 0,0 1 0,0 0 0,0-1 0,0 1 0,0-2 0,0-5 0,1 0 0,-2-1 0,-1-12 0,-15-90 0,-1 1 0,-7-186 0,25 291 0,0 0 0,0 0 0,0 1 0,1-1 0,-1 0 0,1 0 0,0 1 0,0-1 0,0 0 0,1 1 0,-1-1 0,5-5 0,-5 7 0,1 1 0,0-1 0,-1 1 0,1-1 0,0 1 0,0 0 0,0-1 0,0 1 0,0 0 0,1 1 0,-1-1 0,0 0 0,0 0 0,1 1 0,-1 0 0,0-1 0,0 1 0,1 0 0,-1 0 0,0 0 0,5 1 0,2 0 0,0 1 0,0 0 0,0 0 0,0 1 0,0 0 0,15 8 0,48 33 0,-42-24 0,101 69 0,199 176 0,-329-264 0,0 0 0,0 1 0,1-1 0,-1 0 0,1 0 0,-1 0 0,1 0 0,-1 0 0,1-1 0,3 2 0,-5-2 0,0 0 0,1 0 0,-1 0 0,0-1 0,0 1 0,0 0 0,1 0 0,-1 0 0,0 0 0,0-1 0,0 1 0,1 0 0,-1 0 0,0 0 0,0-1 0,0 1 0,0 0 0,0 0 0,0-1 0,1 1 0,-1 0 0,0 0 0,0-1 0,0 1 0,0 0 0,0 0 0,0-1 0,0 1 0,0 0 0,0 0 0,0-1 0,0 1 0,0 0 0,0 0 0,-1-1 0,1 1 0,0 0 0,0 0 0,0-1 0,0 1 0,-17-43 0,13 35 0,-16-38 0,-24-78 0,40 107 0,-1-1 0,2 0 0,0 0 0,1-1 0,1 1 0,1-1 0,4-33 0,-3 43 0,1 1 0,1-1 0,-1 1 0,1 0 0,0 0 0,1 0 0,0 1 0,0-1 0,1 1 0,0 0 0,0 0 0,1 1 0,0-1 0,0 1 0,0 1 0,1-1 0,-1 1 0,1 0 0,1 0 0,-1 1 0,1 0 0,0 0 0,0 1 0,0 0 0,0 1 0,0-1 0,0 2 0,1-1 0,-1 1 0,1 0 0,0 1 0,-1 0 0,1 0 0,-1 1 0,1 0 0,-1 1 0,1 0 0,-1 0 0,0 0 0,0 1 0,0 1 0,15 8 0,2 4 0,-1 2 0,39 35 0,41 53 0,-51-51 0,-45-46 0,167 160 0,-144-142 0,1-2 0,1-2 0,71 39 0,-99-59 0,1-1 0,-1 1 0,1-1 0,-1 0 0,1-1 0,0 0 0,0 1 0,8-1 0,-12-1 0,0 0 0,1 0 0,-1-1 0,0 1 0,0-1 0,0 0 0,0 1 0,0-1 0,0 0 0,0 0 0,0 0 0,-1 0 0,1-1 0,0 1 0,0 0 0,-1-1 0,1 1 0,-1-1 0,0 0 0,1 1 0,-1-1 0,0 0 0,0 0 0,0 0 0,0 0 0,1-2 0,5-17 0,-1 0 0,-1-1 0,-1 1 0,-1-1 0,-1 0 0,0-35 0,6-52 0,-8 108 0,0 0 0,1-1 0,-1 1 0,0 0 0,0 0 0,1 0 0,-1 0 0,0 0 0,1 0 0,-1 0 0,1 0 0,0 0 0,-1 0 0,1 1 0,0-1 0,-1 0 0,2-1 0,-1 2 0,0 0 0,-1-1 0,1 1 0,-1 0 0,1 0 0,0 0 0,-1 0 0,1 0 0,0 0 0,-1 0 0,1 0 0,0 0 0,-1 0 0,1 0 0,0 0 0,-1 0 0,1 1 0,0-1 0,-1 0 0,1 0 0,0 1 0,5 3 0,-1-1 0,0 1 0,0 1 0,8 8 0,-2-2 0,10 7 0,1-1 0,46 29 0,-58-41 0,0 1 0,1-1 0,0-1 0,0 0 0,0-1 0,1 0 0,-1 0 0,1-1 0,20 0 0,-30-2 0,0 0 0,0 0 0,0 0 0,0 0 0,0-1 0,0 1 0,0-1 0,0 1 0,0-1 0,0 0 0,0 0 0,0 0 0,-1 0 0,1 0 0,0 0 0,-1-1 0,1 1 0,-1 0 0,2-3 0,0 1 0,-1 0 0,-1-1 0,1 1 0,0 0 0,-1-1 0,0 1 0,1-1 0,-1 0 0,0-6 0,1-4 0,-2 1 0,0-1 0,0 1 0,-5-25 0,2 21 0,-1 0 0,0 0 0,-1 1 0,0 0 0,-14-27 0,16 38 0,0 0 0,0 1 0,0-1 0,0 1 0,-1-1 0,0 1 0,0 0 0,0 0 0,0 1 0,-1-1 0,1 1 0,-1 0 0,0 0 0,0 1 0,0-1 0,0 1 0,-1 0 0,1 0 0,0 1 0,-12-2 0,12 3 9,1-1-1,-1 1 1,1 0-1,-1 0 1,0 1 0,1-1-1,-1 1 1,1 0-1,-1 1 1,1-1-1,0 1 1,0-1-1,-6 4 1,8-3-62,0-1 0,1 1 0,-1-1 0,0 1 0,1 0 0,-1 0 0,1 0 0,0-1 0,-1 1 0,1 1 0,0-1 0,0 0 0,0 0-1,1 0 1,-1 1 0,0-1 0,1 0 0,0 0 0,-1 1 0,1-1 0,0 1 0,0-1 0,0 0 0,0 1 0,1-1 0,-1 0 0,2 4 0,2 10-6773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28:49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93 481 24575,'1'14'0,"1"0"0,1 0 0,0 0 0,1 0 0,0 0 0,10 18 0,1 9 0,11 35 0,0 4 0,63 133 0,-76-193 0,-13-20 0,0 0 0,-1-1 0,1 1 0,0 0 0,0 0 0,0-1 0,0 1 0,0 0 0,1 0 0,-1-1 0,0 1 0,0 0 0,0 0 0,0-1 0,0 1 0,0 0 0,0 0 0,0-1 0,1 1 0,-1 0 0,0 0 0,0 0 0,0-1 0,0 1 0,1 0 0,-1 0 0,0 0 0,0 0 0,0-1 0,1 1 0,-1 0 0,0 0 0,0 0 0,1 0 0,-1 0 0,0 0 0,0 0 0,1 0 0,-1 0 0,0 0 0,0 0 0,1 0 0,-1 0 0,0 0 0,1 0 0,-1 0 0,0 0 0,0 0 0,1 0 0,-1 0 0,0 0 0,0 0 0,0 1 0,1-1 0,-1 0 0,0 0 0,0 0 0,1 0 0,-1 0 0,0 1 0,0-1 0,0 0 0,0 0 0,1 1 0,-1-1 0,0 0 0,0-5 0,0 1 0,0-1 0,-1 0 0,1 0 0,-1 0 0,-1 1 0,1-1 0,0 0 0,-1 1 0,0-1 0,0 1 0,0 0 0,-1 0 0,0 0 0,1 0 0,-1 0 0,-5-4 0,6 5 0,-1 0 0,0 0 0,0 0 0,0 1 0,0-1 0,0 1 0,-1 0 0,1 0 0,-1 0 0,1 0 0,-1 1 0,0 0 0,0-1 0,1 1 0,-1 0 0,0 1 0,0-1 0,0 1 0,0 0 0,0 0 0,-7 1 0,10-1 0,-1 1 0,0 0 0,0 0 0,1 0 0,-1 0 0,1 0 0,-1 1 0,1-1 0,-1 0 0,1 1 0,0-1 0,-1 1 0,1-1 0,0 1 0,0 0 0,0-1 0,1 1 0,-1 0 0,0 0 0,1 0 0,-1 0 0,1-1 0,-1 1 0,1 0 0,0 0 0,0 3 0,-1 1 0,1 0 0,0 0 0,0 0 0,1 0 0,-1 0 0,1 0 0,3 7 0,-4-12 0,0-1 0,0 1 0,0-1 0,0 1 0,0-1 0,1 1 0,-1-1 0,0 1 0,0-1 0,0 0 0,1 1 0,-1-1 0,0 1 0,0-1 0,1 0 0,-1 1 0,0-1 0,1 0 0,-1 1 0,1-1 0,-1 0 0,0 0 0,1 1 0,0-1 0,4-8 0,-1-17 0,-4 24 0,0-1 0,1 1 0,-2 0 0,1-1 0,0 1 0,0 0 0,0-1 0,0 1 0,-1 0 0,1-1 0,-1 1 0,1 0 0,-1 0 0,1-1 0,-1 1 0,0 0 0,0 0 0,1 0 0,-1 0 0,0 0 0,0 0 0,0 0 0,0 0 0,0 1 0,0-1 0,0 0 0,-1 0 0,1 1 0,0-1 0,0 1 0,-1-1 0,1 1 0,0 0 0,0-1 0,-1 1 0,1 0 0,0 0 0,-1 0 0,-2 0 0,0 0 0,-1 1 0,0 0 0,1 0 0,-1 0 0,1 1 0,-1 0 0,1-1 0,0 2 0,-1-1 0,-4 4 0,1 0 0,-1 0 0,1 1 0,1 1 0,-1-1 0,1 1 0,0 1 0,1-1 0,0 1 0,-6 11 0,10-16 0,0 1 0,0-1 0,1 0 0,-1 1 0,1 0 0,0-1 0,0 1 0,0 0 0,1-1 0,0 1 0,0 0 0,0 0 0,0-1 0,1 1 0,0 0 0,0 0 0,0-1 0,0 1 0,1-1 0,0 1 0,0-1 0,4 8 0,-2-6 0,1 0 0,-1-1 0,1 0 0,0 1 0,1-2 0,-1 1 0,1 0 0,0-1 0,0 0 0,0-1 0,1 1 0,-1-1 0,1-1 0,-1 1 0,1-1 0,0 0 0,0 0 0,0-1 0,1 0 0,-1 0 0,0-1 0,0 0 0,0 0 0,1-1 0,8-2 0,3 0 0,0-2 0,0 0 0,-1-2 0,0 0 0,0 0 0,-1-2 0,0 0 0,22-16 0,75-63 0,-96 72 0,-1-1 0,0 0 0,-2-1 0,15-21 0,-26 32 0,0 0 0,-1 0 0,0 0 0,0-1 0,-1 1 0,0-1 0,0 0 0,-1 1 0,0-1 0,0 0 0,-1-9 0,0 13 0,0 1 0,-1-1 0,1 0 0,-1 1 0,0-1 0,0 1 0,0-1 0,0 1 0,-1 0 0,1-1 0,-4-3 0,4 5 0,-1 0 0,0 0 0,0 0 0,1 1 0,-1-1 0,0 1 0,0 0 0,0-1 0,0 1 0,-1 0 0,1 0 0,0 0 0,0 0 0,-1 1 0,1-1 0,0 1 0,-1-1 0,-3 1 0,4 0 0,0 0 0,0 0 0,0 0 0,0 1 0,0-1 0,1 1 0,-1-1 0,0 1 0,0 0 0,1 0 0,-1-1 0,0 1 0,1 1 0,-1-1 0,1 0 0,-1 0 0,1 0 0,-1 1 0,1-1 0,0 1 0,0-1 0,0 1 0,0-1 0,0 1 0,0 0 0,0 0 0,1-1 0,-1 1 0,0 3 0,-2 6 0,0-1 0,1 1 0,-1 19 0,2-28 0,-1 26 0,2 55 0,1-81 0,-1 0 0,0 0 0,1 0 0,0 0 0,0 0 0,-1 0 0,1 0 0,0 0 0,1 0 0,-1 0 0,0-1 0,0 1 0,1 0 0,-1-1 0,1 1 0,-1-1 0,1 0 0,0 0 0,0 1 0,-1-1 0,1 0 0,0 0 0,0 0 0,0-1 0,0 1 0,0 0 0,0-1 0,0 0 0,0 1 0,0-1 0,4 0 0,3 1 0,-1-1 0,0 0 0,1-1 0,-1 0 0,1 0 0,14-5 0,-10 2 0,0-2 0,-1 0 0,0 0 0,0-1 0,0 0 0,-1-1 0,-1-1 0,1 1 0,-1-2 0,0 1 0,-1-2 0,0 1 0,11-20 0,-12 19 0,-1-1 0,-1 0 0,0-1 0,-1 1 0,0-1 0,-1 0 0,0 0 0,-1 0 0,0-1 0,-2 1 0,1-1 0,-2 0 0,-1-24 0,1 36 0,0 0 0,0 0 0,0-1 0,-1 1 0,1 0 0,0 0 0,-1 0 0,0 0 0,0 0 0,0 0 0,1 0 0,-2 0 0,1 0 0,0 0 0,0 0 0,-1 0 0,1 1 0,-1-1 0,1 1 0,-1-1 0,0 1 0,1-1 0,-1 1 0,0 0 0,0 0 0,0 0 0,0 0 0,0 0 0,0 1 0,0-1 0,0 1 0,-1-1 0,1 1 0,0 0 0,0-1 0,0 1 0,-1 0 0,1 0 0,0 1 0,0-1 0,0 0 0,0 1 0,-1 0 0,1-1 0,-2 2 0,-8 2 0,0 0 0,1 1 0,-1 0 0,1 1 0,1 0 0,-1 1 0,1 0 0,0 0 0,-11 12 0,15-12 0,-1 0 0,1 0 0,1 0 0,-1 1 0,1 0 0,1 0 0,-1 0 0,1 0 0,1 1 0,0 0 0,0 0 0,0 0 0,0 10 0,1-6 0,1 0 0,0 0 0,2 0 0,-1 0 0,1 0 0,1 0 0,1 0 0,0-1 0,0 1 0,1-1 0,1 1 0,11 22 0,-12-28 0,1 0 0,-1-1 0,1 0 0,1 0 0,-1 0 0,1 0 0,0-1 0,0 0 0,0 0 0,1 0 0,0-1 0,0 0 0,0 0 0,0-1 0,0 0 0,1 0 0,0-1 0,-1 0 0,1 0 0,0-1 0,0 0 0,12 0 0,-2-2 0,0-1 0,-1 0 0,1-1 0,0-1 0,-1-1 0,0 0 0,25-12 0,2-4 0,63-41 0,-78 44 0,-2-2 0,0-1 0,0-1 0,-2-1 0,40-47 0,-55 56 0,0 0 0,-1 0 0,0-1 0,-1 0 0,0 0 0,-2-1 0,0 0 0,0 0 0,-2-1 0,0 0 0,-1 0 0,-1 0 0,1-24 0,-4 11 0,-2 0 0,-1 0 0,-1 0 0,-2 0 0,-1 1 0,-19-48 0,1 19 0,-3 0 0,-39-60 0,57 100 0,-1 0 0,0 1 0,-27-27 0,39 43 0,-1 1 0,1-1 0,-1 1 0,1 0 0,-1-1 0,1 1 0,-1-1 0,1 1 0,-1 0 0,1-1 0,-1 1 0,1 0 0,-1 0 0,0-1 0,1 1 0,-1 0 0,1 0 0,-1 0 0,0 0 0,1 0 0,-1 0 0,0 0 0,1 0 0,-1 0 0,0 0 0,1 0 0,-1 0 0,1 0 0,-1 1 0,0-1 0,1 0 0,-1 0 0,1 1 0,-1-1 0,1 0 0,-1 1 0,1-1 0,-1 1 0,1-1 0,-1 0 0,1 1 0,-1-1 0,1 1 0,0 0 0,-1-1 0,1 1 0,0-1 0,-1 1 0,1-1 0,0 2 0,-3 4 0,1 0 0,0 1 0,0-1 0,-1 8 0,-3 32 0,2 1 0,2 56 0,1-52 0,1 33 0,3 1 0,18 99 0,-14-140 0,3-1 0,1-1 0,2 0 0,2-1 0,2 0 0,23 40 0,-35-73 0,0 1 0,0-1 0,1 0 0,0-1 0,1 1 0,9 7 0,-11-11 0,0 0 0,1-1 0,-1 0 0,1 0 0,-1 0 0,1 0 0,0-1 0,0 0 0,0-1 0,10 2 0,8 0-8,35-2 0,-33-1 54,36 4 0,-55-3-177,0 1 0,0-1 0,-1 1 0,1 0 0,-1 0 0,1 1 0,-1 0 0,0 0 0,0 1 0,6 4 0,2 4-6695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24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1368 658 24575,'-35'-22'-2344,"0"2"-1,-2 1 1,-60-21-1,-30-15 403,-49-39 2378,-91-44-403,-44-13 4200,233 112-4399,25 14 7051,-74-23-6986,114 44-1264,1 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26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24575,'5'3'0,"0"1"0,0-1 0,0 1 0,0-2 0,1 1 0,-1 0 0,1-1 0,0 0 0,8 1 0,-10-1 0,548 134 0,-543-134 0,246 50-378,1128 124-4222,476-160 3425,-1437-38 710,392-15 487,443 77-22,-890-6 29,598 40 368,612-63-629,-570-13 3081,-404 20-680,-558-18-8976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51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1353 723 24575,'0'3'0,"-1"-1"0,-1 1 0,1-1 0,0 1 0,-1-1 0,1 1 0,-1-1 0,0 0 0,0 0 0,0 0 0,0 0 0,0 0 0,-4 3 0,-3 3 0,-93 81 0,12-13 0,-237 254 0,183-181 0,115-118 0,2 2 0,1 2 0,1 0 0,-33 65 0,25-33 0,-43 130 0,63-155 0,1-1 0,3 1 0,1 1 0,3 0 0,1 0 0,2 0 0,2 0 0,1 0 0,3 0 0,2 0 0,1-1 0,22 71 0,1-32 0,4-2 0,3-1 0,3-2 0,4-2 0,71 93 0,-80-119 0,2-3 0,2 0 0,2-3 0,90 73 0,-112-103 0,0-1 0,0-1 0,1 0 0,0-2 0,30 9 0,113 22 0,-121-30 0,716 127 0,11-33 0,-140-60 0,0-53 0,334-87-784,-256 18 283,-17 48-195,-3 29-847,346-11-579,1154-229 1646,-1989 209 409,448-83 899,-559 99 1005,126-6 0,90 14-296,-238 9-2040,1748-5-2321,-1344 6 2777,-463-1 321,0-1-1,0 1 0,0-1 1,-1-1-1,1 1 0,-1-1 0,1 0 1,-1 0-1,1-1 0,-1 1 1,0-1-1,5-4 0,6-3-378,221-131 101,-167 95 0,85-74 0,-147 113 0,1-1 0,-1 0 0,0-1 0,-1 0 0,0 0 0,0 0 0,-1-1 0,8-17 0,-11 18 0,0 0 0,0 0 0,-1 0 0,-1-1 0,1 1 0,-2 0 0,1-1 0,-1 1 0,0 0 0,-1-1 0,-3-11 0,-3-14 0,-2 0 0,-21-50 0,-37-70 0,42 101 0,-111-236 0,-22 9 0,127 237 0,-2 1 0,-2 1 0,-2 2 0,-70-59 0,-183-113 0,-166-46-298,-19 44-641,204 108 609,-3 12 0,-5 12 0,-3 12 0,-475-54 1,-153 67-2168,-12 50-7,841 7 2500,-199 0 4,-1833-21 0,1672 5 0,-1471-51-723,161 56 9337,1059 41-8614,571-19 0,2 5 0,0 6 0,-172 54 0,154-28 0,2 5 0,-200 112 0,321-157 0,-214 122 0,12 19 0,195-131 0,1 0 0,0 0 0,2 2 0,0 1 0,-20 30 0,27-34 0,1 2 0,0-1 0,2 1 0,0 1 0,1-1 0,1 1 0,-5 29 0,5-10 0,2-1 0,2 1 0,1-1 0,2 1 0,11 67 0,-12-106 1,0 4-92,0 0 0,1 0-1,0 0 1,0-1 0,0 1 0,0 0 0,1-1 0,-1 1 0,1-1 0,0 1 0,0-1 0,0 0 0,0 0 0,4 4 0,4 0-6735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31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3 110 24575,'-3'0'0,"8"0"0,18 0 0,26 0 0,26 0 0,12-3 0,19-4 0,14-1 0,12-1 0,-2-7 0,-18-2 0,-20 1 0,-31 4 0,-27 4 0,-23 4 0,-17 2 0,-6 2-8191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31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7:33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24575,'3'0'0,"7"0"0,11 0 0,13 0 0,20 0 0,27 3 0,30 1 0,20 5 0,6 2 0,-6 2 0,-7-1 0,0-3 0,-7-3 0,-10-3 0,-13-1 0,-18-1 0,-20-1 0,-19-1-8191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39:56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 24575,'0'0'0,"-1"1"0,1-1 0,-1 0 0,1 1 0,-1-1 0,1 0 0,-1 1 0,1-1 0,0 1 0,-1-1 0,1 0 0,0 1 0,-1-1 0,1 1 0,0-1 0,0 1 0,-1-1 0,1 1 0,0 0 0,0-1 0,0 1 0,0-1 0,0 1 0,-1-1 0,1 1 0,0 0 0,1-1 0,-1 1 0,0-1 0,0 1 0,0-1 0,0 1 0,0-1 0,0 1 0,1-1 0,-1 1 0,0 0 0,0-1 0,1 0 0,-1 1 0,0-1 0,1 1 0,-1-1 0,1 1 0,-1-1 0,0 0 0,1 1 0,-1-1 0,1 0 0,-1 1 0,1-1 0,-1 0 0,1 0 0,0 1 0,5 1 0,0 0 0,0-1 0,1 1 0,6 0 0,-8-2 0,327 36 0,113 19 0,-90 34 0,32 6 0,-349-89 0,0-2 0,1-1 0,-1-2 0,53-6 0,-71 0 0,-20 5 0,1-1 0,-1 1 0,0 0 0,0 0 0,0 0 0,1-1 0,-1 1 0,0 0 0,0 0 0,0 0 0,0-1 0,0 1 0,1 0 0,-1 0 0,0-1 0,0 1 0,0 0 0,0-1 0,0 1 0,0 0 0,0 0 0,0-1 0,0 1 0,0 0 0,0-1 0,0 1 0,0 0 0,0 0 0,0-1 0,0 1 0,0 0 0,0 0 0,-1-1 0,1 1 0,0 0 0,-2-3 0,0 1 0,-1 0 0,1 0 0,0 0 0,-1 0 0,0 0 0,1 1 0,-1-1 0,0 1 0,-5-2 0,-42-16 0,-100-23 0,-60 3 0,148 29 0,-635-75 0,442 51 0,249 33 0,15 2 0,21 1 0,687 14 0,-677-16 0,-10-1 0,312-5 0,-2-29 0,-332 33 0,18-3 0,-25 5 0,0 0 0,0 0 0,0-1 0,0 1 0,0 0 0,0-1 0,0 1 0,0-1 0,0 1 0,0-1 0,0 1 0,-1-1 0,1 0 0,0 1 0,0-1 0,-1 0 0,2-1 0,-2 2 0,0 0 0,-1-1 0,1 1 0,0 0 0,0-1 0,0 1 0,0 0 0,-1-1 0,1 1 0,0 0 0,0 0 0,-1-1 0,1 1 0,0 0 0,-1 0 0,1-1 0,0 1 0,-1 0 0,1 0 0,0 0 0,-1 0 0,1 0 0,0-1 0,-1 1 0,1 0 0,0 0 0,-1 0 0,1 0 0,0 0 0,-1 0 0,0 0 0,-22-3 0,0 0 0,0 1 0,-37 2 0,12 1 0,-189 0 0,-389 52 0,606-50 0,13-3 0,-1 1 0,1 0 0,0 1 0,-1 0 0,1 0 0,0 0 0,-13 7 0,18-4 0,9 1 0,10 0 0,0 0 0,0-2 0,0 1 0,1-2 0,29 2 0,-5 0 0,184 20-354,248-6-1,-306-23 119,0-7 0,201-40-1,-229 16 179,-26 5 353,-102 28-715,-4 2-6170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0:03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14 24575,'-3'0'0,"-1"-3"0,7-1 0,8 1 0,8 0 0,4 3 0,2 3 0,-5 0-8191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0:04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18 24549,'-106'-18'0,"72"36"0,174-18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1:12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494 975 24575,'2057'0'0,"-1979"-2"0,0-4 0,0-3 0,0-3 0,-1-4 0,104-36 0,244-100 0,-403 141 0,0 0 0,-1-1 0,0-1 0,0-1 0,30-28 0,-10 3 0,47-59 0,-82 91 0,0-1 0,0-1 0,-1 1 0,0-1 0,0 0 0,-1 0 0,0 0 0,-1-1 0,0 1 0,3-16 0,-5 17 0,-1 1 0,1-1 0,-1 0 0,0 1 0,-1-1 0,0 0 0,0 1 0,-1-1 0,0 1 0,0-1 0,-1 1 0,0 0 0,0 0 0,-6-9 0,-1 2 0,0 0 0,-1 1 0,0 0 0,-1 1 0,-1 0 0,0 1 0,-1 1 0,0 0 0,0 0 0,-1 2 0,0 0 0,-25-10 0,-5 2 0,0 2 0,-1 1 0,-63-7 0,-47 0 0,-1 7 0,-207 10 0,-321 50 0,669-45 0,-806 98 0,369-18 0,377-68 0,1 3 0,-110 40 0,138-39 0,1 3 0,0 1 0,2 2 0,-78 58 0,110-73 0,1 1 0,0 1 0,1 0 0,1 1 0,0-1 0,0 2 0,1-1 0,0 1 0,1 0 0,1 1 0,0 0 0,1 0 0,1 0 0,0 0 0,1 1 0,0 0 0,1 0 0,1 0 0,0-1 0,1 1 0,0 0 0,2 0 0,0 0 0,0 0 0,1-1 0,1 1 0,1-1 0,0 0 0,1 0 0,0 0 0,1-1 0,0 0 0,1 0 0,1-1 0,0 0 0,0-1 0,1 0 0,1 0 0,0-1 0,16 11 0,-13-11 12,1-2 0,1 1 0,-1-2 0,2 0 0,-1-1 0,0-1 0,1 0 0,0-1 0,28 2 0,5-2-507,0-3 0,54-5 0,-89 3-6331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1:17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2463 24575,'0'0'0,"0"0"0,0 1 0,0-1 0,1 0 0,-1 1 0,0-1 0,0 0 0,1 1 0,-1-1 0,0 0 0,0 0 0,1 1 0,-1-1 0,0 0 0,1 0 0,-1 1 0,0-1 0,1 0 0,-1 0 0,1 0 0,-1 0 0,0 0 0,1 0 0,-1 0 0,0 0 0,1 0 0,-1 0 0,1 0 0,-1 0 0,1 0 0,2-19 0,-2 16 0,42-414 0,44-67-648,38-259 5,-104 564 723,-8 0-1,-13-215 1,1 390 33,-2 1-1,1-1 0,0 1 1,-1-1-1,0 1 1,1-1-1,-1 1 1,-3-6-1,3 8-110,0 0-1,1 0 1,-1 0 0,0 0-1,0 0 1,-1 1-1,1-1 1,0 0 0,0 0-1,0 1 1,-1-1-1,1 1 1,0-1 0,0 1-1,-1 0 1,1-1-1,0 1 1,-1 0 0,1 0-1,0 0 1,-1 0-1,1 0 1,0 0 0,-3 1-1,-3 0-1,0 0 0,1 0 0,-1 1 0,0 0 0,1 1 0,0-1 0,0 1 0,0 1 0,0-1 0,0 1 0,0 0 0,1 0 0,-6 6 0,-7 8 0,1 1 0,-18 24 0,-7 7 0,68-77 0,-17 18 0,-1 0 0,1 0 0,0 1 0,17-11 0,-23 17 0,-1 1 0,1-1 0,0 1 0,1 0 0,-1 0 0,0 0 0,0 0 0,0 0 0,1 1 0,-1-1 0,0 1 0,0 0 0,1 0 0,-1 0 0,0 1 0,1-1 0,-1 1 0,0 0 0,0-1 0,0 1 0,0 1 0,4 0 0,3 5 0,0-1 0,0 1 0,0 1 0,-1-1 0,12 14 0,-10-10 0,1-1 0,22 17 0,-31-25-151,1-1-1,-1 1 0,1-1 0,-1 1 1,1-1-1,0 0 0,0-1 1,7 2-1,2-2-6674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1:21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1231 24575,'1'4'0,"1"0"0,-1 0 0,1 0 0,0-1 0,0 1 0,1 0 0,-1-1 0,1 0 0,0 1 0,0-1 0,0 0 0,6 4 0,-3-2 0,1 0 0,0-1 0,0 0 0,0-1 0,0 1 0,1-1 0,0-1 0,-1 1 0,1-1 0,0-1 0,0 1 0,0-1 0,0-1 0,0 0 0,0 0 0,15-2 0,-7 0 0,-1-1 0,1-1 0,-1 0 0,0-1 0,0-1 0,0 0 0,21-14 0,-21 11 0,0-2 0,-1 0 0,-1 0 0,1-1 0,-2-1 0,0 0 0,0-1 0,-2 0 0,1-1 0,-2 0 0,0 0 0,-1-1 0,8-21 0,-9 16 0,0-1 0,-2 1 0,0-1 0,-2 0 0,0 0 0,-1 0 0,-2 0 0,0 0 0,-1-1 0,-6-28 0,6 44 0,0 1 0,-1 0 0,0 0 0,0-1 0,0 1 0,-1 1 0,0-1 0,0 0 0,0 1 0,-1-1 0,-5-5 0,7 9 0,0 0 0,0 0 0,0 1 0,-1-1 0,1 1 0,0-1 0,-1 1 0,0 0 0,1 0 0,-1 0 0,0 0 0,1 0 0,-1 1 0,0-1 0,0 1 0,0 0 0,1-1 0,-1 2 0,0-1 0,0 0 0,0 0 0,1 1 0,-1 0 0,0-1 0,0 1 0,1 0 0,-1 0 0,-2 2 0,-7 3 0,1 1 0,1 0 0,-1 1 0,1 0 0,1 0 0,-1 1 0,2 0 0,-1 1 0,1 0 0,1 0 0,-13 22 0,1 4 0,1 1 0,-18 54 0,21-44 0,1 0 0,2 1 0,-5 56 0,14-78 0,1 0 0,1 0 0,2 0 0,0 0 0,2 0 0,1 0 0,11 40 0,-12-56 0,1 0 0,0-1 0,0 1 0,1-1 0,0 0 0,1 0 0,0 0 0,0-1 0,0 0 0,1 0 0,1-1 0,-1 0 0,1 0 0,1-1 0,-1 0 0,1 0 0,0-1 0,0 0 0,1 0 0,-1-1 0,1-1 0,0 0 0,0 0 0,0 0 0,0-2 0,1 1 0,10-1 0,5 0 0,0-2 0,-1-2 0,1 0 0,-1-1 0,1-2 0,-1 0 0,-1-2 0,1 0 0,-1-2 0,-1-1 0,42-26 0,-12 2 0,-2-2 0,-2-3 0,76-77 0,-73 64 0,85-115 0,-120 144 0,-2-1 0,0-1 0,-2 0 0,-1 0 0,-1-1 0,-1-1 0,12-53 0,-17 53 0,-2 17 0,-1 0 0,0 0 0,0-19 0,-2 42 0,-1-1 0,0 1 0,0 0 0,-1-1 0,-1 1 0,0-1 0,-5 12 0,-5 10 0,-19 33 0,4-13 0,-2-3 0,-3 0 0,-1-2 0,-3-2 0,-75 75 0,109-119 0,-3 4 0,-1 0 0,0 0 0,0-1 0,-13 7 0,19-11 0,-1 0 0,0 0 0,0-1 0,1 1 0,-1-1 0,0 1 0,0-1 0,0 0 0,0 1 0,0-1 0,0 0 0,0 0 0,1-1 0,-1 1 0,0 0 0,0-1 0,0 1 0,0-1 0,0 1 0,1-1 0,-1 0 0,0 0 0,0 0 0,1 0 0,-1 0 0,-2-2 0,-2-4 0,-1 0 0,1-1 0,0 1 0,1-1 0,0-1 0,0 1 0,1-1 0,0 0 0,-5-16 0,-1-7 0,-7-50 0,17 80 0,-4-18 0,0 0 0,2 0 0,1-1 0,0 1 0,3-24 0,-2 43 0,0-1 0,1 0 0,-1 1 0,0-1 0,1 1 0,0-1 0,-1 1 0,1-1 0,0 1 0,-1 0 0,1-1 0,0 1 0,2-2 0,-3 2 0,1 0 0,0 1 0,0 0 0,-1-1 0,1 1 0,0-1 0,0 1 0,-1 0 0,1 0 0,0-1 0,0 1 0,0 0 0,0 0 0,0 0 0,-1 0 0,1 0 0,0 0 0,0 0 0,1 0 0,2 2 0,1-1 0,-1 1 0,0 0 0,0 0 0,0 0 0,0 1 0,0-1 0,6 6 0,62 56 0,65 74 0,-24-24 0,-83-84 0,96 87 0,-103-98 0,0-2 0,1 0 0,46 23 0,-64-37 0,0 0 0,0-1 0,0 0 0,1 0 0,-1 0 0,0-1 0,1 0 0,-1 0 0,1-1 0,-1 0 0,1 0 0,0 0 0,11-3 0,-9 0 0,1 0 0,-1-1 0,0 0 0,0 0 0,-1-1 0,1 0 0,-1-1 0,12-10 0,15-15 0,-2-2 0,-1-1 0,-1-2 0,-3-1 0,-1-1 0,-1-2 0,-3 0 0,-1-1 0,29-79 0,-49 115 0,26-85 0,-25 80 0,-1-1 0,-1 0 0,1 0 0,-2 1 0,0-1 0,-1-15 0,1 24 0,-1 1 0,1-1 0,-1 0 0,0 1 0,1-1 0,-1 1 0,0-1 0,0 1 0,0 0 0,0-1 0,0 1 0,0 0 0,0 0 0,-1 0 0,1 0 0,0 0 0,-1 0 0,1 0 0,-1 0 0,1 0 0,-1 1 0,1-1 0,-1 0 0,1 1 0,-1-1 0,0 1 0,1 0 0,-1 0 0,0 0 0,1 0 0,-1 0 0,0 0 0,-1 0 0,-5 0 0,0 1 0,1 0 0,-1 0 0,1 1 0,-1 0 0,-7 3 0,4 0 0,-1 1 0,1 1 0,0 0 0,1 0 0,0 1 0,0 1 0,1-1 0,0 2 0,0-1 0,1 1 0,-12 19 0,6-6 0,0 1 0,2 1 0,1 0 0,-12 38 0,13-31 0,2 0 0,1 1 0,-3 40 0,9-58 0,1 0 0,0-1 0,0 1 0,2 0 0,0-1 0,1 1 0,0-1 0,1 0 0,9 23 0,-11-32 0,1 0 0,0 0 0,0 0 0,0 0 0,1-1 0,-1 1 0,1-1 0,0 0 0,1 0 0,-1 0 0,1-1 0,-1 0 0,1 1 0,0-2 0,0 1 0,0-1 0,8 3 0,-9-4 0,0 0 0,0 0 0,1-1 0,-1 1 0,0-1 0,1 0 0,-1 0 0,1-1 0,-1 1 0,0-1 0,0 0 0,1 0 0,-1-1 0,0 1 0,0-1 0,0 0 0,0 0 0,0 0 0,-1-1 0,1 1 0,-1-1 0,1 0 0,2-3 0,7-8 0,-2 0 0,0 0 0,-1-1 0,0 0 0,-1-1 0,-1 0 0,0-1 0,7-24 0,3-19 0,11-66 0,-27 119 0,3-15 0,-5 22 0,0 0 0,0 0 0,0 0 0,0-1 0,0 1 0,0 0 0,0 0 0,0 0 0,0 0 0,0 0 0,0-1 0,0 1 0,0 0 0,0 0 0,0 0 0,0 0 0,1 0 0,-1-1 0,0 1 0,0 0 0,0 0 0,0 0 0,0 0 0,0 0 0,0 0 0,1 0 0,-1 0 0,0 0 0,0-1 0,0 1 0,0 0 0,0 0 0,1 0 0,-1 0 0,0 0 0,0 0 0,0 0 0,0 0 0,1 0 0,-1 0 0,0 0 0,0 0 0,0 0 0,0 0 0,1 0 0,-1 0 0,0 0 0,0 1 0,0-1 0,0 0 0,7 10 0,2 16 0,8 46 0,-7-28 0,19 56 0,-27-95 0,0 0 0,0-1 0,0 1 0,1-1 0,-1 0 0,1 1 0,0-1 0,1-1 0,-1 1 0,1 0 0,7 5 0,-9-7 0,0-1 0,1 0 0,-1 0 0,0 0 0,1 0 0,-1 0 0,1-1 0,-1 1 0,1-1 0,-1 1 0,1-1 0,-1 0 0,1 0 0,0 0 0,-1-1 0,1 1 0,-1-1 0,1 1 0,-1-1 0,0 0 0,1 0 0,-1 0 0,1 0 0,-1 0 0,3-2 0,6-5 0,0 0 0,-1-1 0,1 0 0,-2-1 0,1 0 0,-2 0 0,1-1 0,-1 0 0,11-21 0,-4 3 0,-1-1 0,19-60 0,-6-31 0,-27 118 0,1 1 0,-1 0 0,1 0 0,0-1 0,0 1 0,0 0 0,0 0 0,0 0 0,3-3 0,-4 5 0,0 0 0,0 0 0,1-1 0,-1 1 0,0 0 0,1 0 0,-1 0 0,0-1 0,0 1 0,1 0 0,-1 0 0,1 0 0,-1 0 0,0 0 0,1 0 0,-1 0 0,0 0 0,1 0 0,-1 0 0,0 0 0,1 0 0,-1 0 0,0 0 0,1 0 0,11 11 0,2 13 0,0 1 0,-1 0 0,11 34 0,8 15 0,-31-71 0,11 17 0,-11-20 0,-1 1 0,0-1 0,0 0 0,1 0 0,-1 0 0,0 1 0,0-1 0,1 0 0,-1 0 0,0 0 0,0 0 0,1 0 0,-1 0 0,0 0 0,1 0 0,-1 0 0,0 0 0,0 0 0,1 0 0,-1 0 0,0 0 0,1 0 0,-1 0 0,0 0 0,0 0 0,1 0 0,-1 0 0,9-12 0,3-27 0,-1-1 0,9-62 0,-1 2 0,-14 78 0,-3 10 0,1 0 0,0 0 0,1 0 0,0 1 0,8-16 0,-12 26 0,1 0 0,-1 1 0,0-1 0,0 1 0,1-1 0,-1 1 0,0-1 0,1 1 0,-1-1 0,1 1 0,-1-1 0,0 1 0,1-1 0,-1 1 0,1 0 0,-1-1 0,1 1 0,0 0 0,-1-1 0,1 1 0,-1 0 0,1 0 0,-1 0 0,1-1 0,0 1 0,-1 0 0,1 0 0,0 0 0,-1 0 0,1 0 0,-1 0 0,1 0 0,0 0 0,-1 0 0,1 1 0,-1-1 0,1 0 0,0 0 0,-1 0 0,1 1 0,-1-1 0,1 0 0,0 1 0,2 2 0,0 0 0,0-1 0,-1 2 0,1-1 0,3 6 0,-4-6 0,87 145 0,-63-99 0,3-1 0,2-1 0,39 45 0,-63-85 0,-1 0 0,1-1 0,0 0 0,1 0 0,11 7 0,-16-11 0,0 0 0,0-1 0,0 0 0,0 1 0,0-1 0,1 0 0,-1-1 0,0 1 0,1-1 0,-1 1 0,1-1 0,-1 0 0,1 0 0,-1 0 0,1-1 0,-1 1 0,7-3 0,-2-1 0,1 0 0,-1 0 0,0-1 0,0 0 0,-1 0 0,0-1 0,0 0 0,0 0 0,0-1 0,8-11 0,1-3 0,-1-1 0,18-35 0,-18 24 0,15-44 0,11-25 0,-41 101 0,1 0 0,-1 0 0,1 0 0,-1-1 0,1 1 0,0 0 0,0 0 0,-1 0 0,1 0 0,0 0 0,0 0 0,0 1 0,0-1 0,0 0 0,0 0 0,0 1 0,0-1 0,0 0 0,1 1 0,-1-1 0,0 1 0,0 0 0,0-1 0,1 1 0,-1 0 0,0 0 0,1 0 0,-1 0 0,0 0 0,0 0 0,1 0 0,-1 0 0,0 0 0,0 1 0,1-1 0,-1 0 0,0 1 0,0-1 0,0 1 0,1-1 0,-1 1 0,0 0 0,0 0 0,0-1 0,1 2 0,6 5 0,-1-1 0,0 2 0,0-1 0,9 13 0,-12-14 0,2 2 0,1 0 0,-1-1 0,1 0 0,1 0 0,0 0 0,0-1 0,17 11 0,-23-16 0,1 0 0,0 1 0,0-1 0,0 0 0,0-1 0,0 1 0,0 0 0,1-1 0,-1 0 0,0 1 0,0-1 0,0-1 0,0 1 0,0 0 0,1-1 0,-1 0 0,0 1 0,0-1 0,0 0 0,0-1 0,-1 1 0,1 0 0,0-1 0,0 0 0,-1 1 0,1-1 0,-1 0 0,0-1 0,4-2 0,2-5 0,0 1 0,-1-1 0,0 0 0,-1-1 0,0 1 0,-1-1 0,8-21 0,19-86 0,-26 93 0,-5 21 0,0-2 0,0 1 0,0 0 0,1-1 0,0 1 0,0 0 0,4-7 0,-5 12 0,-1-1 0,1 0 0,-1 1 0,1-1 0,-1 1 0,1-1 0,0 1 0,-1-1 0,1 1 0,0-1 0,-1 1 0,1-1 0,0 1 0,0 0 0,-1 0 0,1-1 0,0 1 0,0 0 0,-1 0 0,2 0 0,0 0 0,0 0 0,-1 1 0,1-1 0,-1 0 0,1 1 0,-1 0 0,1-1 0,-1 1 0,0 0 0,1 0 0,-1 0 0,0 0 0,0 0 0,2 2 0,11 12 0,0 2 0,-2-1 0,0 2 0,14 26 0,-19-33 0,91 174 0,128 333 0,-218-495 0,6 12 0,11 47 0,-23-65 0,-2-17 0,0 0 0,0 1 0,0-1 0,0 0 0,0 0 0,0 0 0,0 0 0,0 1 0,0-1 0,0 0 0,0 0 0,0 0 0,0 0 0,0 0 0,0 1 0,-1-1 0,1 0 0,0 0 0,0 0 0,0 0 0,0 0 0,0 0 0,0 0 0,0 1 0,-1-1 0,1 0 0,0 0 0,0 0 0,0 0 0,0 0 0,0 0 0,-1 0 0,1 0 0,0 0 0,0 0 0,0 0 0,0 0 0,-1 0 0,1 0 0,0 0 0,0 0 0,-2-1 0,0 0 0,0-1 0,0 1 0,0-1 0,0 0 0,0 1 0,1-1 0,-1 0 0,1 0 0,-2-2 0,-16-25 0,1 0 0,-21-46 0,-21-70 0,47 113 0,-126-387 0,117 327 0,4 0 0,-11-164 0,28 239 0,1 0 0,0-1 0,2 1 0,-1 0 0,2 0 0,1 0 0,6-21 0,-8 33 0,0 0 0,0 0 0,1 0 0,-1 0 0,1 1 0,0-1 0,1 1 0,-1 0 0,1 0 0,0 0 0,0 0 0,0 1 0,0-1 0,1 1 0,-1 0 0,1 0 0,0 1 0,0-1 0,0 1 0,0 0 0,0 1 0,0-1 0,0 1 0,1 0 0,-1 0 0,1 1 0,5 0 0,-1 0 0,1 1 0,-1 0 0,0 1 0,1 0 0,-1 1 0,0 0 0,0 0 0,-1 1 0,1 1 0,-1-1 0,0 2 0,0-1 0,0 1 0,-1 0 0,0 1 0,11 12 0,0 0 0,-1 2 0,-1 0 0,-1 2 0,-1-1 0,14 31 0,-17-29 0,-1 1 0,-1 0 0,-1 1 0,8 35 0,-15-49 0,1 0 0,-2 0 0,0 0 0,0 0 0,-1 1 0,-1-1 0,0 0 0,-1 0 0,0 0 0,0 0 0,-1-1 0,-5 12 0,5-17 0,0-1 0,0 0 0,-1 0 0,1 0 0,-1 0 0,0-1 0,-1 0 0,1 0 0,-1 0 0,1 0 0,-1 0 0,0-1 0,-1 0 0,1 0 0,-1-1 0,1 1 0,-11 2 0,11-4 0,0 0 0,0 1 0,-1-2 0,1 1 0,-1-1 0,1 1 0,-1-2 0,1 1 0,0-1 0,-1 1 0,1-1 0,0-1 0,-1 1 0,1-1 0,0 0 0,0 0 0,0 0 0,1-1 0,-1 0 0,-4-3 0,0-3 0,1 0 0,-1 0 0,2 0 0,-1-1 0,2-1 0,-1 1 0,1-1 0,1 0 0,0 0 0,1-1 0,-6-21 0,2 1 0,2 0 0,1 0 0,-1-39 0,5 42 0,2 0 0,0 0 0,2 1 0,12-55 0,-10 65 0,1 0 0,1 0 0,0 1 0,1 0 0,1 0 0,1 1 0,0 0 0,19-22 0,3 4 0,2 2 0,1 2 0,1 1 0,1 2 0,2 1 0,66-32 0,-104 57 0,1 0 0,-1 1 0,1-1 0,-1 1 0,1 0 0,0-1 0,-1 1 0,1 0 0,0 0 0,-1 0 0,1 0 0,-1 0 0,1 1 0,0-1 0,-1 0 0,1 1 0,0-1 0,-1 1 0,1 0 0,-1-1 0,1 1 0,-1 0 0,0 0 0,1 0 0,-1 0 0,0 0 0,0 0 0,1 0 0,-1 1 0,0-1 0,0 0 0,0 1 0,-1-1 0,2 3 0,5 7 0,-1 1 0,0 0 0,6 20 0,-6-15 0,10 29 0,-1 0 0,12 73 0,3 101 0,5 24 0,-30-224 0,28 128 0,-26-122 0,2 0 0,1 0 0,17 33 0,-23-52 0,1 0 0,-1 0 0,1 0 0,1-1 0,-1 0 0,1 0 0,0-1 0,0 1 0,0-1 0,1-1 0,0 1 0,0-1 0,0 0 0,0-1 0,1 0 0,-1 0 0,1 0 0,0-1 0,0 0 0,0-1 0,0 0 0,0 0 0,0 0 0,1-1 0,-1-1 0,0 1 0,0-1 0,0-1 0,0 1 0,8-4 0,2-1 0,0-1 0,0 0 0,-1-1 0,-1-1 0,1-1 0,-2-1 0,1 0 0,-1-1 0,-1 0 0,26-29 0,-21 17 0,0-1 0,-1 0 0,-2-2 0,-1 0 0,24-58 0,-27 55 0,41-120 0,-48 131 0,0-1 0,-2 0 0,0 0 0,-1-1 0,-2-35 0,0 53 0,0 0 0,-1 0 0,0 0 0,0 0 0,0 0 0,0 0 0,0 0 0,0 0 0,-1 0 0,1 0 0,-1 1 0,0-1 0,0 1 0,0-1 0,0 1 0,0 0 0,-1 0 0,-3-3 0,5 4 0,-1 0 0,1 0 0,-1 1 0,0-1 0,0 0 0,1 1 0,-1-1 0,0 1 0,0 0 0,1 0 0,-1-1 0,0 1 0,0 0 0,0 0 0,1 1 0,-1-1 0,0 0 0,0 1 0,1-1 0,-1 1 0,0-1 0,1 1 0,-1 0 0,0 0 0,1 0 0,-1 0 0,1 0 0,-1 0 0,1 0 0,0 0 0,0 1 0,-1-1 0,1 0 0,-1 3 0,-3 2 0,1 0 0,0 1 0,0-1 0,1 1 0,0 0 0,0 0 0,1 0 0,-2 8 0,-9 63 0,11-66 0,0 15 0,0 0 0,2 0 0,1-1 0,2 1 0,0-1 0,1 1 0,15 46 0,-13-56 0,0 0 0,1 0 0,0-1 0,2 0 0,-1 0 0,2-1 0,0 0 0,1-1 0,1 0 0,0-1 0,1 0 0,22 17 0,-29-25 0,0-1 0,1 0 0,0 0 0,0-1 0,0 0 0,1 0 0,-1-1 0,0 0 0,1 0 0,9 1 0,-12-3 0,0 0 0,0 0 0,0-1 0,0 1 0,0-1 0,0 0 0,0 0 0,0-1 0,-1 1 0,1-1 0,0 0 0,-1 0 0,1-1 0,-1 1 0,0-1 0,6-5 0,4-5 0,0-1 0,0-1 0,-2 0 0,0-1 0,18-32 0,-11 12 0,27-69 0,-36 74-1365,-4 7-5461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3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588 0 24575,'-43'3'0,"1"1"0,0 2 0,1 2 0,-59 18 0,54-15 0,-21 6 0,61-15 0,0 0 0,1 1 0,-1-1 0,1 1 0,0 1 0,-1-1 0,2 1 0,-10 8 0,-37 34 0,38-36 0,1 1 0,1-1 0,-1 2 0,2-1 0,-14 21 0,21-27 0,1 1 0,-1 0 0,1 0 0,1 0 0,-1 0 0,1 0 0,0 1 0,0-1 0,1 10 0,4 58 0,-3-71 0,-2 0 0,1 0 0,1 0 0,-1 0 0,0 0 0,1 0 0,0 0 0,0 0 0,-1 0 0,2 0 0,-1 0 0,0-1 0,1 1 0,-1 0 0,1-1 0,0 1 0,-1-1 0,1 0 0,1 1 0,-1-1 0,0 0 0,0 0 0,1 0 0,-1-1 0,1 1 0,0-1 0,-1 1 0,1-1 0,0 0 0,0 0 0,0 0 0,0 0 0,0-1 0,0 1 0,5 0 0,13 3 0,40 14 0,3 1 0,-2-8 0,90 4 0,-140-14 0,118 15 0,-84-12 0,0 1 0,0 3 0,0 2 0,56 20 0,-50-17 0,0-3 0,0-1 0,85 1 0,-87-6 0,-33-3 0,10 1 0,0 0 0,54-6 0,-73 3 0,-1 0 0,1-1 0,-1 1 0,0-2 0,0 1 0,0-1 0,0 0 0,0-1 0,0 1 0,-1-1 0,0-1 0,0 1 0,0-1 0,0 0 0,7-9 0,-10 10 0,-1 0 0,0 0 0,1 0 0,-2 0 0,1 0 0,0 0 0,-1-1 0,0 1 0,0 0 0,0-1 0,0-8 0,0-6 0,-4-29 0,1 17 0,2 14 0,-1 0 0,-1-1 0,-1 1 0,0 0 0,-8-22 0,7 29 0,0 0 0,-1 1 0,0-1 0,0 1 0,-1 0 0,0 1 0,-1 0 0,0 0 0,0 0 0,-10-7 0,-1 1 0,0 1 0,-1 0 0,0 2 0,-1 0 0,-1 2 0,0 0 0,0 1 0,0 1 0,-1 1 0,-27-4 0,23 6 0,-13-4 0,-1 2 0,-57 0 0,-208 7 0,296 0-235,-1 0 1,0 0-1,1 1 0,-10 3 0,17-4 44,-10 2-6635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6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24575,'3'3'0,"-1"1"0,0-1 0,0 0 0,0 1 0,0-1 0,-1 1 0,0-1 0,2 7 0,4 9 0,3 5 0,51 101 0,-61-124 0,0-1 0,1 1 0,-1 0 0,1 0 0,0 0 0,-1-1 0,1 1 0,-1 0 0,1-1 0,0 1 0,-1 0 0,1-1 0,0 1 0,0-1 0,0 1 0,-1-1 0,1 0 0,0 1 0,0-1 0,0 0 0,0 1 0,0-1 0,0 0 0,1 0 0,0 0 0,0-1 0,0 1 0,-1-1 0,1 1 0,0-1 0,-1 0 0,1 1 0,-1-1 0,1 0 0,-1 0 0,1 0 0,1-2 0,6-6 0,-1-1 0,0 1 0,9-14 0,-10 12 0,37-49 0,91-115 0,-124 162 0,-2 4 0,-1 0 0,0 0 0,0-1 0,-1 0 0,-1 0 0,1-1 0,6-17 0,-6 13 0,-6 15 0,-1 0 0,0 0 0,0 0 0,0 0 0,1 0 0,-1 0 0,0-1 0,0 1 0,0 0 0,1 0 0,-1 0 0,0 0 0,0 0 0,0 0 0,1 0 0,-1 0 0,0 0 0,0 0 0,1 0 0,-1 0 0,0 0 0,0 0 0,0 0 0,1 0 0,-1 0 0,0 1 0,0-1 0,0 0 0,1 0 0,-1 0 0,0 0 0,0 0 0,0 0 0,1 1 0,-1-1 0,17 31 0,-17-31 0,281 565 0,-87-168 0,-190-387 0,0-2 0,-1 0 0,0 0 0,0 1 0,-1-1 0,2 12 0,-4-18 0,0-1 0,0 1 0,0 0 0,0 0 0,0-1 0,-1 1 0,1 0 0,0 0 0,-1-1 0,0 1 0,1 0 0,-1-1 0,0 1 0,0-1 0,0 1 0,0-1 0,0 1 0,0-1 0,0 0 0,0 1 0,0-1 0,-1 0 0,1 0 0,-1 0 0,1 0 0,-1 0 0,1 0 0,-1 0 0,1-1 0,-4 2 0,-11 2 0,0-1 0,0 0 0,-1-1 0,1-1 0,0-1 0,-25-2 0,13 1 0,14 1 0,-20-1 0,-33-4 0,58 4 0,0-1 0,0 0 0,0 0 0,0-1 0,1 0 0,-1-1 0,1 0 0,-15-9 0,21 11-114,-1 0 1,1 0-1,0 0 0,-1 0 0,1-1 1,0 1-1,0-1 0,1 1 0,-1-1 1,0 0-1,-1-4 0,-1-9-6712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7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81 123 24575,'0'-1'0,"-1"1"0,1-1 0,0 0 0,-1 0 0,1 1 0,0-1 0,-1 1 0,1-1 0,-1 0 0,1 1 0,-1-1 0,1 1 0,-1-1 0,1 1 0,-1-1 0,0 1 0,1-1 0,-1 1 0,0 0 0,1 0 0,-1-1 0,0 1 0,1 0 0,-1 0 0,-1-1 0,-24-5 0,16 4 0,7 2 0,-19-7 0,18 1 0,12-2 0,39-10-262,1 2-1,1 2 1,74-12-1,-112 24-52,12-2-6511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7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24575,'6'0'0,"8"0"0,5 0 0,10 0 0,13 0 0,9 0 0,16-3 0,2-4 0,-4-1 0,-13-2 0,-15 1-8191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8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0 235 24575,'21'49'0,"-2"0"0,13 53 0,-22-69 0,10 53 0,-14-57 0,1 0 0,18 46 0,-25-76 0,0 1 0,0 0 0,0-1 0,0 1 0,0 0 0,0-1 0,0 1 0,0 0 0,1-1 0,-1 1 0,0 0 0,0-1 0,0 1 0,1 0 0,-1 0 0,0-1 0,0 1 0,1 0 0,-1 0 0,0-1 0,1 1 0,-1 0 0,0 0 0,1 0 0,-1 0 0,0-1 0,1 1 0,-1 0 0,0 0 0,1 0 0,-1 0 0,1 0 0,-1 0 0,0 0 0,1 0 0,-1 0 0,0 0 0,1 0 0,-1 0 0,0 0 0,1 1 0,-1-1 0,0 0 0,1 0 0,-1 0 0,0 0 0,1 1 0,-1-1 0,0 0 0,1 0 0,-1 1 0,0-1 0,0 0 0,1 0 0,-1 1 0,0-1 0,0 0 0,0 1 0,1-1 0,-1 0 0,0 1 0,0-1 0,0 0 0,0 1 0,0-1 0,0 0 0,0 1 0,0-1 0,0 1 0,11-31 0,-11 28 0,35-157 0,8-29 0,-42 185 0,-1 1 0,1 0 0,0 0 0,0 0 0,0 0 0,0 0 0,0 0 0,1 0 0,1-3 0,-2 5 0,-1 0 0,0-1 0,1 1 0,-1 0 0,1-1 0,-1 1 0,1 0 0,-1 0 0,1-1 0,-1 1 0,1 0 0,-1 0 0,1 0 0,-1 0 0,1 0 0,-1 0 0,1 0 0,-1 0 0,1 0 0,0 0 0,-1 0 0,1 0 0,-1 0 0,1 0 0,0 0 0,2 2 0,-1 0 0,1 0 0,-1 0 0,0 0 0,1 1 0,-1-1 0,0 1 0,-1-1 0,1 1 0,0 0 0,-1-1 0,2 5 0,42 85 0,-17-33 0,3-1 0,48 70 0,-67-111 0,1-1 0,0 0 0,1-1 0,1-1 0,0-1 0,1 0 0,1 0 0,0-2 0,0 0 0,1-1 0,33 13 0,-28-16 0,1 0 0,0-2 0,0 0 0,0-2 0,1 0 0,-1-2 0,1-1 0,0-1 0,-1-1 0,1-1 0,-1-1 0,0-1 0,0-1 0,-1-1 0,1-2 0,-2 0 0,1-1 0,-1-1 0,-1-1 0,25-18 0,-38 23 0,0 1 0,-1-1 0,1-1 0,-1 1 0,-1-1 0,1 0 0,-1-1 0,-1 1 0,1-1 0,-2-1 0,1 1 0,5-18 0,-7 15 0,0-1 0,-2 1 0,1-1 0,-1 1 0,-1-1 0,0 1 0,-1-1 0,-1 1 0,1 0 0,-6-16 0,-1-1 0,-2 0 0,-1 1 0,-2 0 0,0 1 0,-2 0 0,-1 1 0,-22-27 0,9 16 0,-2 2 0,-2 1 0,-71-58 0,80 75-1365,7 7-5461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8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0 24575,'-6'12'0,"1"1"0,1 0 0,-4 15 0,-4 16 0,-18 30 0,-2 0 0,-4-2 0,-61 91 0,22-54 0,-111 123 0,167-209 0,13-15 0,-1 1 0,0-1 0,-1 0 0,0-1 0,-15 12 0,22-19 0,0 1 0,-1-1 0,1 1 0,0-1 0,0 1 0,0-1 0,0 0 0,-1 1 0,1-1 0,0 0 0,0 0 0,0 0 0,-1 0 0,1 0 0,0 0 0,0-1 0,-1 1 0,1 0 0,0 0 0,0-1 0,0 1 0,0-1 0,0 1 0,0-1 0,-1 0 0,1 1 0,0-1 0,1 0 0,-3-1 0,-2-3 0,1 0 0,0 0 0,0 0 0,-4-8 0,8 12 0,-23-40-455,1-2 0,-14-46 0,14 31-6371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9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24575,'6'0'0,"20"3"0,27 7 0,31 14 0,31 11 0,17 10 0,2-1 0,-8 2 0,-19-4 0,-24-10 0,-24-6 0,-19-6 0,-10-2 0,-4-5 0,-1-1 0,17-3 0,22-3 0,0-3-8191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9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4 216 24575,'-3'0'0,"5"0"0,20-3 0,30-10 0,28-11 0,9-6 0,1 0 0,-5 2 0,-9 6 0,-11 4 0,-7 4 0,-5 2 0,-11 0 0,-13 2-8191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49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24575,'3'6'0,"7"8"0,5 11 0,2 7 0,-1 13 0,0 7 0,0 11 0,-3 0 0,-4-4 0,0-13 0,5-14 0,5-27 0,24-41 0,4-16-8191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0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24575,'2'1'0,"0"0"0,0 0 0,0 1 0,0-1 0,0 0 0,0 1 0,-1-1 0,1 1 0,1 1 0,21 29 0,-2 0 0,33 64 0,-27-46 0,29 49 0,45 81 0,-93-168 0,-8-12 0,-1 0 0,0 0 0,0 0 0,0 0 0,0 0 0,1 0 0,-1 0 0,0 0 0,0 0 0,0 0 0,0 0 0,1 0 0,-1 0 0,0 0 0,0 0 0,0 0 0,0 0 0,1 0 0,-1 0 0,0 0 0,0 0 0,0 0 0,0-1 0,0 1 0,1 0 0,-1 0 0,0 0 0,0 0 0,0 0 0,0-1 0,0 1 0,0 0 0,0 0 0,0 0 0,0 0 0,0 0 0,1-1 0,-1 1 0,0 0 0,0 0 0,0-1 0,3-29 0,-3 23 0,1-20 0,1 0 0,2 0 0,0 0 0,2 0 0,1 1 0,1 0 0,2 0 0,0 1 0,1 0 0,2 1 0,1 0 0,31-41 0,-42 61 0,1 0 0,0 0 0,0 0 0,0 0 0,0 1 0,1-1 0,0 1 0,-1 0 0,1 1 0,0-1 0,1 1 0,6-3 0,-7 4 0,0 1 0,0-1 0,0 1 0,0 0 0,0 0 0,0 0 0,0 1 0,0 0 0,0 0 0,0 0 0,-1 0 0,1 1 0,0 0 0,5 3 0,13 8 0,0 0 0,-2 2 0,1 0 0,-2 1 0,30 31 0,-22-17 0,0 2 0,41 63 0,-67-92 0,0 0 0,0 0 0,0 1 0,-1-1 0,1 0 0,-1 1 0,0 0 0,0-1 0,0 1 0,0 0 0,-1 0 0,1-1 0,-1 1 0,0 0 0,0 0 0,-1 4 0,0-4 0,0 0 0,-1-1 0,0 1 0,1-1 0,-1 1 0,0-1 0,-1 0 0,1 0 0,0 0 0,-1 0 0,0 0 0,0-1 0,1 1 0,-2-1 0,-4 4 0,-1-1 0,-1 1 0,1-2 0,-1 1 0,0-1 0,0-1 0,0 1 0,0-2 0,0 0 0,-1 0 0,-13 1 0,15-3 0,1 0 0,0 0 0,0-1 0,-1 0 0,1-1 0,0 0 0,0 0 0,0 0 0,1-1 0,-1 0 0,0-1 0,1 0 0,-12-8 0,-9-9-1365,3 0-5461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7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24575,'3'0'0,"1"-3"0,3-1 0,0-3 0,2 0 0,2-2 0,3 1 0,-2 1-8191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7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0,7 4 0,6 4 0,4 3 0,3 2 0,2-2 0,-2 0 0,-8 1 0,-7-3-8191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1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24575,'9'-3'0,"12"-4"0,8 0 0,3 0 0,-2 1 0,-3 3 0,1 1 0,-2 1 0,-3 0 0,-1 2 0,-6-1-8191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1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24575,'3'0'0,"7"-3"0,10-1 0,6 0 0,1 1 0,-2 1 0,2 1 0,-1 0 0,-2 1 0,-2 0 0,-5 0-8191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2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 24575,'45'51'0,"-2"1"0,61 98 0,-50-69 0,-52-78 0,0 0 0,0 0 0,0 0 0,1 0 0,-1 0 0,1-1 0,0 1 0,-1-1 0,1 0 0,0 0 0,0 0 0,1 0 0,-1-1 0,0 1 0,1-1 0,-1 0 0,1 0 0,-1 0 0,1 0 0,-1 0 0,1-1 0,-1 0 0,1 0 0,0 0 0,-1 0 0,1 0 0,0-1 0,-1 1 0,1-1 0,-1 0 0,1 0 0,-1-1 0,0 1 0,1-1 0,-1 1 0,4-4 0,1 0 0,-1 0 0,0-1 0,0 0 0,0 0 0,-1-1 0,0 0 0,0 0 0,-1 0 0,0 0 0,0-1 0,0 0 0,-1 0 0,5-16 0,-3 6 0,0 0 0,-2-1 0,0 1 0,-1-1 0,0-31 0,-5-22 0,0 50 0,1 0 0,1 0 0,4-25 0,-4 47 0,0-1 0,0 1 0,0-1 0,0 1 0,0-1 0,0 1 0,0-1 0,0 1 0,0 0 0,1-1 0,-1 1 0,0-1 0,0 1 0,1-1 0,-1 1 0,0 0 0,0-1 0,1 1 0,-1 0 0,0-1 0,1 1 0,-1 0 0,1 0 0,-1-1 0,0 1 0,1 0 0,-1 0 0,1 0 0,-1-1 0,1 1 0,-1 0 0,1 0 0,-1 0 0,0 0 0,1 0 0,-1 0 0,1 0 0,-1 0 0,1 0 0,-1 0 0,1 0 0,-1 0 0,1 0 0,-1 1 0,1-1 0,-1 0 0,0 0 0,1 0 0,-1 1 0,1-1 0,-1 0 0,0 1 0,1-1 0,29 24 0,-29-23 0,92 92-55,100 129 1,-179-204 18,255 337-437,-205-256 346,92 187 0,-147-268 127,0 0 0,-2 1 0,0 0 0,-1 1 0,6 36 0,-12-53-2,1 1 1,-1-1 0,0 1-1,-1-1 1,1 0 0,-1 1-1,1-1 1,-1 0 0,0 1-1,0-1 1,0 0 0,-1 0-1,1 0 1,-1 0 0,0 0-1,0 0 1,0 0 0,0-1-1,0 1 1,0-1 0,-1 1-1,1-1 1,-1 0 0,0 0-1,0 0 1,-5 2 0,-5 2 25,0-1 1,-1 0 0,0-1-1,0 0 1,-15 1-1,21-4 10,-103 18 330,-184 8-1,220-28-1728,20-5-5461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3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765 1 24575,'790'0'0,"-1219"4"18,2 23-242,-152 59-805,486-65 1029,70-11 0,23-10 0,0 0 0,0 0 0,-1 0 0,1 0 0,0 0 0,0 1 0,0-1 0,0 0 0,-1 0 0,1 0 0,0 0 0,0 0 0,0 1 0,0-1 0,0 0 0,-1 0 0,1 0 0,0 0 0,0 1 0,0-1 0,0 0 0,0 0 0,0 0 0,0 1 0,0-1 0,0 0 0,0 0 0,0 1 0,0-1 0,0 0 0,0 0 0,0 0 0,0 1 0,0-1 0,0 0 0,0 0 0,0 0 0,0 1 0,0-1 0,1 0 0,-1 0 0,0 0 0,0 1 0,3 1 0,1-1 0,-1 1 0,1-1 0,-1 0 0,1 0 0,-1 0 0,1-1 0,6 1 0,96 8-31,195-9 0,-257-1-21,589-41-767,-550 31-5204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4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0 24575,'-28'1'0,"-31"6"0,-20 1 0,76-9 0,1 1 0,0 0 0,0 1 0,0-1 0,0 0 0,0 1 0,0-1 0,0 1 0,0-1 0,0 1 0,0 0 0,0 0 0,0 0 0,-3 2 0,3 0 0,0-1 0,0 1 0,0 0 0,0-1 0,0 1 0,1 0 0,-1 0 0,-1 6 0,-11 31 0,1 1 0,2 0 0,2 0 0,-4 57 0,12-95 0,1 1 0,-1-1 0,1 0 0,0 1 0,1-1 0,-1 0 0,0 0 0,1 1 0,0-1 0,0 0 0,0 0 0,0 0 0,0 0 0,1 0 0,2 5 0,-2-6 0,0 0 0,0-1 0,0 1 0,0-1 0,0 1 0,1-1 0,-1 0 0,1 0 0,-1 0 0,1 0 0,-1 0 0,1-1 0,-1 1 0,1-1 0,-1 1 0,1-1 0,0 0 0,-1 0 0,6-1 0,84-11 0,-70 8 0,0 1 0,0 0 0,0 2 0,36 2 0,-55-1 0,0 1 0,0-1 0,0 1 0,0 0 0,0 0 0,0 0 0,0 0 0,0 0 0,0 1 0,0-1 0,0 1 0,-1 0 0,1-1 0,-1 1 0,1 1 0,-1-1 0,0 0 0,0 1 0,0-1 0,0 1 0,0-1 0,-1 1 0,1 0 0,-1 0 0,0 0 0,2 3 0,-2-1 0,-1-1 0,1 0 0,-1 1 0,0-1 0,0 1 0,0-1 0,0 1 0,-1-1 0,0 1 0,0-1 0,0 0 0,0 1 0,-1-1 0,1 0 0,-1 0 0,0 0 0,-1 0 0,-2 4 0,-3 2 0,-1 0 0,0-1 0,0 0 0,-1-1 0,0 0 0,-1 0 0,-15 8 0,9-6 0,0-2 0,0 0 0,-1-1 0,-27 7 0,28-11-341,1 0 0,0-1-1,-24-1 1,19-1-6485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5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0 24575,'-9'7'0,"1"0"0,0 0 0,0 1 0,1 0 0,0 0 0,0 1 0,1-1 0,0 1 0,1 1 0,-7 14 0,-1 7 0,-17 64 0,23-69 0,1 0 0,2 0 0,0 0 0,2 1 0,0-1 0,2 1 0,4 27 0,-3-43 0,1 0 0,0-1 0,1 0 0,0 1 0,0-1 0,1 0 0,0 0 0,1-1 0,0 1 0,1-1 0,0 0 0,0-1 0,1 1 0,0-1 0,1-1 0,0 1 0,0-1 0,0-1 0,1 1 0,13 7 0,-2-5 15,0-1 0,1-1 0,-1 0 0,1-2 0,1 0 0,-1-1 0,25 1 0,10-3-758,88-6 1,-121 2-6084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5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66 24575,'-5'0'0,"0"0"0,0 1 0,0 0 0,1-1 0,-1 1 0,0 1 0,0-1 0,1 1 0,-1 0 0,1 0 0,-1 0 0,1 1 0,0-1 0,-6 6 0,5-3 0,0 0 0,0 0 0,0 1 0,1-1 0,0 1 0,0 0 0,1 1 0,-1-1 0,-1 8 0,-1 3 0,1 1 0,0 0 0,2 0 0,0 0 0,1 0 0,0 35 0,2-46 0,1 0 0,-1 1 0,1-1 0,0 0 0,1 0 0,0 0 0,0-1 0,0 1 0,5 8 0,-4-10 0,0-1 0,0 0 0,0 0 0,0-1 0,1 1 0,-1-1 0,1 0 0,0 0 0,0 0 0,0 0 0,1-1 0,-1 1 0,1-1 0,4 2 0,9 2 0,1-1 0,0 0 0,0-1 0,0-1 0,0-1 0,0 0 0,1-2 0,-1 0 0,0-1 0,1-1 0,-1-1 0,0-1 0,0 0 0,21-9 0,-26 8 0,1-1 0,-1 0 0,-1-1 0,1 0 0,-1-1 0,-1-1 0,1 0 0,-1-1 0,-1 0 0,0-1 0,0 0 0,-1 0 0,-1-1 0,0-1 0,-1 1 0,0-2 0,0 1 0,6-20 0,-11 27 0,-1-1 0,-1 0 0,1 0 0,-1 0 0,0 0 0,0 0 0,-1 0 0,0 0 0,-1 0 0,1-1 0,-1 1 0,-1 0 0,1 0 0,-1 1 0,0-1 0,-1 0 0,0 1 0,0-1 0,0 1 0,-1 0 0,1 0 0,-2 0 0,1 0 0,-1 1 0,1 0 0,-1 0 0,-1 0 0,1 1 0,-1-1 0,0 1 0,0 0 0,0 1 0,0 0 0,-11-4 0,-9 0 0,0 0 0,-1 2 0,1 1 0,-1 2 0,0 0 0,0 2 0,0 1 0,0 1 0,-51 10 0,69-10-124,0 0 0,0 0 0,0 1 0,1 0 0,-1 1 0,1 0-1,0 0 1,0 1 0,0 0 0,-8 7 0,1 4-6702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6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24575,'22'0'0,"1"1"0,-1 1 0,1 1 0,-1 0 0,0 2 0,0 1 0,0 1 0,-1 1 0,0 0 0,27 16 0,-10-2 0,0 2 0,-2 1 0,-1 2 0,-1 1 0,38 42 0,-57-54 0,-1 0 0,-1 1 0,-1 1 0,0 0 0,-1 0 0,-1 1 0,-1 0 0,0 1 0,-2 0 0,0 1 0,-1-1 0,5 43 0,-10-53 0,-1-1 0,-1 1 0,0-1 0,0 1 0,-1-1 0,0 0 0,0 0 0,-1 1 0,0-2 0,-1 1 0,0 0 0,-1-1 0,1 0 0,-2 0 0,1 0 0,-10 11 0,-7 3 0,0-1 0,-1 0 0,-44 29 0,16-14 0,-2-2 0,-97 45 0,105-64-1365,15-13-5461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24575,'6'0'0,"11"6"0,14 2 0,12 0 0,7-2 0,4-2 0,4-4 0,3-3 0,-2-3 0,-3-1 0,-10-2 0,-8 0 0,-9 2 0,-8 2-8191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7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24575,'3'6'0,"4"11"0,7 15 0,1 10 0,0 8 0,-1 4 0,-4 5 0,-3 1 0,-3-3 0,-2-6 0,1-5 0,4-5 0,3-3 0,6-5 0,7-8 0,-2-9-8191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7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24575,'14'26'0,"2"-1"0,24 30 0,2 3 0,15 30 0,55 112 0,-108-191-170,0 1-1,-1 0 0,0 0 1,-1 0-1,0 0 0,0 0 1,0 16-1,-2-4-6655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18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81 24575,'76'1'0,"83"-3"0,-35-13 0,-21 2 0,35 6 0,-773 8 0,872 0 0,142 0 0,-5-21 0,-260 6-1365,-27 0-5461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9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24575,'45'63'0,"-2"2"0,55 114 0,-39-69 0,-33-59 0,-15-28 0,0-1 0,2-1 0,0 0 0,26 31 0,-37-50 0,0 0 0,0 0 0,0-1 0,0 1 0,1 0 0,-1-1 0,0 0 0,1 1 0,-1-1 0,1 0 0,-1 0 0,1 0 0,0-1 0,-1 1 0,1-1 0,0 1 0,-1-1 0,5 0 0,-5 0 0,0-1 0,0 1 0,0-1 0,0 0 0,0 1 0,0-1 0,-1 0 0,1 0 0,0 0 0,0 0 0,-1 0 0,1 0 0,-1-1 0,1 1 0,-1-1 0,0 1 0,1-1 0,-1 1 0,0-1 0,0 0 0,0 1 0,0-1 0,0 0 0,0 0 0,0-2 0,3-11 0,0 1 0,-1-1 0,-1 0 0,1-20 0,-3-65 0,-1 78 0,-3-27 0,-19-94 0,5 43 0,17 86 0,6 10 0,-3 6 0,1-1 0,-1 1 0,1-1 0,-1 1 0,0 0 0,0 0 0,0 0 0,3 3 0,184 206-4,-105-112-134,5 4-18,356 435-466,-429-517 622,-1 1 0,21 40 0,-35-60 12,-1 0-1,1 0 1,0 0 0,-1 0-1,1 0 1,-1 0 0,1 0-1,-1 0 1,0 0 0,0 0 0,0 0-1,0 0 1,0 0 0,-1 0-1,1 0 1,-1 0 0,1 0-1,-1 0 1,0 0 0,0 0-1,0 0 1,0 0 0,0 0-1,0 0 1,0-1 0,0 1 0,-1-1-1,1 1 1,-1-1 0,1 1-1,-1-1 1,0 0 0,-2 2-1,-6 3 81,-1 0-1,0-1 1,0 0 0,-19 5-1,25-8-85,-104 29 172,92-28-475,0 0 0,0-1 1,-1 0-1,-26-2 0,13-5-6529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09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0 197 24575,'3'-3'0,"7"-4"0,8-4 0,1-3 0,3-2 0,10-1 0,5-4 0,3-1 0,0-1 0,-1 5 0,0 2 0,-1 0 0,-8 4-8191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10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24575,'0'3'0,"6"-2"0,8-7 0,5-6 0,4 0 0,3-2 0,-2 2 0,0 0 0,-3 2 0,-1 2 0,-4 3-8191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10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24575,'0'5'0,"3"12"0,4 9 0,4 6 0,3 0 0,-1 1 0,0 0 0,1 2 0,-1 9 0,-1 6 0,-2 4 0,0-2 0,2 0 0,-2-3 0,1-4 0,-1-10-8191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11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4 592 24575,'0'0'0,"0"-1"0,-1 1 0,1 0 0,0 0 0,0 0 0,-1-1 0,1 1 0,0 0 0,0-1 0,0 1 0,0 0 0,0 0 0,-1-1 0,1 1 0,0 0 0,0-1 0,0 1 0,0 0 0,0 0 0,0-1 0,0 1 0,0 0 0,0-1 0,0 1 0,0 0 0,0-1 0,0 1 0,0 0 0,0 0 0,1-1 0,-1 1 0,0 0 0,0-1 0,0 1 0,0 0 0,0 0 0,1-1 0,-1 1 0,0 0 0,0 0 0,0 0 0,1-1 0,-1 1 0,10-16 0,8-5 0,2 0 0,0 1 0,1 1 0,1 1 0,27-18 0,-13 10 0,152-110 0,239-131 0,-477 313 0,-410 288 0,437-319 0,6-5 0,1 0 0,0 1 0,0 1 0,1 0 0,1 1 0,-14 17 0,27-30 0,0 1 0,1 0 0,-1-1 0,1 1 0,-1 0 0,1 0 0,-1-1 0,1 1 0,0 0 0,-1 0 0,1-1 0,0 1 0,0 0 0,-1 0 0,1 0 0,0 0 0,0 1 0,0-2 0,1 1 0,-1-1 0,0 0 0,1 0 0,-1 1 0,0-1 0,1 0 0,-1 0 0,0 0 0,1 1 0,-1-1 0,0 0 0,1 0 0,-1 0 0,0 0 0,1 0 0,-1 0 0,1 0 0,-1 0 0,0 0 0,1 0 0,-1 0 0,1 0 0,-1 0 0,0 0 0,1 0 0,39-13 0,-40 13 0,259-123 120,-8-23-1605,-177 99-5341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13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24575,'3'4'0,"0"-1"0,-1 1 0,0 0 0,1 0 0,-1 0 0,-1 0 0,1 0 0,-1 0 0,2 6 0,6 41 0,-9-49 0,5 69 0,-5-42 0,0-24 0,0-8 0,0-228 0,-1 229 0,1 0 0,0 1 0,0-1 0,0 0 0,0 1 0,0-1 0,0 0 0,1 1 0,-1-1 0,1 1 0,-1-1 0,1 0 0,-1 1 0,1-1 0,0 1 0,0-1 0,1-1 0,0 2 0,0 1 0,-1-1 0,1 1 0,0 0 0,-1 0 0,1 0 0,0 0 0,-1 0 0,1 0 0,0 0 0,-1 0 0,1 1 0,0-1 0,-1 0 0,1 1 0,-1 0 0,1-1 0,-1 1 0,2 1 0,104 48 0,4 2 0,-24-20 0,2-4 0,1-4 0,1-4 0,139 13 0,-180-28-1365,-16-1-5461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24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191 735 24575,'-19'1'0,"0"1"0,0 1 0,0 0 0,-20 7 0,33-9 0,4 0 0,0 0 0,0-1 0,-1 1 0,1-1 0,0 0 0,0 0 0,0 0 0,0 0 0,-1 0 0,1 0 0,0-1 0,0 1 0,0-1 0,0 1 0,0-1 0,0 0 0,0 0 0,0 0 0,0 0 0,0 0 0,0 0 0,1-1 0,-1 1 0,0-1 0,1 1 0,-1-1 0,1 1 0,-1-1 0,1 0 0,0 0 0,-2-3 0,2 1 0,-1 0 0,1 1 0,0-1 0,0 0 0,0 0 0,1 0 0,-1 0 0,1 0 0,0 0 0,0 0 0,1 0 0,-1 0 0,1 0 0,-1 0 0,1 0 0,3-7 0,3-1 0,-1 0 0,2 0 0,-1 1 0,2 0 0,-1 1 0,2-1 0,-1 2 0,18-15 0,97-63 0,-107 76 0,399-221 0,-324 184 0,-50 23 0,-42 26 0,-18 10 0,-86 58 0,-219 142 0,318-208 0,0-1 0,0 1 0,0 0 0,1 1 0,-1-1 0,1 1 0,0 0 0,0 0 0,0 0 0,1 1 0,-1-1 0,1 1 0,-5 10 0,8-15 0,0 0 0,0 1 0,0-1 0,-1 1 0,1-1 0,0 0 0,0 1 0,0-1 0,0 1 0,0-1 0,0 0 0,0 1 0,0-1 0,0 1 0,0-1 0,0 0 0,0 1 0,1-1 0,-1 0 0,0 1 0,0-1 0,0 1 0,0-1 0,1 0 0,-1 1 0,0-1 0,0 0 0,1 0 0,-1 1 0,0-1 0,1 1 0,13-1 0,19-11 0,162-86 0,-54 25 0,-30 19 0,-94 45 0,-29 19 0,-35 23 0,-77 42 0,-61 19 0,-11 7 0,178-91 0,17-9 0,13-7 0,414-258 0,-224 135 0,-123 79 0,108-69 0,-156 95 0,-31 23 0,0 0 0,1-1 0,-1 1 0,0 0 0,1 0 0,-1 0 0,0-1 0,0 1 0,1 0 0,-1 0 0,0 0 0,0-1 0,0 1 0,1 0 0,-1-1 0,0 1 0,0 0 0,0-1 0,0 1 0,1 0 0,-1-1 0,0 1 0,0 0 0,0-1 0,0 1 0,0 0 0,0-1 0,0 1 0,0 0 0,0-1 0,0 1 0,0-1 0,-12 1 0,-19 8 0,-14 15 0,1 2 0,1 2 0,-44 37 0,-6 2 0,-310 159 0,209-125 0,169-84 0,25-16 0,0 0 0,0-1 0,0 1 0,1 0 0,-1 0 0,0 0 0,0 0 0,1 0 0,-1 0 0,0 0 0,0 0 0,0 0 0,1 0 0,-1 0 0,0 0 0,0 0 0,0 0 0,1 0 0,-1 0 0,0 0 0,0 1 0,0-1 0,1 0 0,-1 0 0,0 0 0,0 0 0,0 0 0,0 0 0,1 0 0,-1 1 0,0-1 0,0 0 0,0 0 0,0 0 0,0 0 0,1 1 0,-1-1 0,0 0 0,0 0 0,0 0 0,0 1 0,0-1 0,0 0 0,0 0 0,0 1 0,0-1 0,0 0 0,0 0 0,0 0 0,0 1 0,0-1 0,0 0 0,0 0 0,0 0 0,0 1 0,0-1 0,0 0 0,0 0 0,-1 0 0,1 1 0,0-1 0,0 0 0,0 0 0,0 0 0,0 0 0,-1 1 0,1-1 0,0 0 0,0 0 0,21 0 0,16-6 0,-1-2 0,0-2 0,48-18 0,102-53 0,-178 77 0,-3 2 0,0 0 0,-1 0 0,1-1 0,-1 1 0,0-1 0,0 0 0,4-4 0,-6 5 0,-1 1 0,0-1 0,0 1 0,-1-1 0,1 1 0,0-1 0,-1 0 0,1 0 0,0 1 0,-1-1 0,0 0 0,1 0 0,-1 0 0,0 1 0,0-1 0,0 0 0,0 0 0,-1 0 0,1 1 0,0-1 0,-1 0 0,1 0 0,-1 1 0,-1-4 0,-24-51-1365,-11-7-5461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36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24575,'942'0'-1365,"-928"0"-5461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39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24575,'9'0'0,"9"0"0,11 0 0,11 0 0,10 0 0,6 0 0,13 0 0,22-3 0,12-1 0,2 0 0,-5-2 0,-15 0 0,-14 1 0,-17 1 0,-15 2 0,-10 0 0,-11 2-8191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25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24575,'18'0'0,"12"0"0,25 0 0,15 0 0,-1 0 0,-7 0 0,-14 0-8191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1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72 103 24575,'-3'8'0,"-1"1"0,2 0 0,-1 0 0,1 0 0,1 1 0,-2 12 0,0 9 0,-14 60 0,-17 121 0,38-242 0,2 0 0,0 0 0,2 1 0,2 0 0,0 1 0,2 0 0,1 0 0,32-49 0,-44 76 0,2-4 0,1 0 0,0 0 0,0 0 0,9-7 0,-13 12 0,1-1 0,0 0 0,0 1 0,0-1 0,0 0 0,1 1 0,-1-1 0,0 1 0,0 0 0,0-1 0,0 1 0,0 0 0,1 0 0,-1-1 0,0 1 0,0 0 0,0 0 0,1 0 0,-1 1 0,0-1 0,0 0 0,0 0 0,0 1 0,1-1 0,-1 0 0,0 1 0,0-1 0,0 1 0,0 0 0,0-1 0,1 2 0,8 8 0,0 0 0,-1 1 0,0 0 0,0 0 0,9 19 0,16 20 0,-27-42 0,0 1 0,1-1 0,0 0 0,0-1 0,1 0 0,0 0 0,0-1 0,10 6 0,-14-10 0,0 0 0,0 0 0,0 0 0,0-1 0,0 1 0,0-1 0,0-1 0,0 1 0,0-1 0,0 0 0,0 0 0,1 0 0,-1-1 0,0 1 0,0-1 0,0-1 0,0 1 0,0-1 0,6-2 0,-6 1-5,1 0 0,-1 0-1,0 0 1,0 0-1,-1-1 1,1 0 0,-1 0-1,1 0 1,-1-1 0,-1 1-1,1-1 1,-1 0 0,1 0-1,2-8 1,-2 5 27,-1-1 0,-1 1 1,1-1-1,-1 0 0,-1 0 0,0 0 1,0 0-1,-1-16 0,-3 2-234,0 1 0,-1-1 0,-1 1-1,-1 0 1,-1 0 0,-16-34 0,11 32-6614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2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24575,'-3'0'0,"2"0"0,8 0 0,7 0 0,12 0 0,12 0 0,13 0 0,0 0 0,3 0 0,-1 0 0,-10 0-8191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2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24575,'0'3'0,"6"1"0,8 0 0,11-1 0,9-1 0,6-6 0,2-7 0,-1-3 0,-3 0 0,-9 3-8191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3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 0 24575,'-50'21'0,"-19"2"0,-1-3 0,-133 20 0,198-39 0,0-1 0,0 1 0,0 0 0,0 1 0,0-1 0,1 1 0,-1 0 0,-5 3 0,7-3 0,2-1 0,-1 1 0,0 0 0,0 0 0,1 0 0,-1 0 0,1 0 0,-1 0 0,1 0 0,0 0 0,0 1 0,0-1 0,0 0 0,0 1 0,0-1 0,1 1 0,-1-1 0,1 3 0,-2 20 0,1 0 0,1 0 0,1 0 0,5 25 0,-6-48 0,0 0 0,1 0 0,-1 0 0,0 0 0,1 0 0,-1 0 0,1 0 0,0-1 0,0 1 0,0 0 0,0 0 0,0-1 0,0 1 0,0 0 0,1-1 0,-1 1 0,0-1 0,1 0 0,-1 1 0,1-1 0,0 0 0,-1 0 0,1 0 0,0 0 0,0 0 0,-1 0 0,1-1 0,0 1 0,0-1 0,0 1 0,0-1 0,0 0 0,0 1 0,0-1 0,0 0 0,0 0 0,0-1 0,0 1 0,0 0 0,3-1 0,9-3 0,0 0 0,0 0 0,-1-1 0,21-11 0,-19 9 0,-3 1 0,11-4 0,-1 0 0,1 1 0,0 2 0,28-6 0,-45 11 0,1 1 0,-1 1 0,0 0 0,0-1 0,0 2 0,0-1 0,1 1 0,-1 0 0,0 0 0,0 1 0,0-1 0,0 1 0,-1 1 0,1-1 0,-1 1 0,1 0 0,-1 0 0,0 1 0,0-1 0,0 1 0,7 8 0,-6-5 0,0 1 0,0 0 0,-1 0 0,0 0 0,-1 1 0,5 11 0,-7-15 0,0 0 0,-1-1 0,1 1 0,-1 0 0,0 0 0,-1 0 0,1 0 0,-1 0 0,0 0 0,0-1 0,0 1 0,-1 0 0,0 0 0,-1 5 0,0-7 0,1-1 0,-1 1 0,1 0 0,-1-1 0,0 1 0,0-1 0,0 0 0,0 0 0,0 0 0,-1 0 0,1 0 0,-1 0 0,-4 2 0,-40 16 0,33-14 0,-432 127 0,408-122-1365,10-3-5461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4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24575,'1'4'0,"-1"-1"0,1 1 0,0-1 0,0 1 0,0-1 0,0 1 0,3 4 0,4 12 0,36 133 0,64 209 0,-97-334 0,-11-28 0,0 0 0,0 0 0,0 0 0,0 0 0,1 0 0,-1 0 0,0-1 0,0 1 0,0 0 0,0 0 0,0 0 0,0 0 0,0 0 0,0 0 0,0 0 0,1 0 0,-1 0 0,0 0 0,0 0 0,0-1 0,0 1 0,0 0 0,0 0 0,0 0 0,1 0 0,-1 0 0,0 0 0,0 0 0,0 0 0,0 0 0,0 0 0,0 0 0,1 0 0,-1 0 0,0 0 0,0 0 0,0 0 0,0 1 0,0-1 0,0 0 0,1 0 0,-1 0 0,0 0 0,0 0 0,0 0 0,0 0 0,0 0 0,0 0 0,0 0 0,0 1 0,1-1 0,-1-16 0,-1-17 0,0 20 0,0 0 0,1 0 0,0-1 0,1 1 0,1 0 0,0 0 0,0 0 0,1 1 0,6-15 0,-3 16 0,0-1 0,1 2 0,1-1 0,-1 1 0,1 0 0,1 1 0,0-1 0,0 2 0,1-1 0,0 2 0,1-1 0,0 1 0,0 1 0,0 0 0,1 0 0,-1 1 0,1 1 0,1 0 0,-1 1 0,1 0 0,-1 1 0,1 0 0,0 1 0,-1 0 0,20 2 0,-26-1 0,-1 1 0,1 0 0,0 0 0,-1 0 0,1 0 0,-1 1 0,1 0 0,-1 0 0,0 1 0,0-1 0,0 1 0,0 0 0,-1 1 0,1-1 0,-1 1 0,1 0 0,-1 0 0,-1 0 0,1 0 0,-1 1 0,1 0 0,-1 0 0,0 0 0,-1 0 0,1 0 0,-1 0 0,0 0 0,-1 1 0,1-1 0,-1 1 0,0 0 0,0-1 0,-1 1 0,0 0 0,0 0 0,0-1 0,0 1 0,-1 0 0,0-1 0,-1 1 0,1-1 0,-1 1 0,0-1 0,-3 8 0,-2 0 0,-1 0 0,0-1 0,0 1 0,-2-2 0,1 1 0,-1-1 0,-1-1 0,0 1 0,-22 14 0,12-10 0,-1-2 0,0 0 0,-1-2 0,0-1 0,-26 9 0,45-18 0,-1 1 0,0-1 0,0 0 0,0 0 0,0-1 0,0 1 0,0-1 0,0 0 0,0 0 0,-1-1 0,-7-1 0,10 0 0,0 1 0,-1 0 0,1-1 0,0 1 0,0-1 0,0 0 0,0 0 0,1-1 0,-1 1 0,0 0 0,1-1 0,0 0 0,-1 1 0,1-1 0,0 0 0,0 0 0,-1-4 0,-1-1-227,0-1-1,1 0 1,0 0-1,1 0 1,-2-14-1,0-9-6598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4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 24575,'0'-3'0,"6"-1"0,8-3 0,19-3 0,14-3 0,-2 1-8191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24575,'3'0'0,"10"-3"0,6-4 0,3-4 0,0 0 0,-1-1 0,0-1 0,-4 1-8191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2:55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24575,'0'-3'0,"3"-4"0,1-4 0,3-3 0,0-2 0,-1-1 0,2 5 0,-1 19 0,-2 18 0,-1 20 0,1 14 0,0 6 0,0 4 0,-2-4 0,-2-4 0,1-9 0,-2-20 0,0-15-8191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57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2190 318 24575,'-4'-1'0,"0"0"0,0 0 0,0 0 0,0-1 0,1 1 0,-1-1 0,0 0 0,1 0 0,-1 0 0,1 0 0,-4-3 0,-18-11 0,14 12 0,1 0 0,-1 1 0,0 1 0,0 0 0,0 0 0,-12 0 0,-71 3 0,44 1 0,-685-1 0,715-1 0,0 2 0,0 1 0,0 0 0,1 1 0,-1 1 0,-24 10 0,-108 57 0,35-15 0,8-14 0,-32 14 0,114-44 0,1 1 0,0 1 0,-24 19 0,39-25 0,1 0 0,0 1 0,0 0 0,1 1 0,1 0 0,0 1 0,0 0 0,-8 17 0,-3 15 0,-16 51 0,15-38 0,-114 360 0,121-349 0,-6 130 0,18-172 0,-5 57 0,5 0 0,12 120 0,-7-171 0,2 0 0,0-1 0,3 0 0,0 0 0,2-1 0,1 0 0,2 0 0,1-2 0,26 39 0,3-12 0,2-2 0,3-2 0,74 61 0,-67-68 0,1-2 0,2-2 0,110 55 0,-73-51 0,188 59 0,-176-73 5,1-6-1,217 20 1,-167-36-88,236-19 1,38-30-714,137-9 836,-365 42-40,1 10 0,222 30 0,-391-27 253,1-2 0,53-2 0,-78-2-239,1-1-1,0 0 1,-1-1-1,0 0 1,1-1-1,-1-1 1,-1 0-1,1-1 0,-1 0 1,13-8-1,-4-2-13,-1 0 0,0-2 0,-1 0 0,-1-1 0,0 0 0,-2-2 0,22-35 0,-9 8 0,-3-2 0,31-80 0,-42 87 0,-1 0 0,-3 0 0,-1-1 0,-3-1 0,-1 1 0,0-89 0,-8 96 0,-1 0 0,-2 0 0,-1 1 0,-2-1 0,-1 2 0,-2-1 0,-2 1 0,-32-63 0,-308-502 0,311 539 0,-1 1 0,-4 3 0,-2 1 0,-2 3 0,-73-60 0,80 83 0,0 1 0,-55-25 0,2 1 0,-206-146 0,3 2 0,235 160 0,-2 2 0,-124-46 0,148 69 0,-2 3 0,1 1 0,-1 2 0,-49 0 0,20 1 0,65 4 0,0 0 0,-1 1 0,1 0 0,0 0 0,0 1 0,0 0 0,0 1 0,0 0 0,0 0 0,0 1 0,1 0 0,-12 7 0,-13 9 0,1 3 0,1 0 0,1 2 0,-30 31 0,33-25-1365,19-20-5461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58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7 24575,'-10'-5'0,"7"3"0,0 16 0,-1 51 0,0-13 0,-15 81 0,-62 158 0,-5 25 0,78-275 0,4-18 0,-1 0 0,-13 38 0,16-60-1365,1-8-5461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3:59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0 24575,'-1'10'0,"-1"0"0,0 0 0,-1 0 0,0 0 0,0-1 0,-10 18 0,1 0 0,6-11 0,-10 24 0,-20 77 0,36-116 0,0 0 0,0 0 0,0-1 0,0 1 0,0 0 0,0 0 0,0 0 0,0 0 0,0 0 0,0 0 0,0 0 0,0 0 0,1 0 0,-1 0 0,0-1 0,1 1 0,-1 0 0,1 0 0,-1 0 0,1-1 0,-1 1 0,1 0 0,0 0 0,-1-1 0,1 1 0,0-1 0,0 1 0,-1 0 0,1-1 0,0 0 0,1 1 0,32 8 0,-30-8 0,47 5 0,0-1 0,1-3 0,-1-2 0,54-8 0,201-45 0,-288 48 0,-1 2 0,0-1 0,0-1 0,28-12 0,-43 16-136,0 0-1,0-1 1,0 1-1,0-1 1,0 1-1,0-1 1,0 1-1,-1-1 0,3-3 1,2-12-6690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0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24575,'0'9'0,"0"9"0,0 10 0,6 10 0,2 4 0,2 7 0,0-2 0,-1-3 0,-4-6 0,-1-6 0,-2-6 0,-1-4 0,-1-3 0,-1-5-8191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0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599 1 24575,'-3'0'0,"-4"0"0,-7 6 0,-4 11 0,-11 17 0,-12 37 0,-18 26 0,-10 12 0,0 3 0,0 0 0,3-4 0,9-14 0,15-18 0,11-21 0,12-17 0,14-15 0,23-12 0,9-7-8191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1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 24575,'-1'0'0,"-1"1"0,1 0 0,-1 0 0,0 0 0,1 0 0,-1 0 0,1 0 0,0 0 0,-1 0 0,1 1 0,0-1 0,0 0 0,0 1 0,-1 1 0,-1 1 0,-12 15 0,0 1 0,1 1 0,-11 24 0,19-34 0,1 0 0,1 0 0,0 0 0,0 1 0,1-1 0,1 1 0,0 0 0,-1 19 0,4-24 0,0-1 0,0 1 0,0-1 0,1 1 0,0-1 0,1 1 0,-1-1 0,1 0 0,1 0 0,-1 0 0,7 8 0,6 7 0,29 29 0,-34-38 0,2 2 0,1-1 0,24 17 0,-30-24 0,-1-1 0,1-1 0,0 0 0,0 0 0,1 0 0,-1-1 0,15 3 0,-20-5 0,1-1 0,0 0 0,0 0 0,-1-1 0,1 1 0,0-1 0,-1 0 0,1 0 0,-1 0 0,1-1 0,-1 1 0,0-1 0,1 1 0,-1-1 0,0 0 0,0-1 0,0 1 0,0 0 0,-1-1 0,1 0 0,-1 1 0,3-5 0,8-8 0,-2-2 0,18-32 0,-20 34 0,0 0 0,0-1 0,0 0 0,-1 0 0,12-34 0,-18 46 0,-1 1 0,0-1 0,-1 0 0,1 0 0,-1 0 0,1 0 0,-1 0 0,0 0 0,-1 0 0,1 0 0,-1 1 0,0-1 0,1 0 0,-2 0 0,1 0 0,0 1 0,-1-1 0,0 1 0,0-1 0,0 1 0,0 0 0,0-1 0,-1 1 0,-2-3 0,-8-6 0,0 0 0,-1 1 0,0 0 0,-1 1 0,0 1 0,-1 0 0,-30-11 0,15 15-1365,13 4-5461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1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24575,'0'-3'0,"3"-1"0,4 0 0,4 1 0,3 1 0,-1 4 0,-3 4 0,4 5 0,1 2 0,2 1 0,1 2 0,0 3 0,0 0 0,-2 0 0,-2 1 0,-3-2 0,-3-2-8191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3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3 24575,'-38'-1'0,"20"0"0,1 1 0,-32 3 0,47-2 0,1-1 0,-1 1 0,1-1 0,-1 1 0,1 0 0,0-1 0,-1 1 0,1 0 0,0 0 0,0 0 0,0 0 0,0 0 0,-1 0 0,1 0 0,1 0 0,-1 1 0,0-1 0,0 0 0,0 1 0,0 2 0,-10 32 0,10-29 0,-7 39 0,2-1 0,1 1 0,3 0 0,4 48 0,-2-93 0,0 1 0,0 0 0,0 0 0,0 0 0,1 0 0,-1-1 0,1 1 0,-1 0 0,1 0 0,-1-1 0,1 1 0,0 0 0,0-1 0,0 1 0,0-1 0,0 1 0,0-1 0,1 1 0,1 1 0,-1-2 0,-1-1 0,1 1 0,-1-1 0,1 1 0,-1-1 0,1 1 0,-1-1 0,1 0 0,0 0 0,-1 0 0,1 0 0,-1 0 0,1 0 0,-1 0 0,1-1 0,0 1 0,2-2 0,5-2 0,0 0 0,0 0 0,0-1 0,-1-1 0,14-10 0,9-11 0,-13 11 0,38-25 0,-55 40 0,0 0 0,1 0 0,-1 0 0,0 1 0,1-1 0,-1 0 0,1 0 0,-1 1 0,1-1 0,-1 1 0,1-1 0,-1 1 0,1 0 0,-1 0 0,1 0 0,0 0 0,-1 0 0,1 0 0,-1 0 0,1 0 0,0 0 0,-1 1 0,1-1 0,-1 1 0,1-1 0,-1 1 0,1 0 0,-1-1 0,0 1 0,1 0 0,-1 0 0,0 0 0,1 0 0,-1 0 0,0 0 0,0 1 0,0-1 0,0 0 0,0 0 0,0 1 0,-1-1 0,1 1 0,0-1 0,-1 1 0,1-1 0,-1 1 0,1 1 0,2 8 0,-1 0 0,0 0 0,0 0 0,-1-1 0,-1 19 0,-1-22 0,0 0 0,0 0 0,-1 0 0,1 0 0,-2 0 0,1-1 0,-1 1 0,0-1 0,0 1 0,-1-1 0,0 0 0,0-1 0,0 1 0,-1-1 0,0 1 0,-8 6 0,-10 7 0,0-1 0,-43 24 0,45-28 0,13-9 0,-36 23 0,-1-3 0,-54 24 0,72-41-1365,8-6-5461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24575,'0'3'0,"0"4"0,0 4 0,0 3 0,0 2 0,3-2 0,4-3 0,1-6 0,-1-7 0,-2-7 0,-4-1 0,-6 1 0,-2 2-8191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6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24575,'-1'6'0,"0"-1"0,0 0 0,-1 0 0,1 0 0,-1 0 0,0 0 0,0 0 0,-6 8 0,-1 4 0,-168 334 0,175-347 0,0-1 0,0 0 0,1 1 0,-1-1 0,1 0 0,0 1 0,0-1 0,0 1 0,0 4 0,1-7 0,0 0 0,0 0 0,0 0 0,1 0 0,-1 0 0,0 0 0,1 0 0,-1 0 0,0 0 0,1 1 0,-1-2 0,1 1 0,0 0 0,-1 0 0,1 0 0,0 0 0,-1 0 0,1 0 0,0-1 0,0 1 0,0 0 0,0-1 0,0 1 0,0 0 0,0-1 0,0 1 0,0-1 0,0 0 0,2 1 0,10 3 0,1-1 0,-1-1 0,1 0 0,0 0 0,21-2 0,73-8 0,-55 2 0,1-2 0,-1-3 0,-1-2 0,0-2 0,96-43 0,-136 52-117,-1 1-195,-1 0 0,1 0 0,12-2 0,-11 4-6514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07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24575,'0'15'0,"0"14"0,0 14 0,0 9 0,0 10 0,0 13 0,0 6 0,0 0 0,0-6 0,0-14 0,3-11 0,1-8 0,0-6 0,-1-5 0,2-5 0,1-4 0,-2-3 0,-1-4-8191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4:10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20 339 24575,'-1'0'0,"0"-1"0,0 1 0,1 0 0,-1-1 0,0 1 0,1-1 0,-1 1 0,0-1 0,1 1 0,-1-1 0,1 0 0,-1 1 0,1-1 0,-1 0 0,1 1 0,-1-1 0,1 0 0,0 0 0,-1 1 0,1-1 0,0 0 0,0 0 0,-1 1 0,1-1 0,0 0 0,0-1 0,-3-28 0,3 25 0,-3-48 0,4-66 0,-1 115 0,1 0 0,-1-1 0,1 1 0,0 0 0,0 0 0,1 0 0,-1 0 0,1 0 0,0 0 0,0 0 0,0 1 0,0-1 0,1 1 0,0-1 0,-1 1 0,4-3 0,0 2 0,-1 0 0,1 0 0,0 0 0,0 1 0,0 0 0,0 0 0,0 1 0,1-1 0,7 0 0,12-2 0,0 1 0,0 2 0,0 1 0,28 2 0,-51-1 0,5 0 0,-1 0 0,0 1 0,0 0 0,0 0 0,0 0 0,0 1 0,7 3 0,-10-3 0,0 0 0,-1 1 0,1-1 0,0 1 0,-1 0 0,1 0 0,-1 0 0,0 0 0,0 1 0,0 0 0,-1-1 0,3 6 0,6 10 0,-1 0 0,-1 2 0,0-1 0,-2 1 0,-1 0 0,0 1 0,-2-1 0,0 1 0,1 43 0,-5-25 0,-1-1 0,-3 1 0,-1 0 0,-17 61 0,-3 24 0,25-124 0,0-1 0,0 1 0,0-1 0,0 1 0,0 0 0,0-1 0,0 1 0,0-1 0,0 1 0,0-1 0,0 1 0,0-1 0,0 1 0,0-1 0,0 1 0,1-1 0,-1 1 0,0-1 0,0 1 0,1-1 0,-1 1 0,0-1 0,1 1 0,-1-1 0,0 0 0,1 1 0,-1-1 0,1 1 0,0-1 0,0 1 0,0-1 0,1 1 0,-1-1 0,0 0 0,0 0 0,0 0 0,1 0 0,-1 0 0,0 0 0,0 0 0,2 0 0,39-12 0,-36 10 0,21-9 0,-14 6 0,-1 0 0,1 1 0,15-3 0,-24 6 0,0 1 0,0-1 0,0 1 0,-1 0 0,1 0 0,0 1 0,0-1 0,0 1 0,-1 0 0,1 0 0,0 0 0,-1 0 0,1 0 0,-1 1 0,7 3 0,2 4 0,-1 1 0,1 0 0,-2 0 0,14 17 0,37 55 0,-40-53 0,64 97 0,-5 3 0,-6 3 0,-5 4 0,54 157 0,-109-256 0,119 371 0,-130-396 0,3 14 0,6 47 0,-11-67 0,-1 0 0,0 0 0,0 0 0,0 0 0,-1 0 0,0 0 0,0-1 0,0 1 0,-1 0 0,0 0 0,0-1 0,0 1 0,-1-1 0,-3 6 0,5-10-40,1 0 0,-1 0 0,0 0 0,0 0-1,0 0 1,0 0 0,1 0 0,-1 0 0,0 0 0,-1 0 0,1-1-1,0 1 1,0 0 0,0-1 0,0 1 0,0-1 0,-1 1-1,1-1 1,0 0 0,-1 1 0,1-1 0,0 0 0,0 0 0,-1 0-1,1 0 1,0 0 0,-1 0 0,1 0 0,0-1 0,-1 1-1,1 0 1,0-1 0,-2 0 0,-6-6-6786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15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24575,'154'7'0,"1023"4"-2693,-530-10 1781,-638-1 890,201 9-60,-183-3 212,-27-6-125,1 0-1,-1 0 1,0 1 0,0-1 0,0 0 0,0 0 0,0 0 0,0 0 0,0 0 0,0 0-1,0 0 1,0 1 0,1-1 0,-1 0 0,0 0 0,0 0 0,0 0 0,0 0 0,0 0-1,0 1 1,0-1 0,0 0 0,0 0 0,0 0 0,0 0 0,0 0 0,0 1 0,0-1-1,0 0 1,0 0 0,0 0 0,0 0 0,-1 0 0,1 1 0,0-1 0,0 0-1,0 0 1,0 0 0,0 0 0,0 0 0,0 0 0,0 0 0,0 1 0,-1-1 0,1 0-1,0 0 1,0 0 0,0 0 0,0 0 0,0 0 0,0 0 0,-1 0 0,1 0 0,0 0-1,0 0 1,0 0 0,0 0 0,0 0 0,-1 0 0,1 0 0,0 0 0,0 0 0,0 0-1,0 0 1,0 0 0,-1 0 0,1 0 0,-10 2 229,0 0 0,0 0 0,-11-1 0,-316 8 917,75-4-721,238-4-430,-985 26-39,967-27 39,27-1 0,0 1 0,0 0 0,-27 5 0,37-2 0,15 3 0,32 7 0,1-1 0,55 7 0,-72-14 0,647 73-1423,8-55 1437,-505-22 578,-157-2-317,-16 0-550,-7 0-826,-13 0-4403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30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718 1325 24575,'0'1'0,"-1"-1"0,0 1 0,1-1 0,-1 1 0,0-1 0,1 1 0,-1 0 0,1-1 0,-1 1 0,1 0 0,-1 0 0,1-1 0,-1 1 0,1 0 0,0 0 0,-1 0 0,1-1 0,0 1 0,0 0 0,0 0 0,-1 0 0,1 0 0,0 0 0,0 0 0,0-1 0,1 1 0,-1 0 0,0 0 0,0 0 0,0 0 0,1 0 0,-1-1 0,0 1 0,1 0 0,-1 0 0,1-1 0,-1 1 0,1 0 0,-1 0 0,1-1 0,-1 1 0,1 0 0,0-1 0,-1 1 0,1-1 0,0 1 0,-1-1 0,3 1 0,3 3 0,1-1 0,-1-1 0,1 1 0,12 2 0,-17-5 0,50 12 0,0-3 0,80 4 0,111-9 0,-123-4 0,201 11 0,539 88 0,-423-32 0,-331-57 0,1-4 0,120-8 0,-174-3 0,80-16 0,-108 15 0,-1-1 0,0 0 0,-1-2 0,0-1 0,31-18 0,-42 20 0,0-2 0,-1 1 0,0-2 0,0 1 0,-1-1 0,-1-1 0,11-15 0,23-29 0,-28 39 0,-1 0 0,0-1 0,-2 0 0,0-1 0,-1-1 0,8-20 0,-14 28 0,-1 0 0,0 0 0,-1-1 0,0 0 0,-1 1 0,0-1 0,-1 0 0,-1 0 0,0 0 0,-1 0 0,-4-23 0,-5-4 0,-2 1 0,-2 0 0,-20-39 0,-65-111 0,81 156 0,-172-284 0,177 298 0,-2 1 0,0 1 0,-1 1 0,-1 0 0,-1 1 0,0 1 0,0 1 0,-1 0 0,-1 1 0,0 1 0,-1 1 0,-29-9 0,-11-1 0,-1 3 0,-1 2 0,-73-7 0,-327-12 0,-8 34 0,198 2 0,-27 14 0,242-8 0,-1 3 0,2 2 0,-62 22 0,103-29 0,-1 1 0,1 1 0,1 0 0,-1 1 0,1 1 0,1 1 0,0 0 0,1 0 0,0 1 0,0 1 0,1 0 0,-10 16 0,8-12 0,-2 0 0,0-2 0,0 1 0,-2-2 0,1-1 0,-2 0 0,0-1 0,-36 17 0,-14 0 0,-93 27 0,122-44 0,1 4 0,0 2 0,1 1 0,1 1 0,-51 40 0,53-37 0,-116 87 0,125-88 0,1 1 0,1 1 0,-31 40 0,49-53 0,0 0 0,0 1 0,1 0 0,0 0 0,1 0 0,1 1 0,0-1 0,1 1 0,-2 23 0,-3 13 0,2-19 0,1 0 0,1 0 0,2 1 0,1-1 0,1 1 0,2-1 0,1 0 0,11 42 0,-10-56 0,0 0 0,1 0 0,1 0 0,0-1 0,1 1 0,1-2 0,0 1 0,1-1 0,1-1 0,0 0 0,1 0 0,0-1 0,1-1 0,0 0 0,0-1 0,22 12 0,-22-15-227,0-2-1,1 0 1,-1 0-1,1-1 1,27 3-1,-29-5-6598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35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293 882 24575,'18'0'0,"0"2"0,0 1 0,33 8 0,0 0 0,51 6 6,150 4 0,101-18-144,-348-3 132,689-16-708,-4-50 739,-592 50-27,-1-5 0,131-45 0,-129 24 495,-87 36-437,-1-1 0,1 0-1,-1-1 1,0 0 0,17-17-1,-27 23-55,1 0 0,0 0 0,-1 0 0,0 0 0,1 0 0,-1 0 0,0-1 0,0 1 0,0 0 0,0-1 0,-1 1 0,1 0 0,-1-1 0,1 1 0,-1-1 0,0 1 0,0-1 0,0 1 0,0-1 0,0 1 0,-1-1 0,1 1 0,-1-1 0,-1-2 0,-2-5 0,0 1 0,-1 0 0,0 0 0,-11-14 0,9 14 0,-21-28 0,-1 1 0,-39-36 0,-75-59 0,97 93 0,-1 2 0,-2 2 0,-1 2 0,-58-27 0,82 48 0,-1 1 0,0 1 0,-1 2 0,0 0 0,0 2 0,0 1 0,-1 2 0,0 0 0,-35 4 0,-27 6 0,-138 31 0,-150 59-586,5 26 313,328-108 331,-23 6 9,-108 20 0,-41-11 657,8-1-781,173-23 57,0 2 0,0 1 0,-56 24 0,38-11 0,34-15 0,0 0 0,0 2 0,1 0 0,-33 23 0,47-28 0,1-1 0,0 1 0,0-1 0,0 2 0,0-1 0,-7 12 0,11-15 0,-1 1 0,1 0 0,0 0 0,0 0 0,0 0 0,0-1 0,1 1 0,-1 0 0,1 1 0,0-1 0,0 0 0,0 0 0,0 0 0,1 0 0,-1 0 0,1 0 0,-1 0 0,3 4 0,1 2 0,0 0 0,1-1 0,0 1 0,1-1 0,-1 0 0,2-1 0,-1 1 0,1-1 0,0 0 0,1-1 0,-1 0 0,1 0 0,0-1 0,18 9 0,-2-2 0,1-1 0,0-2 0,1-1 0,34 8 0,-8-7 53,95 5 1,51-13-1144,-177-1 708,28-1-6444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21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250 161 24575,'-9'0'0,"-5"0"0,-1 0 0,-24 4 0,33-2 0,1-1 0,-1 1 0,1 0 0,-1 1 0,1-1 0,0 1 0,0 0 0,0 0 0,-8 7 0,-6 6 0,6-6 0,1 0 0,0 1 0,-15 18 0,24-24 0,-1 0 0,1 0 0,0 1 0,1-1 0,-1 0 0,1 1 0,0 0 0,0-1 0,1 1 0,0 0 0,0 0 0,0 0 0,1 7 0,2 290 0,0-280 0,1 0 0,1 0 0,2 0 0,0-1 0,1 0 0,19 43 0,-7-28 0,2-1 0,1-1 0,27 33 0,-41-60 0,-1 0 0,1 0 0,0-1 0,1 0 0,0-1 0,0 0 0,0 0 0,1-1 0,0 0 0,0 0 0,0-1 0,21 5 0,8-1 0,1-1 0,49 1 0,-29-2 0,247 37 0,153 13 0,366-48 0,-476-10 0,-281 2 0,520 10 0,-553-7 0,22 0 0,90-4 0,-131-1 0,1 0 0,-1-1 0,0-1 0,0 0 0,0-1 0,-1-1 0,1-1 0,-1 0 0,23-15 0,-31 15 0,1 0 0,-2 0 0,1-1 0,-1 0 0,0 0 0,0 0 0,-1-1 0,8-16 0,-5 8 0,0-1 0,-2 0 0,10-34 0,-15 43 0,0-1 0,0 1 0,-1-1 0,0 0 0,-1 1 0,0-1 0,0 0 0,-1 1 0,0-1 0,-1 0 0,0 1 0,-1 0 0,0-1 0,0 1 0,-1 0 0,0 1 0,-1-1 0,1 1 0,-2-1 0,-7-9 0,-67-93 0,-71-90 0,131 178 0,-2 1 0,-1 2 0,0 0 0,-2 1 0,0 1 0,-1 2 0,0 0 0,-39-15 0,-25-5 0,-119-31 0,201 65 0,-104-26 0,-120-13 0,157 30 0,-283-31 0,113 16 0,-493-36 0,577 63 0,-162 21 0,107-9 0,-32 3 0,235-13-170,1 0-1,-1 0 0,0 1 1,1 1-1,0 0 0,0 1 1,-16 10-1,19-11-6655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24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24575,'24'2'0,"0"1"0,0 1 0,-1 1 0,1 1 0,33 14 0,-2-2 0,-33-11 0,370 99 0,-357-99 0,-31-5 0,-9 0 0,-17-2 0,-636 47 0,830-45 0,102-4 0,-266 2 0,24-2 0,-30 2 0,-1-1 0,1 1 0,-1 0 0,1-1 0,-1 1 0,1-1 0,-1 1 0,1-1 0,-1 1 0,0-1 0,1 0 0,-1 0 0,0 0 0,0 0 0,2-1 0,-3 1 0,0 1 0,0-1 0,0 1 0,1-1 0,-1 1 0,0-1 0,0 1 0,0-1 0,0 1 0,0-1 0,0 1 0,0-1 0,0 1 0,0-1 0,0 1 0,-1-1 0,1 1 0,0-1 0,0 1 0,0-1 0,-1 1 0,1-1 0,0 1 0,0-1 0,-1 1 0,1 0 0,0-1 0,-1 1 0,1-1 0,-1 1 0,0-1 0,-5-5 0,0 1 0,-1-1 0,0 1 0,0 1 0,-1-1 0,-8-3 0,-53-20 0,47 20 0,-83-31 0,104 39 0,-1-1 0,1 1 0,0-1 0,0 1 0,0-1 0,-1 1 0,1-1 0,0 0 0,0 1 0,0-1 0,0 0 0,0 0 0,0 0 0,1 0 0,-3-1 0,4 1 0,-1 1 0,0-1 0,0 1 0,1 0 0,-1-1 0,0 1 0,1 0 0,-1-1 0,0 1 0,1 0 0,-1-1 0,1 1 0,-1 0 0,0 0 0,1-1 0,-1 1 0,1 0 0,-1 0 0,1 0 0,-1 0 0,1 0 0,-1 0 0,0 0 0,1 0 0,-1 0 0,2 0 0,47-2 0,-44 2 0,125-4-1365,-97 1-5461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40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724 0 24575,'-32'0'0,"-113"4"0,120-2 0,0 1 0,0 2 0,-42 13 0,-7 10 0,41-14 0,-53 14 0,74-25 0,1 0 0,0 1 0,0 0 0,0 1 0,1 0 0,-16 10 0,20-11 0,1 0 0,0 0 0,1 1 0,-1-1 0,1 1 0,0 0 0,0 0 0,0 1 0,1-1 0,-1 1 0,2 0 0,-1 0 0,-2 8 0,-15 51 0,-18 106 0,36-163 0,1 0 0,0 0 0,1 1 0,0-1 0,0 0 0,1 1 0,0-1 0,1 0 0,0 0 0,0 0 0,0 0 0,1 0 0,0-1 0,1 1 0,0-1 0,0 0 0,0 0 0,1 0 0,0 0 0,0-1 0,1 0 0,0 0 0,0-1 0,11 8 0,-4-3 0,2 0 0,-1-2 0,1 0 0,0 0 0,1-1 0,0-1 0,23 5 0,118 18 0,-151-28 0,108 10 0,189-8 0,-188-4 0,-109 0 0,1 1 0,-1 0 0,0-1 0,0 0 0,0-1 0,0 1 0,0-1 0,-1 0 0,1-1 0,0 0 0,-1 1 0,0-2 0,9-6 0,-1-1 0,-1-1 0,0 0 0,16-25 0,-19 25 0,-2-1 0,0 0 0,0 0 0,-1 0 0,-1-1 0,0 0 0,-1 0 0,-1 0 0,0-1 0,-1 1 0,0-1 0,-1 0 0,-1 1 0,0-1 0,-1 0 0,-3-14 0,1 14 0,0 0 0,-1 0 0,-1 0 0,0 1 0,-1 0 0,0 0 0,-13-20 0,10 23 0,0 1 0,-1 0 0,0 1 0,0-1 0,-1 2 0,0 0 0,0 0 0,-1 1 0,0 0 0,-15-5 0,-20-7 0,-67-17 0,94 30 0,-17-3-22,24 7-246,1-1-1,0-1 0,-1 0 1,-14-8-1,16 5-6557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4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0 24575,'-16'1'0,"0"1"0,1 1 0,-1 0 0,-16 6 0,10-3 0,-52 16 0,0 2 0,2 4 0,1 2 0,-90 54 0,150-77 0,1 0 0,0 0 0,0 1 0,1 0 0,0 1 0,0 0 0,1 0 0,0 1 0,1 0 0,0 1 0,0-1 0,1 1 0,1 1 0,0-1 0,0 1 0,1 0 0,1 0 0,0 0 0,-2 17 0,-1 4 0,3-1 0,0 1 0,2 0 0,2-1 0,7 56 0,-5-72 0,0 0 0,2 0 0,-1 0 0,2 0 0,0-1 0,1 0 0,1 0 0,0-1 0,1 0 0,0 0 0,1-1 0,1-1 0,13 14 0,-4-10 0,-1-1 0,2-1 0,0-1 0,0-1 0,1-1 0,1-1 0,0 0 0,0-2 0,27 6 0,23 2 0,125 11 0,-52-17 0,165-9 0,144-35 0,212-64 0,-641 94 0,-12 1 0,78-15 0,-81 15 0,0-1 0,0 0 0,0 0 0,0-1 0,16-11 0,-24 14 0,0 0 0,0-1 0,-1 1 0,0-1 0,1 1 0,-1-1 0,0 0 0,0 0 0,0 0 0,-1 0 0,1 0 0,-1 0 0,0-1 0,0 1 0,0 0 0,0-1 0,0 1 0,0-5 0,-1-6 0,0 0 0,0 0 0,-4-19 0,0 1 0,3 20 0,0 1 0,-1 0 0,0 0 0,-1 0 0,0 0 0,-1 0 0,-1 0 0,1 1 0,-2 0 0,1 0 0,-1 0 0,-1 1 0,0 0 0,0 0 0,-1 0 0,0 1 0,-9-7 0,-9-7 0,-1 2 0,-1 1 0,-1 1 0,0 1 0,-1 2 0,-47-18 0,-1 7 0,-120-26 0,-282-26 0,-5 28 0,339 36 0,104 12 0,-1 2 0,1 1 0,-62 10 0,95-9-273,-1-1 0,1-1 0,-1 0 0,-12-1 0,3-3-6553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49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 24575,'14'1'0,"0"0"0,-1 1 0,21 5 0,11 2 0,304 26-68,12-25-1330,-270-8 709,919-8 213,-3-82 604,-597-3 281,-360 78-401,1 1 445,100-9-1,52 11 683,-164 9-1089,275-1-46,-456 3 0,-14 0 0,-197 25 0,77 28 0,271-53 0,0 1 0,0-1 0,0 1 0,0 0 0,-6 3 0,11-4 0,0-1 0,-1 0 0,1 0 0,0 1 0,0-1 0,0 0 0,-1 0 0,1 1 0,0-1 0,0 0 0,0 0 0,0 1 0,-1-1 0,1 0 0,0 1 0,0-1 0,0 0 0,0 1 0,0-1 0,0 0 0,0 1 0,0-1 0,0 0 0,0 1 0,0-1 0,0 0 0,0 1 0,0-1 0,0 0 0,1 1 0,-1-1 0,0 0 0,0 0 0,0 1 0,0-1 0,1 0 0,-1 0 0,0 1 0,0-1 0,0 0 0,1 0 0,-1 1 0,0-1 0,0 0 0,1 0 0,-1 0 0,0 0 0,1 1 0,-1-1 0,0 0 0,1 0 0,-1 0 0,0 0 0,1 0 0,-1 0 0,0 0 0,1 0 0,-1 0 0,15 5 0,0-1 0,0 0 0,0-1 0,0-1 0,1-1 0,18 0 0,-3 1 0,762 12-1164,-602-15 1034,591-1 1209,-816-5-864,-309-15-215,-1 24 0,209 0 0,-150 23 0,273-24 0,0 2 0,-21 5 0,26-1 0,16-1 0,15 0 0,0-2 0,0 0 0,0-2 0,27 0 0,-19 0 0,899 7-571,-913-9 571,4 0 0,0-1 0,28-5 0,-48 3 0,-9 0 0,-16-2 0,-535-49 571,540 53-571,31 3 0,351 14 0,-264-16 0,-38 1 0,164-1 0,-179-3 0,-45 3 0,-1 0 0,0 0 0,1-1 0,-1 1 0,0 0 0,0-1 0,0 1 0,1-1 0,-1 1 0,0-1 0,0 1 0,2-3 0,-3 3 0,0-1 0,0 1 0,0 0 0,0-1 0,0 1 0,0-1 0,0 1 0,0-1 0,-1 1 0,1 0 0,0-1 0,0 1 0,0-1 0,-1 1 0,1 0 0,0-1 0,0 1 0,-1 0 0,1-1 0,0 1 0,-1 0 0,1-1 0,0 1 0,-1 0 0,1 0 0,-1 0 0,1-1 0,0 1 0,-1 0 0,1 0 0,-1 0 0,1 0 0,-1 0 0,1 0 0,-1-1 0,0 1 0,-22-7 0,0 0 0,-1 1 0,-37-4 0,17 3 0,-22-4-1365,43 9-5461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5:54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24575,'2'4'0,"9"2"0,8 2 0,-1-1 0,1-2 0,0 0 0,28 4 0,-2-1 0,141 23 0,92 0-1730,551-12 0,272-118 638,-981 81 994,-88 10 98,-30 5 0,-9 2 0,-60 0 0,-100 12 0,-87 14-82,-58 12-245,-1032 216-200,1164-198 891,175-53-354,0 0-1,0 0 0,0 1 0,0-1 1,0 1-1,1 0 0,-1 0 0,-3 4 0,8-6-8,-1-1-1,1 0 0,0 1 1,-1-1-1,1 1 0,0-1 1,0 1-1,-1-1 0,1 0 1,0 1-1,0-1 0,0 1 1,0-1-1,0 1 0,0-1 1,0 1-1,0-1 0,0 1 1,0-1-1,0 1 0,0-1 1,0 1-1,0-1 0,0 1 0,0-1 1,1 1-1,-1-1 0,0 0 1,0 1-1,1-1 0,-1 1 1,0-1-1,0 0 0,1 1 1,-1-1-1,0 0 0,1 1 1,-1-1-1,1 0 0,-1 1 1,0-1-1,1 0 0,-1 0 1,1 1-1,0-1 0,11 4-1,1 0 0,0-1 0,-1 0 0,1-1 0,23 1-1,218 0 2,122-29-233,625-107-1023,-11-54 1869,-636 105-890,-273 60-1630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0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0 687 24575,'12'0'0,"31"0"0,116 0 0,130 0 0,205-24-6359,111-20 6359,142-27-4773,73-24 4773,-7-15-1742,-88 2 1742,-149 20-2053,-155 19 2053,-145 21 531,-120 19 5674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4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24575,'17'-1'0,"0"0"0,19-5 0,-2 1 0,153-18 0,92-14 0,-254 32 0,-22 3 0,-4 1 0,-38 3 0,-463 56 0,493-55 0,14-1 0,23 2 0,-26-4 0,363 56-1365,-322-45-5461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5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456 0 24575,'0'3'0,"0"7"0,0 11 0,-3 8 0,-7 8 0,-11 9 0,-11 4 0,-14 7 0,-7 1 0,1-4 0,3-5 0,7-8 0,7-11 0,7-10 0,5-12 0,0-19 0,2-20 0,4-4-8191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5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24575,'9'6'0,"9"11"0,13 8 0,11 10 0,7 1 0,1 1 0,-2-3 0,-3-2 0,-3 1 0,-3-3 0,-5-1 0,-2 4 0,2 3 0,1 0 0,-4-5-8191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6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24575,'6'0'0,"11"3"0,23 4 0,30 4 0,20 0 0,10-2 0,6-3 0,3-1 0,-8-3 0,-18-1 0,-24-1-8191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6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24575,'1'14'0,"1"-1"0,1 1 0,1 0 0,0-1 0,0 1 0,2-1 0,8 17 0,-12-26 0,5 11 0,-2-2 0,1-1 0,1 0 0,-1 1 0,2-2 0,15 20 0,-22-30 0,0 0 0,0 0 0,0 0 0,0 0 0,1 0 0,-1 0 0,0 0 0,0-1 0,0 1 0,1 0 0,-1-1 0,0 1 0,0-1 0,1 1 0,-1-1 0,1 0 0,-1 0 0,0 0 0,1 0 0,-1 0 0,1 0 0,-1 0 0,0 0 0,1 0 0,-1 0 0,0-1 0,1 1 0,-1-1 0,0 1 0,1-1 0,-1 1 0,0-1 0,0 0 0,1 0 0,-1 1 0,0-1 0,0 0 0,1-2 0,4-4 0,0 0 0,0 0 0,-1 0 0,8-16 0,-6 11 0,3-5 0,-6 11 0,-1-1 0,1 1 0,0 0 0,1 0 0,0 0 0,6-6 0,-10 11 0,0 1 0,-1-1 0,1 1 0,0-1 0,-1 1 0,1 0 0,0-1 0,-1 1 0,1 0 0,0 0 0,0-1 0,0 1 0,-1 0 0,1 0 0,0 0 0,0 0 0,0 0 0,-1 0 0,1 0 0,0 0 0,0 0 0,0 0 0,-1 1 0,2-1 0,0 2 0,1-1 0,-1 0 0,0 1 0,0-1 0,-1 1 0,1 0 0,0 0 0,2 2 0,12 18 0,0 1 0,-2 0 0,0 1 0,16 43 0,33 111 0,-32-68 0,32 206 0,-61-305 0,-1-3 0,0-1 0,0 1 0,0 0 0,-1 0 0,0 0 0,-1 0 0,0-1 0,-2 12 0,3-18 0,-1 0 0,1 0 0,0 0 0,-1 0 0,1 0 0,-1-1 0,1 1 0,-1 0 0,1 0 0,-1-1 0,1 1 0,-1 0 0,0-1 0,1 1 0,-1 0 0,0-1 0,0 1 0,1-1 0,-1 1 0,0-1 0,0 0 0,0 1 0,0-1 0,0 0 0,0 0 0,1 1 0,-1-1 0,0 0 0,0 0 0,0 0 0,0 0 0,0 0 0,0 0 0,0 0 0,0-1 0,0 1 0,0 0 0,0 0 0,1-1 0,-1 1 0,-2-1 0,-3-3 0,1 1 0,-1-1 0,0 0 0,-7-7 0,12 11 0,-36-35 0,2-2 0,1 0 0,2-3 0,-29-45 0,47 62-682,-16-34-1,15 24-6143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7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24575,'0'29'0,"-1"97"0,25 202 0,-23-319 0,1 1 0,-1 1 0,1-1 0,1-1 0,6 17 0,-8-24 0,0 0 0,0 0 0,0 0 0,0 0 0,0-1 0,0 1 0,1 0 0,-1-1 0,1 1 0,-1 0 0,1-1 0,0 0 0,0 1 0,-1-1 0,1 0 0,0 0 0,0 0 0,0 0 0,0-1 0,0 1 0,1 0 0,-1-1 0,0 0 0,0 1 0,0-1 0,0 0 0,4 0 0,2-2-105,1 0 0,-1 0 0,0 0 0,0-1 0,-1-1 0,1 1 0,0-1 0,-1 0 0,0-1 0,0 0 0,-1 0 0,9-8 0,0 1-6721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8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0 593 24575,'8'-7'0,"-1"1"0,1 0 0,0 1 0,0-1 0,14-5 0,-3 0 0,327-155 10,13 17-91,-282 118 8,-30 12-110,394-144-177,-431 160 375,-4 1-11,1 0-1,0 0 1,0 1 0,0 0-1,9-1 1,-14 2-4,-1 0 0,1 0 0,-1 1 0,0-1 0,1 0 0,-1 0 0,0 1 0,0-1-1,1 1 1,-1-1 0,0 1 0,0 0 0,0 0 0,1-1 0,-1 1 0,0 0 0,0 0 0,0 0 0,0 0 0,-1 0 0,1 0 0,0 0 0,0 0 0,-1 0 0,1 1 0,0-1-1,-1 0 1,1 0 0,-1 1 0,0-1 0,1 0 0,-1 2 0,3 15-238,-1 0 1,-1 20-1,0-16-6588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8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21 24575,'0'-3'0,"-3"-1"0,-1-2 0,0-2-8191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29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1 445 24575,'274'281'0,"-271"-277"0,2 2 0,1 0 0,-1-1 0,12 9 0,-16-13 0,0-1 0,-1 1 0,1 0 0,0-1 0,0 1 0,-1-1 0,1 0 0,0 1 0,0-1 0,0 0 0,0 1 0,-1-1 0,1 0 0,0 0 0,0 0 0,0 1 0,0-1 0,0 0 0,0 0 0,0-1 0,-1 1 0,1 0 0,0 0 0,0 0 0,0-1 0,0 1 0,0 0 0,-1-1 0,1 1 0,0 0 0,0-1 0,0 1 0,-1-1 0,1 0 0,0 1 0,-1-1 0,1 1 0,-1-1 0,1 0 0,0 0 0,-1 1 0,1-3 0,2-5 0,0-1 0,-1 0 0,-1 0 0,1 0 0,-1 0 0,-1 0 0,0 0 0,-1-9 0,1 11 0,-8-176 0,-1-38 0,9 219 0,0 0 0,0-1 0,0 1 0,1 0 0,-1-1 0,1 1 0,-1 0 0,1-1 0,0 1 0,1-3 0,-2 5 0,0-1 0,1 1 0,-1 0 0,0-1 0,1 1 0,-1 0 0,0 0 0,0-1 0,1 1 0,-1 0 0,1 0 0,-1 0 0,0 0 0,1-1 0,-1 1 0,0 0 0,1 0 0,-1 0 0,1 0 0,-1 0 0,0 0 0,1 0 0,-1 0 0,1 0 0,-1 0 0,0 0 0,1 0 0,-1 0 0,0 1 0,1-1 0,-1 0 0,1 0 0,-1 0 0,1 1 0,3 2 0,1 1 0,-1 0 0,1 0 0,-2 1 0,1-1 0,5 8 0,101 150 0,6 7 0,-112-163 0,17 20 0,-21-26 0,1 1 0,0 0 0,-1 0 0,1-1 0,0 1 0,0 0 0,-1-1 0,1 1 0,0-1 0,0 1 0,0-1 0,0 1 0,0-1 0,0 0 0,-1 1 0,1-1 0,0 0 0,0 0 0,0 0 0,0 0 0,0 0 0,0 0 0,0 0 0,1 0 0,-1 0 0,0-1 0,-1 0 0,1 1 0,-1-1 0,1 1 0,0-1 0,-1 0 0,1 0 0,-1 1 0,0-1 0,1 0 0,-1 0 0,0 0 0,1 1 0,-1-1 0,0 0 0,0 0 0,0 0 0,0 0 0,0 0 0,0 1 0,0-1 0,0 0 0,0-1 0,-4-28 0,2 23 0,-17-80 0,11 56 0,1 0 0,1 0 0,0-34 0,5 64 0,1-1 0,0 1 0,0 0 0,0-1 0,1 1 0,-1 0 0,0-1 0,0 1 0,1-1 0,-1 1 0,1 0 0,-1 0 0,1-1 0,0 1 0,-1 0 0,1 0 0,1-2 0,-1 2 0,0 1 0,0-1 0,0 1 0,-1-1 0,1 1 0,0 0 0,0-1 0,0 1 0,0 0 0,0 0 0,0 0 0,0 0 0,0 0 0,0 0 0,0 0 0,0 0 0,0 0 0,0 0 0,1 1 0,6 1 0,-1 1 0,0 1 0,0-1 0,0 1 0,7 5 0,-1-1 0,4 2 0,0-2 0,0 1 0,35 9 0,-48-16 0,0-1 0,0 0 0,0 0 0,1 0 0,-1-1 0,0 0 0,0 1 0,1-2 0,-1 1 0,0 0 0,1-1 0,-1 0 0,0 0 0,0 0 0,0 0 0,0-1 0,0 0 0,0 1 0,0-2 0,0 1 0,-1 0 0,1-1 0,4-4 0,-1-1 0,0-1 0,-1 0 0,0-1 0,-1 1 0,0-1 0,-1 0 0,0-1 0,5-16 0,15-91 0,-21 101 0,-1 4 0,1-2 0,-1 0 0,0 0 0,-1 0 0,-2-23 0,-2 28 0,0 16 0,-1 19 0,2-8 0,2-1 0,1 1 0,0 0 0,0-1 0,2 1 0,0-1 0,1 1 0,10 24 0,-11-33 0,1 0 0,0-1 0,0 1 0,1-1 0,0 0 0,0 0 0,0 0 0,10 7 0,-11-10 0,0-1 0,1 0 0,0 0 0,-1 0 0,1 0 0,0-1 0,1 0 0,-1 0 0,0 0 0,0 0 0,1-1 0,-1 0 0,11 0 0,-7-1 0,-1-1 0,0 0 0,0-1 0,1 0 0,-1 0 0,-1 0 0,1-1 0,0-1 0,-1 1 0,1-1 0,-1 0 0,0-1 0,7-6 0,3-2 0,0-1 0,-2-1 0,27-32 0,-14 8-1365,-9 4-5461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0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1 160 24575,'29'57'0,"3"-1"0,50 65 0,128 160 0,-201-270 0,-9-14 0,-14-20 0,10 15 0,-79-122 0,-20-35 0,84 132 0,3-1 0,0-1 0,-11-40 0,25 68 0,-1-1 0,2 0 0,-1 0 0,1 0 0,0 0 0,1 0 0,0-1 0,0 1 0,3-15 0,-1 19 0,-1-1 0,0 1 0,1 0 0,0 0 0,0 0 0,0 0 0,0 1 0,1-1 0,0 1 0,-1-1 0,1 1 0,0 0 0,1 0 0,-1 0 0,1 0 0,-1 1 0,1-1 0,0 1 0,7-3 0,-5 2 0,-1 1 0,1 0 0,1 0 0,-1 0 0,0 1 0,0 0 0,1 0 0,-1 0 0,0 1 0,1 0 0,-1 0 0,0 1 0,1 0 0,-1 0 0,0 0 0,0 1 0,0 0 0,7 3 0,-7-2 0,0 1 0,0 0 0,0 0 0,0 0 0,-1 1 0,0-1 0,0 1 0,0 1 0,0-1 0,-1 1 0,0-1 0,0 1 0,-1 1 0,1-1 0,-1 0 0,2 9 0,-1-4 0,-1 1 0,0 0 0,-1 0 0,0 0 0,-1 0 0,0 0 0,-1 0 0,0 0 0,-1 0 0,0 1 0,-1-1 0,-1-1 0,0 1 0,0 0 0,-1-1 0,-1 1 0,0-1 0,0 0 0,-1-1 0,0 1 0,-1-1 0,0 0 0,-1-1 0,0 0 0,-1 0 0,-12 10 0,19-17 0,0 0 0,-1 0 0,1-1 0,-1 1 0,1 0 0,-1-1 0,0 0 0,0 0 0,0 1 0,0-2 0,0 1 0,0 0 0,0 0 0,-5-1 0,6 0 0,0 0 0,1-1 0,-1 1 0,0-1 0,1 0 0,-1 1 0,1-1 0,-1 0 0,1 0 0,-1 0 0,1 0 0,-1 0 0,1 0 0,0 0 0,0-1 0,0 1 0,0 0 0,-1-1 0,2 1 0,-1-1 0,0 1 0,0-1 0,0 0 0,1 1 0,-1-1 0,0-3 0,-1-1-273,1-1 0,0 0 0,0 0 0,0-8 0,2-30-6553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0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24575,'6'1'0,"0"0"0,0 0 0,0 1 0,0-1 0,0 1 0,-1 1 0,1-1 0,-1 1 0,1 0 0,-1 0 0,0 0 0,6 6 0,7 4 0,20 11 0,86 52 0,-107-67 0,1-1 0,0 0 0,0-1 0,1-1 0,27 4 0,-44-9 0,0-1 0,0 1 0,0-1 0,0 0 0,0 0 0,1 0 0,-1 0 0,0 0 0,0 0 0,0-1 0,0 1 0,0-1 0,0 1 0,0-1 0,0 0 0,0 0 0,0 0 0,2-1 0,-3 0 0,0 0 0,1 0 0,-1 0 0,0 0 0,0 0 0,0 0 0,0 0 0,0 0 0,0 0 0,0 0 0,-1 0 0,1-1 0,-1 1 0,0 0 0,0 0 0,1-3 0,0-34 0,-1 0 0,-2 0 0,-8-47 0,9 79 0,-1 0 0,0 0 0,0 1 0,0-1 0,-1 1 0,0 0 0,-1 0 0,1 0 0,-1 0 0,0 0 0,0 1 0,-1 0 0,0 0 0,0 0 0,0 0 0,-9-5 0,5 4 0,0 1 0,-1 0 0,1 1 0,-1 0 0,0 1 0,0 0 0,0 0 0,0 1 0,-1 1 0,-13-1 0,19 1-41,0 1 0,0 0-1,-1 1 1,1-1-1,0 1 1,0 0 0,0 0-1,0 0 1,1 1 0,-1 0-1,0 0 1,0 0-1,1 0 1,0 1 0,-1 0-1,1 0 1,0 0 0,0 0-1,0 1 1,1-1-1,-1 1 1,1 0 0,0 0-1,0 0 1,1 1 0,-1-1-1,1 1 1,0-1-1,0 1 1,0 0 0,1 0-1,-2 9 1,-3 17-6785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0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1 24575,'-17'0'0,"0"1"0,1 1 0,-1 1 0,1 1 0,0 0 0,0 1 0,0 0 0,1 1 0,0 1 0,0 1 0,0 0 0,1 1 0,0 0 0,1 1 0,0 1 0,-15 15 0,25-23 0,1 0 0,-1 0 0,0 1 0,1-1 0,0 1 0,0 0 0,0-1 0,0 1 0,1 0 0,-1 0 0,1 0 0,0 0 0,0 0 0,0 0 0,1 1 0,0-1 0,-1 0 0,2 0 0,-1 0 0,0 1 0,1-1 0,0 0 0,0 0 0,0 0 0,0 0 0,1 0 0,-1 0 0,1 0 0,0-1 0,0 1 0,1 0 0,-1-1 0,1 0 0,3 5 0,8 5 0,0 0 0,1-1 0,0 0 0,1-1 0,1-1 0,21 10 0,-4-1 0,-30-17 0,-1 0 0,0 1 0,1-1 0,-1 0 0,0 1 0,0 0 0,-1 0 0,1 0 0,-1 0 0,1 0 0,2 5 0,-4-6 0,0 0 0,-1 0 0,1 0 0,-1 0 0,1 0 0,-1 0 0,0 0 0,0 0 0,0 0 0,0 0 0,0 0 0,0 0 0,0 0 0,-1 0 0,1 0 0,-1 0 0,1 0 0,-1 0 0,0 0 0,0-1 0,0 1 0,0 0 0,-2 3 0,-1 0 0,-1 1 0,1-1 0,-1 0 0,0-1 0,-9 8 0,13-12 2,1 1-1,-1-1 1,1 0-1,-1 1 1,1-1-1,-1 0 1,0 1-1,1-1 1,-1 0-1,0 0 1,1 0 0,-1 0-1,0 0 1,1 1-1,-1-1 1,0 0-1,1 0 1,-1 0-1,0-1 1,1 1-1,-1 0 1,1 0-1,-1 0 1,0 0-1,1-1 1,-2 1-1,1-1-109,0 0 0,0 0 0,0 0 0,1 0-1,-1 0 1,0-1 0,1 1 0,-1 0 0,0 0 0,1 0-1,-1-1 1,1-1 0,-6-23-6718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1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7 270 24575,'2'0'0,"1"1"0,-1 0 0,0 0 0,0 1 0,1-1 0,-1 0 0,0 1 0,0 0 0,3 3 0,4 3 0,8 3 0,1-1 0,-1 0 0,2-1 0,-1-1 0,1 0 0,0-2 0,1 0 0,-1-1 0,1-1 0,0-1 0,24 1 0,-42-4 0,1 0 0,-1 0 0,0-1 0,1 1 0,-1 0 0,0-1 0,1 1 0,-1-1 0,0 0 0,0 0 0,0 0 0,1 0 0,-1 0 0,0 0 0,0-1 0,-1 1 0,1-1 0,0 1 0,0-1 0,-1 0 0,1 0 0,-1 1 0,1-1 0,-1 0 0,0 0 0,0 0 0,0-1 0,0 1 0,0 0 0,-1 0 0,1 0 0,0-1 0,-1 1 0,0 0 0,1-1 0,-1 1 0,0 0 0,0-1 0,-1-3 0,0-2 0,0 1 0,0 0 0,-1 0 0,1-1 0,-2 1 0,1 0 0,-1 1 0,0-1 0,0 0 0,-1 1 0,-8-11 0,-8-4 0,-2 1 0,-1 1 0,0 1 0,-2 1 0,-38-21 0,-23-15 0,62 36-1365,-1 0-5461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1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24575,'3'0'0,"4"0"0,4 0 0,0 3 0,4 1 0,9 9 0,12 17 0,8 13 0,4 4 0,2 7 0,-7 6 0,-11-7-8191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1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14 447 24575,'-2'-5'0,"0"1"0,0-1 0,0 1 0,1-1 0,0 0 0,0 0 0,0 0 0,0 0 0,1 0 0,-1 0 0,2-7 0,-1 10 0,1-1 0,-1 1 0,1 0 0,0 0 0,-1 0 0,1 1 0,0-1 0,0 0 0,0 0 0,0 0 0,1 1 0,-1-1 0,1 0 0,-1 1 0,1-1 0,-1 1 0,1 0 0,0 0 0,-1-1 0,1 1 0,0 0 0,0 0 0,0 1 0,0-1 0,0 0 0,0 1 0,0-1 0,0 1 0,2-1 0,10-1 0,0 1 0,0 1 0,-1-1 0,1 2 0,0 0 0,20 5 0,0 2 0,45 17 0,-76-24 0,-1 0 0,1 0 0,-1 0 0,1 0 0,0-1 0,-1 1 0,1-1 0,0 0 0,-1 0 0,1 0 0,0 0 0,5-1 0,-8 1 0,1 0 0,-1-1 0,1 1 0,-1 0 0,1-1 0,-1 1 0,0 0 0,1-1 0,-1 1 0,1-1 0,-1 1 0,0-1 0,1 1 0,-1-1 0,0 1 0,1-1 0,-1 1 0,0-1 0,0 1 0,0-1 0,0 1 0,1-2 0,-1 0 0,0-1 0,0 1 0,0 0 0,-1-1 0,1 1 0,-1 0 0,1 0 0,-2-4 0,-11-22 0,-1 0 0,-1 1 0,-1 1 0,-28-35 0,-5-9 0,-3-11-1365,34 55-5461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2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284 159 24575,'3'0'0,"1"-3"0,0-4 0,-7-4 0,-9-3 0,-17-5 0,-13-2 0,-5 2 0,-1 1 0,5 5 0,7 0 0,12 3 0,13 3 0,12 3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39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35 24575,'1'-1'0,"0"0"0,0 0 0,-1 0 0,1 1 0,0-1 0,0 0 0,0 0 0,0 1 0,0-1 0,0 1 0,0-1 0,0 1 0,0-1 0,0 1 0,0 0 0,1 0 0,-1-1 0,0 1 0,0 0 0,0 0 0,0 0 0,0 0 0,2 0 0,0 0 0,50-3 0,97 7 0,-91-1 0,290 20 0,-157-8 0,-175-15 0,-38-4 0,-417-42 0,-1 31 0,331 17 0,106-2 0,-1 1 0,1-1 0,-1 0 0,1 1 0,-1-1 0,1 1 0,0 0 0,-1 0 0,1 0 0,0 0 0,-2 2 0,3-3 0,1 0 0,0 1 0,0-1 0,0 0 0,-1 1 0,1-1 0,0 0 0,0 1 0,0-1 0,0 0 0,0 1 0,0-1 0,0 1 0,0-1 0,0 0 0,0 1 0,0-1 0,0 0 0,0 1 0,0-1 0,0 1 0,0-1 0,1 0 0,-1 1 0,0-1 0,0 0 0,0 1 0,0-1 0,1 0 0,-1 0 0,0 1 0,0-1 0,1 0 0,-1 0 0,0 1 0,1-1 0,-1 0 0,0 0 0,1 1 0,7 4 0,0 0 0,1-1 0,-1 0 0,16 5 0,122 34 0,73 3-841,394 33 0,231-47 191,-842-31 652,559-2-593,-535 0 591,-13 1 0,0 0 0,0-1 0,1 0 0,-1-1 0,0-1 0,13-4 0,-25 7 1,0 0 1,0-1-1,0 1 1,0-1-1,0 1 1,0-1 0,0 1-1,0-1 1,0 1-1,-1-1 1,1 0-1,0 0 1,-1 1-1,1-1 1,0 0 0,-1 0-1,1 0 1,-1 0-1,1 1 1,-1-1-1,1 0 1,-1 0 0,1-2-1,-1 1 79,0 0 0,0 0-1,-1 1 1,1-1 0,0 0-1,-1 1 1,1-1 0,-1 0 0,1 1-1,-1-1 1,0 0 0,0 1-1,-1-2 1,-5-6 185,0 0 0,0 0 0,-15-11-1,15 13-1031,-10-10-5948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40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0 24575,'-145'1'0,"121"2"0,21 1 0,8 0 0,14 2 0,30 1 0,0-3 0,-1-1 0,1-3 0,0-2 0,94-15 0,-126 12 0,-17 5 0,0 0 0,0 0 0,0 0 0,0 0 0,0 0 0,0 0 0,1 0 0,-1 0 0,0 0 0,0 0 0,0 0 0,0 0 0,0 0 0,0 0 0,0 0 0,0 0 0,0 0 0,0 0 0,0 0 0,0 0 0,0 0 0,0-1 0,0 1 0,0 0 0,1 0 0,-1 0 0,0 0 0,0 0 0,0 0 0,0 0 0,0 0 0,0 0 0,0 0 0,0 0 0,0 0 0,0-1 0,0 1 0,0 0 0,0 0 0,0 0 0,0 0 0,0 0 0,0 0 0,0 0 0,0 0 0,0 0 0,-1 0 0,1 0 0,0 0 0,0-1 0,0 1 0,0 0 0,0 0 0,0 0 0,0 0 0,0 0 0,0 0 0,0 0 0,0 0 0,0 0 0,0 0 0,0 0 0,0 0 0,-1 0 0,1 0 0,0 0 0,0 0 0,0 0 0,0 0 0,-26-4 0,-13 6-156,1 2-1,-41 8 0,53-8-738,-8 2-5931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40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 24575,'-24'0'0,"4"0"0,39 1 0,384 15 0,-389-16 0,-1 0 0,-1 1 0,0 0 0,0 1 0,0 0 0,14 4 0,-26-6 0,1 0 0,-1 0 0,1 1 0,-1-1 0,1 0 0,-1 0 0,1 0 0,-1 1 0,1-1 0,-1 0 0,1 0 0,-1 1 0,1-1 0,-1 1 0,1-1 0,-1 0 0,0 1 0,1-1 0,-1 1 0,0-1 0,1 1 0,-1-1 0,0 1 0,0-1 0,0 1 0,1 0 0,-1 0 0,-1 0 0,1-1 0,0 1 0,-1-1 0,1 1 0,0 0 0,-1-1 0,1 1 0,-1-1 0,1 1 0,-1-1 0,1 1 0,-1-1 0,1 1 0,-1-1 0,1 0 0,-2 1 0,-29 12 0,17-8 0,-1 0 0,0-1 0,0-1 0,0-1 0,0 0 0,0 0 0,-28-2 0,41-1-80,-1 1 0,1-1-1,-1 0 1,1 0 0,0 0-1,-1 0 1,1 0 0,0 0-1,0-1 1,0 1 0,0-1 0,0 0-1,0 1 1,0-1 0,0 0-1,-2-3 1,-8-14-6746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42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0 24575,'-5'93'0,"-29"154"0,24-185 0,-68 368 0,78-427 0,-3 11 0,0-1 0,0 1 0,-1-1 0,-7 16 0,11-28 0,-1 0 0,1 0 0,-1 0 0,1 0 0,-1 0 0,0 0 0,1-1 0,-1 1 0,0 0 0,1 0 0,-1 0 0,0-1 0,0 1 0,0 0 0,0-1 0,0 1 0,0-1 0,0 1 0,0-1 0,0 0 0,0 1 0,0-1 0,0 0 0,-2 1 0,1-2 0,1 1 0,-1 0 0,0-1 0,0 1 0,0-1 0,0 0 0,1 1 0,-1-1 0,0 0 0,1 0 0,-1 0 0,-2-3 0,-5-3 0,1-1 0,1 0 0,-12-16 0,19 23 0,-74-107 0,61 88 0,1-2 0,2 0 0,-11-28 0,20 40 0,5 8 0,13 14 0,93 103 0,-19-18 0,-5-23 0,-74-65 0,0 0 0,1-1 0,0-1 0,1 0 0,19 7 0,-32-13 0,1-1 0,0 1 0,0 0 0,0-1 0,0 0 0,-1 1 0,1-1 0,0 0 0,0 0 0,0 0 0,0 0 0,0 0 0,0 0 0,0-1 0,-1 1 0,1-1 0,0 1 0,0-1 0,0 0 0,-1 0 0,3-1 0,-2 0 0,0 0 0,-1 0 0,1 0 0,-1 0 0,0 0 0,1 0 0,-1 0 0,0-1 0,0 1 0,-1 0 0,1-1 0,0 1 0,-1-1 0,1 1 0,-1-4 0,2-20-682,-3-45-1,0 44-6143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6:43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24575,'1'1'0,"1"-1"0,-1 1 0,0 0 0,0 0 0,1 0 0,-1 0 0,0 0 0,0 0 0,0 0 0,0 0 0,0 0 0,0 1 0,-1-1 0,1 0 0,0 0 0,0 1 0,-1-1 0,1 1 0,0 2 0,0 0 0,9 21 0,-1 1 0,-1 0 0,4 27 0,9 85 0,-14-91 0,13 109 0,25 154 0,-45-310 0,0 0 0,0 0 0,0 0 0,0 0 0,0 1 0,0-1 0,1 0 0,-1 0 0,0 0 0,0 0 0,0 0 0,0 0 0,0 1 0,0-1 0,0 0 0,0 0 0,0 0 0,0 0 0,0 0 0,0 1 0,0-1 0,0 0 0,0 0 0,0 0 0,0 0 0,0 0 0,0 0 0,0 1 0,0-1 0,0 0 0,0 0 0,0 0 0,0 0 0,-1 0 0,1 0 0,0 1 0,0-1 0,0 0 0,0 0 0,0 0 0,0 0 0,0 0 0,0 0 0,-1 0 0,1 0 0,0 0 0,0 0 0,0 1 0,0-1 0,0 0 0,-1 0 0,1 0 0,0 0 0,0 0 0,0 0 0,0 0 0,0 0 0,-1 0 0,1 0 0,0 0 0,-10-9 0,-12-16 0,-47-80 0,24 37 0,35 56 0,10 19 0,11 25 0,3 6 0,36 62 0,-40-83 0,1 0 0,0-1 0,1 0 0,1-1 0,25 23 0,-35-36 0,-1 0 0,1 0 0,0 0 0,-1 0 0,1 0 0,0-1 0,0 1 0,0-1 0,0 0 0,1 1 0,-1-2 0,0 1 0,7 1 0,-9-3 0,1 1 0,-1 0 0,1-1 0,0 1 0,-1-1 0,0 1 0,1-1 0,-1 0 0,1 0 0,-1 0 0,0 0 0,1 0 0,-1 0 0,0 0 0,0 0 0,0 0 0,0 0 0,0-1 0,0 1 0,0 0 0,0-1 0,-1 1 0,1-1 0,0 1 0,-1-1 0,1 1 0,-1-1 0,0 1 0,1-1 0,-1-2 0,3-12-341,-1-1 0,-1 0-1,0-18 1,-2 10-6485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04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4309 1482 24575,'32'-1'0,"44"-7"0,-30 2 0,2214-137-5056,-2214 142 5017,377 2-346,-322 4 319,1 5-1,114 27 1,-85-10 496,2-6-1,0-6 1,204-2 0,364-58 781,2-46-647,-147 43-106,-406 47 406,256 32-1,-297-16-863,219 29 0,4-21 0,-296-23 0,11 2 0,-1-2 0,79-12 0,-120 12 0,-1-1 0,0 0 0,0 0 0,1-1 0,-1 1 0,0-1 0,0 0 0,0 0 0,-1 0 0,1-1 0,0 1 0,-1-1 0,0 0 0,1 0 0,-1 0 0,0-1 0,-1 1 0,5-7 0,-5 6 0,0-1 0,0 0 0,0-1 0,-1 1 0,0 0 0,0 0 0,0-1 0,-1 1 0,0 0 0,0-1 0,0 1 0,-1 0 0,1-1 0,-1 1 0,-2-6 0,-4-11 0,-1 0 0,0 1 0,-2 0 0,0 0 0,-2 1 0,-17-24 0,-92-106 0,120 148 0,-55-60 1,-2 3 0,-3 3-1,-133-95 1,108 95-121,-3 4-1,-170-73 0,112 71-21,-2 6-1,-2 6 0,-1 8 1,-215-22-1,-423 1-1241,-5 40 1497,83 3-144,-595-21 65,-1 43-448,573 37-363,-3 25 55,-138 12 320,-398 4 1680,852-43 1870,112-10-2919,223-26-229,-111 10 0,174-17 0,0 2 0,1 0 0,0 2 0,0 0 0,-26 12 0,12-2 0,1 1 0,-42 29 0,66-39 0,1 1 0,1 0 0,-1 0 0,1 2 0,1-1 0,0 1 0,0 0 0,-11 18 0,18-24 0,-1 1 0,1 0 0,-1 0 0,1 0 0,1 0 0,-1 0 0,1 0 0,0 1 0,0-1 0,0 0 0,1 1 0,0-1 0,0 0 0,0 1 0,0-1 0,1 1 0,0-1 0,1 0 0,-1 0 0,1 0 0,0 0 0,0 0 0,5 9 0,0-3 0,1 0 0,0-1 0,0 0 0,1-1 0,0 1 0,1-2 0,17 14 0,-8-10 0,0-1 0,0 0 0,40 14 0,0-6 0,1-3 0,71 10 0,168 18 0,120 24 0,-352-49 0,-1 2 0,0 4 0,-2 2 0,67 39 0,-96-49 0,2-1 0,0-2 0,1-1 0,0-2 0,69 10 0,201 3 0,341-30 0,-19-2 0,-472 24 0,-10-1 0,56-8 0,216-20 0,-411 13-124,1 0 0,0-2 0,-1 1 0,1-1 0,-1 0 0,0-1-1,0 0 1,0 0 0,0-1 0,12-7 0,-14 6-6702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09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957 922 24575,'77'15'0,"-1"-3"0,100 2 0,-126-11 0,112 3 0,119 12 0,-86 3 0,207-5 0,-347-15 0,-10-1 0,31 1 0,0 2 0,86 17 0,-26 0 0,169 4 0,-226-19 0,-25 0 0,0 2 0,99 27 0,98 49 0,10 2 0,-134-53 0,226 29 0,-169-47 0,-1-7 0,195-18 0,-209-3 0,263-11 0,-235 19 0,360-58 0,-151-28 0,-394 88 0,-1-1 0,0 1 0,0-2 0,0 0 0,-1 0 0,13-11 0,52-50 0,-15 11 0,-22 25 0,1-1 0,-1 0 0,40-47 0,-68 67 0,-1 0 0,0 0 0,0-1 0,-2 0 0,0 0 0,0-1 0,-1 0 0,-1 0 0,0-1 0,-1 1 0,4-27 0,-6 34 0,-1-1 0,-1 1 0,1-1 0,-1 1 0,0-1 0,-1 1 0,0-1 0,0 1 0,0-1 0,-1 1 0,0 0 0,-1 0 0,0 0 0,0 0 0,0 0 0,-5-6 0,-10-11 0,-2 1 0,0 0 0,-2 2 0,-38-31 0,-107-64 0,133 94 0,-38-25 0,-2 4 0,-2 3 0,-1 3 0,-108-35 0,153 63 0,0 2 0,-1 0 0,-49-1 0,-101 5 0,141 3 0,-531 37 0,3 39 0,456-60 0,-303 31 0,121-17 0,52 0 0,-306 33 0,154-58 0,174-30 0,46 3 0,-347-37 0,383 47 0,-186 6 0,106 5 0,77-7 0,-22-1 0,-69 15 0,172-1 0,-110 23 0,85-7 0,-202 52 0,266-66 0,11-5 0,0 2 0,0-1 0,1 1 0,-1 1 0,1 0 0,0 1 0,0 0 0,0 1 0,-14 12 0,-12 19 0,1 2 0,2 1 0,-42 68 0,75-107 0,-10 14 0,0 1 0,1 0 0,-13 34 0,21-46 0,0 0 0,1 0 0,-1 0 0,1 1 0,1-1 0,-1 0 0,1 1 0,0-1 0,0 1 0,0-1 0,1 0 0,0 1 0,0-1 0,0 0 0,1 0 0,0 0 0,0 0 0,0 0 0,4 7 0,5 3 0,1 0 0,0-1 0,1 0 0,1-1 0,22 17 0,82 50 0,-87-63 0,0-1 0,1-2 0,1-1 0,0-1 0,1-2 0,0-1 0,38 4 0,1-5 0,0-3 0,99-5 0,-153-3 0,-1 1 0,0-2 0,0-1 0,0 0 0,-1-1 0,33-16 0,-25 11 0,45-14 0,-51 20-84,-13 4-99,1 0 0,-1-1 0,0 0 0,1 0 0,-1-1 0,8-4 0,-3-2-6643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24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1094 848 24575,'-8'1'0,"1"0"0,0 1 0,0 0 0,-1 0 0,2 1 0,-1 0 0,0 0 0,1 1 0,-1 0 0,1 0 0,-11 9 0,10-8 0,-33 27 0,2 1 0,1 3 0,-54 65 0,-58 91-515,-19 80-1548,85-110 1475,8 3-1,7 3 0,7 3 1,-64 293-1,103-345 589,5 0 0,4 2 0,7-1 0,11 173 0,5-191 0,4 0 0,4-1 0,5-1 0,5-1 0,60 145 0,-48-156-173,3-2-1,4-2 1,4-2 0,3-2-1,4-3 1,3-2-1,4-4 1,2-2 0,3-3-1,3-3 1,3-3-1,2-4 1,3-3 0,2-4-1,2-3 1,2-5 0,99 34-1,-100-47 170,2-3-1,0-4 0,115 11 1,-153-27 84,1-3 0,0-1 1,0-3-1,0-2 0,0-3 1,-1-1-1,69-22 0,-52 5-59,-1-3 0,-2-3 0,-1-3 0,-1-2-1,59-48 1,-34 17 27,-3-3 0,-3-5 0,-3-2 0,-4-4 0,72-102 0,-56 54 48,-7-4 0,130-278 0,-158 281-15,-5-3 0,60-264 0,-90 290-9,-4 0 0,-5 0-1,-5-1 1,-10-150 0,-4 178 18,-4 0 0,-3 2 0,-50-151 0,26 125-72,-5 2 1,-72-122 0,-147-175-75,-26 24 78,11 31-31,-20 19 120,240 270-87,-3 2 0,-2 2 0,-129-76 0,88 70-2080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25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1163 1204 24575,'-19'1'0,"-1"2"0,0 0 0,1 1 0,-1 0 0,1 2 0,-36 16 0,7-1-7,1 1 0,1 3 0,1 2-1,2 2 1,-60 51 0,43-26-293,2 3 0,-93 119 0,106-114 92,4 1 0,2 2 0,3 2 0,3 1 0,3 2-1,-23 78 1,23-40-401,5 2-1,4 0 0,-9 171 1,24-97-214,8 0 1,39 284-1,-1-225 474,99 334 0,-25-241 166,-76-244-17,79 136-1,-83-172 101,2-2-1,3-2 1,62 66-1,-65-82 65,2-1 0,2-2-1,0-2 1,89 51-1,-76-55 37,2-1 0,1-4 0,1-1 0,89 19 0,-54-23-97,2-4-1,-1-4 1,110-3-1,-46-12-681,261-43 0,-185 1 694,-3-9 0,-3-11 0,-3-9 0,361-180 1,-289 99 95,-8-13 0,463-361 1,463-564-685,-923 798 642,-71 53 446,-173 186-287,54-90 0,-81 116 14,-2-1 1,-1 0 0,-2-2 0,15-52-1,-25 70 149,-1-1 1,-1 1-1,-1-1 0,-1 1 0,0-1 0,-1 0 0,-1 1 0,-1-1 0,-1 1 1,-9-33-1,2 20-183,-2 1 1,-1 0 0,-2 2-1,0-1 1,-35-45 0,5 17 119,-79-77 1,-45-21 1680,-58-24-1356,49 56-780,-314-162 1,255 171-554,-260-85 0,26 47-910,-599-113 0,-509 43 1378,1193 195 219,81 14-279,79 12 433,11 14 782,194-10-456,0 1 0,0 1 1,0 1-1,1 0 0,-1 2 0,2 0 1,-29 17-1,41-20 99,-1 0 0,1 1 0,0 0 1,1 0-1,0 1 0,0-1 0,0 1 0,1 1 0,-9 15 0,6-7-532,1 0 0,1 1 0,-8 32 0,2 4-6598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28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572 118 24575,'-28'0'0,"151"6"0,60 2 0,84-1-454,574 4-3157,55 1 1853,-572 1 1182,-276-8 547,-44-4 33,-6 0 48,-25-2 281,-259-15 1466,25 6-1702,-82 2 292,-687 0-2242,-1 59-144,1008-49 1990,-38 4 183,-86 18-1,130-18 513,17-6-677,0 0 0,0 0 0,0 0 0,0 0 0,0 0 0,0 0 0,0 0 0,0 0 0,-1 0 0,1 1 0,0-1 0,0 0 0,0 0-1,0 0 1,0 0 0,0 0 0,0 0 0,0 0 0,0 1 0,0-1 0,0 0 0,0 0 0,0 0 0,0 0 0,0 0 0,0 0 0,0 0 0,0 1-1,0-1 1,0 0 0,0 0 0,0 0 0,0 0 0,0 0 0,0 0 0,0 1 0,0-1 0,0 0 0,0 0 0,0 0 0,0 0 0,0 0-1,1 0 1,-1 0 0,0 0 0,0 0 0,0 1 0,0-1 0,0 0 0,0 0 0,0 0 0,0 0 0,1 0 0,-1 0 0,0 0 0,0 0-1,0 0 1,0 0 0,0 0 0,0 0 0,0 0 0,1 0 0,9 3 75,1-1 0,0 0 0,18 1 0,115 4-86,85-2 222,66-3 666,64-14-876,1444-197-1845,-1764 203 1717,115-24 76,-289 63 1415,-49 8-1100,-849 137 1288,487-90-1424,493-80 82,4 0 82,-79 22 1,115-23-304,13-7 0,0 0 0,0 1 0,0-1 0,0 0 0,0 0 0,0 1 0,0-1 0,0 0 0,0 0 0,1 0 0,-1 1 0,0-1 0,0 0 0,0 0 0,0 0 0,0 1 0,1-1 0,-1 0 0,0 0 0,0 0 0,0 0 0,1 1 0,-1-1 0,0 0 0,0 0 0,1 0 0,-1 0 0,0 0 0,0 0 0,1 0 0,-1 0 0,0 0 0,0 0 0,1 0 0,-1 0 0,0 0 0,1 0 0,28 5 0,0-2 0,1-1 0,39-3 0,-27 1 0,457-24 402,5-26 131,-373 36-497,-90 11-1192,-20 3-4624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34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 24575,'1'12'0,"0"0"0,1 0 0,6 18 0,-3-10 0,51 180 0,-55-196 0,5 23 0,-1 0 0,-1 0 0,-2 1 0,0-1 0,-2 1 0,-6 41 0,6-69 0,0 1 0,0 0 0,0-1 0,0 1 0,0-1 0,0 1 0,0 0 0,0-1 0,-1 1 0,1-1 0,0 1 0,0-1 0,-1 1 0,1 0 0,0-1 0,-1 1 0,1-1 0,-1 0 0,1 1 0,-1-1 0,1 1 0,-1-1 0,1 0 0,-1 1 0,1-1 0,-1 0 0,1 1 0,-1-1 0,1 0 0,-1 0 0,0 0 0,1 0 0,-1 1 0,1-1 0,-1 0 0,0 0 0,1 0 0,-1 0 0,0 0 0,1 0 0,-1-1 0,1 1 0,-1 0 0,0 0 0,1 0 0,-1-1 0,1 1 0,-2-1 0,-32-18 0,28 15 0,-111-84 0,116 87 0,0 0 0,0 1 0,1-1 0,-1 0 0,0 0 0,0 1 0,0-1 0,0 1 0,0-1 0,0 1 0,1-1 0,-1 1 0,-1-1 0,1 1 0,0 0 0,0-1 0,0 1 0,0 0 0,-1 0 0,1 1 0,1 0 0,0 1 0,0-1 0,0 0 0,0 1 0,0-1 0,0 0 0,0 1 0,0-1 0,0 0 0,0 0 0,1 1 0,-1-1 0,1 0 0,-1 0 0,2 3 0,9 30 0,1 0 0,2-1 0,2 0 0,1-1 0,1-1 0,42 55 0,-57-82 0,1 0 0,-1 0 0,1-1 0,0 0 0,0 1 0,0-1 0,1-1 0,-1 1 0,1 0 0,-1-1 0,1 0 0,9 2 0,-10-3 0,-1-1 0,1 0 0,0 0 0,-1 0 0,1 0 0,0-1 0,-1 1 0,1-1 0,-1 0 0,1 0 0,-1 0 0,1-1 0,-1 1 0,0-1 0,0 0 0,0 0 0,0 0 0,5-4 0,28-25-455,-1-1 0,36-43 0,-50 50-6371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39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5 24575,'0'0'0,"0"0"0,0 0 0,0 0 0,0 0 0,0 0 0,-1 0 0,1 0 0,0 0 0,0 0 0,0 0 0,0 0 0,0 0 0,0 0 0,-1 0 0,1 0 0,0 0 0,0 0 0,0 0 0,0 0 0,0 0 0,-1 0 0,1 0 0,0 0 0,0 0 0,0 0 0,0 0 0,0 0 0,0 0 0,-1 0 0,1 0 0,0 0 0,0 0 0,0-1 0,0 1 0,0 0 0,0 0 0,0 0 0,0 0 0,0 0 0,-1 0 0,1 0 0,0-1 0,0 1 0,0 0 0,0 0 0,0 0 0,0 0 0,0 0 0,0 0 0,0-1 0,0 1 0,0 0 0,0 0 0,0 0 0,0 0 0,0 0 0,0-1 0,0 1 0,0 0 0,0 0 0,0 0 0,0 0 0,1 0 0,-7 12 0,0 27 0,3 0 0,1 1 0,4 45 0,-1-18 0,-1-55 0,2 29 0,-3 0 0,-1 0 0,-2 0 0,-14 59 0,18-98 0,-1 0 0,0 0 0,1 0 0,-1 0 0,0 0 0,0 0 0,0 0 0,-1 0 0,1 0 0,-2 2 0,2-3 0,1-1 0,-1 0 0,0 1 0,1-1 0,-1 0 0,0 0 0,1 0 0,-1 0 0,0 1 0,1-1 0,-1 0 0,0 0 0,1 0 0,-1 0 0,0-1 0,0 1 0,1 0 0,-1 0 0,0 0 0,1 0 0,-1-1 0,0 1 0,1 0 0,-1-1 0,1 1 0,-1 0 0,1-1 0,-1 1 0,1-1 0,-1 1 0,1-1 0,-1 1 0,1-1 0,-1 1 0,1-1 0,0 0 0,-1 0 0,-12-16 0,1-1 0,0-1 0,1 0 0,-15-40 0,-18-30 0,43 87 0,0 0 0,-1-1 0,1 1 0,-1 0 0,0 0 0,1 0 0,-1 0 0,0 0 0,-3-1 0,5 2 0,0 1 0,-1 0 0,1 0 0,0 0 0,-1 0 0,1 0 0,0 0 0,0 0 0,-1 0 0,1 0 0,0 0 0,0 0 0,-1 0 0,1 0 0,0 0 0,-1 0 0,1 0 0,0 0 0,0 0 0,-1 1 0,1-1 0,0 0 0,0 0 0,-1 0 0,1 0 0,0 0 0,0 1 0,0-1 0,-1 0 0,1 0 0,0 1 0,-6 16 0,5-3 0,0 0 0,1 0 0,1 0 0,0 0 0,1-1 0,0 1 0,1 0 0,1-1 0,6 16 0,2 4 0,3-1 0,26 46 0,-32-63 0,1 0 0,21 25 0,-28-36 0,0-1 0,0 0 0,1 0 0,-1 0 0,1 0 0,-1-1 0,1 1 0,0-1 0,0 0 0,0 0 0,0-1 0,0 1 0,1-1 0,-1 0 0,0 0 0,9 1 0,-12-2-1,1 0 0,-1 0 0,1 0 0,-1-1 0,1 1 0,-1 0 0,1-1 0,-1 1 0,1-1 0,-1 0 0,1 0 1,-1 1-1,0-1 0,1 0 0,-1 0 0,0 0 0,0 0 0,0 0 0,0 0 0,0-1 0,0 1 0,0 0 0,0 0 0,0-1 0,0 1 0,0-2 0,2-5 27,-1 0 1,1-1-1,-1 1 1,1-9-1,-3 12-189,1 0-1,0-1 1,0 1-1,0 0 1,1 0-1,0 0 1,0 0-1,3-4 1,3 0-6663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45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1096 95 24575,'-80'3'0,"-1"3"0,-104 22 0,-150 50 0,303-70 0,1 0 0,0 1 0,-35 15 0,65-23 0,-24 13 0,25-14 0,-1 0 0,1 1 0,-1-1 0,1 0 0,-1 1 0,1-1 0,0 0 0,-1 1 0,1-1 0,-1 1 0,1-1 0,0 1 0,-1-1 0,1 1 0,0-1 0,0 1 0,-1-1 0,1 1 0,0-1 0,0 1 0,0 0 0,0-1 0,0 1 0,0-1 0,0 1 0,0 0 0,0-1 0,0 1 0,0-1 0,0 1 0,0-1 0,0 1 0,0 0 0,1-1 0,-1 1 0,0-1 0,0 1 0,1-1 0,0 2 0,2 1 0,1 0 0,-1 0 0,1 0 0,0-1 0,0 1 0,1-1 0,-1 0 0,0 0 0,1-1 0,6 3 0,60 11 0,-57-13 0,148 20 0,66-6-369,68-5-1108,550-5-1030,-5-62 677,-634 24 1577,-71 1 253,-128 29 40,0 0 1,-1-1 0,1 0-1,-1 0 1,0-1-1,12-7 1,-18 10-15,0 1 1,-1 0-1,1-1 0,-1 1 1,1-1-1,0 1 1,-1-1-1,0 1 0,1-1 1,-1 0-1,1 1 1,-1-1-1,0 1 0,1-1 1,-1 0-1,0 1 1,1-1-1,-1 0 0,0 0 1,0 1-1,0-1 1,0 0-1,0 1 0,0-1 1,0 0-1,0 0 1,0 1-1,0-1 0,0 0 1,0 1-1,-1-1 1,1 0-1,0 0 0,0 1 1,-1-1-1,1 1 1,-1-1-1,1 0 1,0 1-1,-1-1 0,1 1 1,-2-2-1,-2-1 48,-1 0 0,1 1 0,-1-1 0,0 1 0,0 0 0,0 0 0,0 0 0,-1 1 0,-6-2 0,-114-13 1748,-72 5-1367,-72 5-620,-1843 100-716,1782-60 619,283-26 262,47-7 0,6 0 0,28-3 0,95-9 0,86-6 0,62-8 55,1384-157 275,-1464 155-116,-178 25-196,-1-1-1,33-11 1,-50 14-18,0 0 0,0 0 0,0 0 0,0 0 0,1 0 0,-1 0 0,0 0 0,0 0 0,0 0 0,0 0 0,0 0 0,1 0 0,-1 0 0,0 0 0,0 0 0,0 0 0,0 0 0,0 0 0,0 0 0,1 0 0,-1 0 0,0-1 0,0 1 0,0 0 0,0 0 0,0 0 0,0 0 0,0 0 0,0 0 0,0 0 0,1-1 0,-1 1 0,0 0 0,0 0 0,0 0 0,0 0 0,0 0 0,0-1 0,0 1 0,0 0 0,0 0 0,0 0 0,0 0 0,0-1 0,0 1 0,0 0 0,0 0 0,0 0 0,0 0 0,-1 0 0,1 0 0,0-1 0,0 1 0,0 0 0,0 0 0,0 0 0,0 0 0,0 0 0,0 0 0,0-1 0,-1 1 0,1 0 0,0 0 0,0 0 0,0 0 0,0 0 0,0 0 0,0 0 0,-1 0 0,-25-5 0,-104-1 0,-84 4 0,-1571 96-1468,1633-78 1468,109-7 0,44-9 0,-1 0 0,0 0 0,0 0 0,0 1 0,0-1 0,0 0 0,0 0 0,1 0 0,-1 0 0,0 0 0,0 0 0,0 0 0,0 1 0,0-1 0,0 0 0,0 0 0,0 0 0,0 0 0,0 0 0,0 1 0,0-1 0,0 0 0,0 0 0,0 0 0,0 0 0,0 1 0,0-1 0,0 0 0,0 0 0,0 0 0,0 0 0,0 1 0,0-1 0,0 0 0,0 0 0,0 0 0,0 0 0,0 0 0,0 1 0,0-1 0,0 0 0,0 0 0,-1 0 0,1 0 0,0 0 0,0 0 0,0 0 0,0 1 0,0-1 0,-1 0 0,1 0 0,0 0 0,0 0 0,0 0 0,0 0 0,0 0 0,-1 0 0,1 0 0,0 0 0,0 0 0,15 3 0,0 0 0,27 1 0,140 3 0,108-2-249,95-3-745,740-4 172,244 2-806,-1587 0 1628,-21 0 136,-170-1 486,-1031 16-104,1433-14-473,-304 22 2409,307-23-2378,0 0-1,0 0 0,0 1 0,0 0 0,0 0 0,1 0 0,-1 0 1,0 1-1,-6 3 0,11-5-68,-1 0 1,0 1-1,0-1 1,0 0-1,0 1 1,0-1-1,1 0 1,-1 1-1,0-1 1,0 0-1,1 0 1,-1 1-1,0-1 1,0 0-1,1 0 0,-1 1 1,0-1-1,0 0 1,1 0-1,-1 0 1,0 0-1,1 0 1,-1 1-1,1-1 1,-1 0-1,0 0 1,1 0-1,-1 0 1,0 0-1,1 0 1,32 6 7,287 9-15,-273-15 0,255-3 33,989-111 133,-1121 87-43,-108 12 277,-61 13-315,-8 2-17,-33 3-6,-103 13-62,-76 13 0,-658 80-876,-9-53 1,807-58 875,77 2-7,-1 0 0,1 0-1,-1-1 1,1 1 0,-1-1-1,1 1 1,0-1 0,-5-2-1,7 3 16,0 0 0,-1 0 0,1-1 0,0 1 0,0 0 0,0 0 0,0 0 0,0-1 0,0 1 0,-1 0 0,1 0 0,0 0 0,0-1 0,0 1 0,0 0 0,0 0 0,0-1 0,0 1 0,0 0 0,0 0 0,0 0 0,0-1 0,0 1 0,0 0 0,0 0 0,0-1 0,0 1-1,1 0 1,-1 0 0,0 0 0,0-1 0,0 1 0,0 0 0,0 0 0,0 0 0,1-1 0,-1 1 0,0 0 0,0 0 0,0 0 0,0 0 0,1 0 0,-1-1 0,0 1 0,0 0 0,0 0 0,1 0 0,4-3 257,0 0 0,1 1 1,-1 0-1,1 0 0,9-3 0,49-8-987,7 1-4798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56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1146 0 24575,'-19'1'0,"0"1"0,-1 0 0,1 1 0,-35 11 0,-74 35 0,109-41 0,-382 178 0,345-155 0,0 3 0,3 2 0,0 2 0,-86 84 0,127-109 0,0-1 0,2 2 0,-1-1 0,2 1 0,0 1 0,1 0 0,0 0 0,1 0 0,-8 27 0,13-32 0,0-1 0,0 1 0,1 0 0,0 0 0,1 0 0,0 0 0,1 0 0,0 0 0,0 0 0,1-1 0,0 1 0,1 0 0,0-1 0,0 1 0,1-1 0,1 0 0,8 14 0,-1-6 0,0-2 0,0 0 0,2 0 0,0-1 0,0 0 0,31 20 0,-20-17 0,2-1 0,0-2 0,53 21 0,-16-15 0,0-2 0,1-4 0,91 10 0,-74-16-70,-1-4 0,0-4 0,103-11 0,-116 2 14,0-3 0,-1-3 0,-1-3 0,75-30 0,-119 39 56,-1 0 0,-1-2 0,0 0 0,0-1 0,-2-1 0,22-18 0,-31 22 0,0 0 0,0-1 0,-1 0 0,-1 0 0,1-1 0,-2 1 0,1-2 0,-2 1 0,1-1 0,-1 0 0,-1 0 0,3-16 0,-2 0 40,-1-1 0,-1 0 0,-2 0 0,-1 0 0,-1-1 0,-10-51 0,1 31 54,-2 1-1,-37-95 0,39 121-93,0 1 0,-2 0 0,-15-21 0,21 34 0,-1 0 0,1 1 0,-2 0 0,1 0 0,-1 1 0,0 0 0,-1 0 0,1 1 0,-16-8 0,12 10 0,-1 0 0,0 1 0,1 0 0,-1 1 0,0 0 0,-20 1 0,-11-3 0,16 1-1365,4 0-5461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05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24575,'6'0'0,"17"6"0,17 2 0,19 0 0,54-2 0,43-2 0,8-1 0,23-2 0,2-3-657,-8-8 657,-17-2 0,-15-2 0,-21-2 0,-26 0 0,-27 1 0,-27 4-7534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07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24575,'2'2'0,"1"0"0,-1 1 0,1-1 0,0 0 0,0-1 0,0 1 0,0 0 0,0-1 0,0 0 0,7 2 0,5 2 0,21 7 0,0-2 0,1-2 0,62 6 0,93 2 0,407-11-2197,3-31 1375,-498 21 1091,33 1 182,-130 4-435,1 0 0,0 1 0,-1-1 0,1 2 0,-1-1 0,14 5 0,-21-6-16,1 0 0,-1 1 0,1-1 0,-1 0 0,1 1 0,-1-1 0,1 0 0,-1 1 0,0-1 0,1 1 0,-1-1 0,0 0 0,1 1 0,-1-1 0,0 1 0,0-1 0,1 1 0,-1 0 0,0-1 0,0 1 0,0-1 0,0 1 0,0-1 0,1 1 0,-1-1 0,0 1 0,0 0 0,-1-1 0,1 1 0,0-1 0,0 1 0,0-1 0,0 1 0,0-1 0,-1 1 0,1-1 0,0 1 0,0-1 0,-1 1 0,1-1 0,0 1 0,-1-1 0,1 1 0,-1-1 0,1 0 0,0 1 0,-1-1 0,1 0 0,-1 1 0,0-1 0,-6 7 0,0-1 0,-1 0 0,1-1 0,-1 0 0,0 0 0,-10 3 0,-61 24 0,66-27 0,-74 25 200,-2-5-1,0-3 0,-155 16 0,76-25 200,-187-8-1,102-18-398,208 8 0,1-1 0,-1-3 0,-58-19 0,99 27 0,0-1 0,0 1 0,0-1 0,0 0 0,-5-4 0,9 6 0,-1 0 0,1-1 0,0 1 0,0 0 0,0 0 0,0 0 0,0 0 0,0 0 0,-1 0 0,1 0 0,0-1 0,0 1 0,0 0 0,0 0 0,0 0 0,0 0 0,0 0 0,0-1 0,0 1 0,0 0 0,0 0 0,0 0 0,0 0 0,0-1 0,0 1 0,0 0 0,0 0 0,0 0 0,0 0 0,0-1 0,0 1 0,0 0 0,0 0 0,0 0 0,0 0 0,0 0 0,0-1 0,0 1 0,0 0 0,0 0 0,1 0 0,-1 0 0,0 0 0,0 0 0,0-1 0,0 1 0,0 0 0,20-4 0,140 7 0,-81 1 0,604 13-494,4-30 1,-648 12 493,-15 0 0,0 0 0,0-1 0,39-10 0,-62 12 0,0 0 0,0 0 0,0-1 0,-1 1 0,1 0 0,0-1 0,0 1 0,-1 0 0,1-1 0,0 1 0,-1-1 0,1 1 0,-1-1 0,1 1 0,0-1 0,0 0 0,-1 0 0,0 1 0,0 0 0,0-1 0,0 1 0,0 0 0,0-1 0,0 1 0,0 0 0,0 0 0,0-1 0,-1 1 0,1 0 0,0-1 0,0 1 0,0 0 0,0 0 0,0-1 0,-1 1 0,1 0 0,0 0 0,0 0 0,-1-1 0,1 1 0,0 0 0,0 0 0,-1 0 0,1 0 0,0-1 0,-27-9 0,-19 1 264,0 2 1,-72-1-1,65 5 260,-386-21-1626,375 20-5724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17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24575,'12'0'0,"30"0"0,40 0 0,34 0 0,28 0 0,44 0 0,25 0 0,25 0-1564,-10 0 1564,-29 0 0,-30 0-331,-41 0 331,-43 0-6296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21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1 258 24575,'210'-2'0,"27"-10"0,96-11-826,616-67-3556,-92 7 4681,3 37-798,-832 45 499,-6 0 0,-1 1 0,1 1 0,23 5 0,-38-4 408,0 0 0,0 1 0,0 0 0,-1 0-1,1 1 1,-1 0 0,0 0 0,0 1 0,-1-1 0,11 12-1,0-2 195,6 7-1647,-3-3-5781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26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103 782 24575,'40'18'0,"1"-1"0,0-3 0,52 13 0,136 15 0,-15-16-387,301-2 0,217-66-387,-598 27 774,186-45 0,-302 57-13,-2-2 0,1 0 0,-1-2 0,26-12 0,-38 17 27,-1-1 0,1 1 0,-1-1 0,1 0 0,-1 0 0,0 0 0,0 0 0,0 0 0,-1-1 0,1 1 0,-1-1 0,0 0 0,0 0 0,0 0 1,0 0-1,-1 0 0,1 0 0,-1-1 0,0 1 0,-1 0 0,1-1 0,-1-6 0,0-4 141,-2 0 0,0 0 1,0 0-1,-2 1 0,0-1 0,0 1 1,-2 0-1,-11-23 0,-2 2-190,-1 2-1,-28-36 0,22 37 36,-2 0 0,0 2 0,-3 0 0,0 3 0,-2 0 0,0 2 0,-2 2 0,-1 1 0,0 2 0,-2 1 0,0 2 0,-1 2 0,-73-19 0,20 14-52,-1 4 0,0 3 0,-100 1 0,42 13-330,-177 22 0,138 3 382,-371 104 0,522-119 0,0 2 0,-66 32 0,99-42-7,1 0 1,-1 0 0,1 1 0,0-1-1,0 1 1,1 1 0,-1-1-1,1 0 1,0 1 0,-5 7 0,8-10 42,0 1 1,0-1 0,0 1-1,0 0 1,0-1 0,1 1-1,-1 0 1,1-1-1,0 1 1,-1 0 0,1 0-1,1-1 1,-1 1 0,0 0-1,1 0 1,-1-1 0,1 1-1,0 0 1,0-1 0,0 1-1,0-1 1,0 1 0,4 4-1,1 4-437,1-1 0,12 14 0,-9-14-6425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27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35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1447 126 24575,'0'0'0,"1"0"0,-1 1 0,0-1 0,0 0 0,0 1 0,0-1 0,0 1 0,1-1 0,-1 0 0,0 1 0,0-1 0,1 0 0,-1 0 0,0 1 0,0-1 0,1 0 0,-1 0 0,0 1 0,1-1 0,-1 0 0,0 0 0,1 0 0,-1 0 0,1 1 0,-1-1 0,0 0 0,1 0 0,-1 0 0,0 0 0,1 0 0,0 0 0,7 3 0,1-1 0,0 1 0,0-2 0,0 1 0,1-1 0,15-1 0,14 1 0,933-5-1905,-3-72-1352,-247 16 2410,-626 55 847,-71 6 49,-24-1-40,-1 0 0,0 0-1,0 0 1,0 0 0,1 0-1,-1 0 1,0 0 0,0 0-1,0 0 1,1 0 0,-1 0-1,0 0 1,0 0 0,0 0 0,0 0-1,1 0 1,-1 0 0,0 1-1,0-1 1,0 0 0,0 0-1,1 0 1,-1 0 0,0 0 0,0 1-1,0-1 1,0 0 0,0 0-1,0 0 1,1 0 0,-1 1-1,0-1 1,0 0 0,0 0-1,0 0 1,0 0 0,0 1 0,0-1-1,0 0 1,0 0 0,0 0-1,0 1 1,0-1 0,0 0-1,-3 3 115,0-1 0,0 1 1,-1-1-1,1 0 0,-1 0 0,1 0 0,-1 0 0,-4 0 0,-80 34 72,-113 28 1,-110 11 1516,123-39-1640,-1-7 0,-2-9 0,0-8-1,-294-19 1,397 0 220,0-5-1,1-4 1,-103-32-1,150 33-291,37 12 1,13 2 7,27 5 122,257 29-478,579-12 0,-571-48 348,-281 24 0,39-12 0,-37 2 0,-22 13 0,-1-1 0,0 1 0,1 0 0,-1-1 0,0 1 0,1 0 0,-1-1 0,0 1 0,0-1 0,1 1 0,-1-1 0,0 1 0,0-1 0,0 1 0,1-1 0,-1 1 0,0-1 0,0 1 0,0-1 0,0 1 0,0-1 0,0 1 0,0-1 0,0 1 0,0-1 0,-1 0 0,0-1 0,-1 0 0,0 0 0,0 0 0,0 0 0,0 0 0,0 0 0,-1 0 0,1 1 0,0-1 0,-1 1 0,1 0 0,-1 0 0,0 0 0,-3-1 0,-16-6 0,-1 2 0,1 0 0,-24-2 0,-173-14 0,-114 6-414,-93 9-1244,-666 33-1578,4 71 1119,888-65 1880,187-30 237,0 1 0,1 0 0,-1 1 0,1 0 0,-23 11 0,35-14 0,-1-1 0,1 0 0,-1 0 0,1 1 0,-1-1 0,1 0 0,0 1 0,-1-1 0,1 0 0,-1 1 0,1-1 0,0 1 0,0-1 0,-1 1 0,1-1 0,0 1 0,0-1 0,-1 1 0,1-1 0,0 1 0,0-1 0,0 1 0,0-1 0,0 1 0,0-1 0,0 1 0,0-1 0,0 1 0,0-1 0,0 1 0,0-1 0,0 1 0,0-1 0,1 2 0,0-1 0,1 1 0,-1-1 0,1 1 0,0-1 0,-1 0 0,1 0 0,0 1 0,0-1 0,0 0 0,0-1 0,0 1 0,3 1 0,29 7 0,1-2 0,54 6 0,198 9 21,102-8 62,1594-51 396,-1929 34-43,201-16 1716,-241 17-1756,-1 0 0,19-6 0,-32 8-391,1 0 1,0 0 0,0-1-1,0 1 1,0 0-1,0-1 1,0 1-1,-1 0 1,1-1 0,0 1-1,0-1 1,-1 1-1,1-1 1,0 0 0,-1 1-1,1-1 1,0 0-1,-1 1 1,1-1 0,-1 0-1,1 0 1,-1 1-1,0-1 1,1 0-1,-1-1 1,0 1 15,0 0 1,0 0-1,-1 1 1,1-1-1,0 0 0,-1 0 1,1 0-1,-1 0 0,1 0 1,-1 1-1,0-1 0,1 0 1,-1 1-1,0-1 1,1 0-1,-1 1 0,0-1 1,-1 0-1,-5-3 348,0 0-1,0 1 1,-14-6-1,-6 2-5891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02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904 517 24575,'-17'0'0,"-26"0"0,-70 8 0,98-5 0,1 0 0,0 0 0,0 1 0,0 1 0,0 1 0,1 0 0,0 0 0,-21 15 0,-48 42 0,-15 10 0,-66 26 0,108-67 0,42-24 0,1 1 0,-1 0 0,1 1 0,1 0 0,0 1 0,0 0 0,1 1 0,1 0 0,0 0 0,0 1 0,1 1 0,1-1 0,0 1 0,-7 24 0,5-7 0,1 1 0,2-1 0,2 1 0,0 0 0,3 63 0,1-66 0,0-7 0,5 40 0,-4-54 0,1-1 0,0 1 0,0-1 0,1 1 0,0-1 0,0 0 0,1 0 0,7 12 0,7 4 0,1-1 0,0-1 0,25 20 0,71 52 0,-34-29 0,107 83-126,7-8-1,6-9 1,5-8 0,5-10-1,235 88 1,-321-152 234,1-5 1,2-6-1,1-6 0,2-5 1,1-6-1,173 3 0,-240-21-108,290-4 0,-305-2 0,0-2 0,0-2 0,-1-2 0,0-3 0,48-18 0,236-122 0,-122 53 0,13-11 0,-176 82 0,-2-2 0,67-56 0,202-224 0,-167 157 0,-67 74 0,259-288 0,-329 354 0,0-1 0,-2 0 0,0 0 0,0-1 0,-2 0 0,0-1 0,0 1 0,-2-1 0,0-1 0,-1 1 0,-1 0 0,0-1 0,-2 0 0,0 0 0,-1 0 0,0 1 0,-2-1 0,-3-18 0,-2 1 0,-1 0 0,-2 1 0,-2 0 0,-1 0 0,-1 2 0,-2 0 0,-1 0 0,-2 2 0,0 0 0,-3 1 0,0 1 0,-2 1 0,-29-26 0,14 18 0,-1 2 0,-2 1 0,-2 3 0,0 1 0,-2 2 0,-1 2 0,-90-31 0,51 29 0,-171-29 0,-92 20 0,333 34 0,-67-3 0,-1-4 0,-119-26 0,68-4 0,-56-13 0,152 43 0,0 3 0,-1 1 0,0 2 0,-49 3 0,-160 25 0,195-18 0,16-4 0,-9 1 0,0 3 0,-73 20 0,100-22 0,-1-2 0,-1 0 0,-31 1 0,26-3 0,-38 8 0,-34 14 0,-14 5 0,-211 25 0,44-28 0,199-15 0,-114 31 0,-216 86 0,92-28 0,266-83-3,-45 11-1359,83-25-5464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26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1639 24575,'0'1'0,"0"-1"0,0 1 0,0-1 0,-1 1 0,1 0 0,0-1 0,0 1 0,0-1 0,0 1 0,0 0 0,0-1 0,0 1 0,1-1 0,-1 1 0,0 0 0,0-1 0,0 1 0,1-1 0,-1 1 0,0-1 0,0 1 0,1-1 0,-1 1 0,1-1 0,-1 1 0,0-1 0,1 1 0,-1-1 0,1 1 0,-1-1 0,1 0 0,-1 1 0,1-1 0,-1 0 0,1 0 0,-1 1 0,2-1 0,0-1 0,1 0 0,-1 1 0,0-1 0,0-1 0,0 1 0,1 0 0,-1 0 0,0-1 0,0 0 0,-1 1 0,3-3 0,20-21 0,-1 0 0,-1-2 0,-2-1 0,31-54 0,-33 54 0,39-68 0,-4-3 0,-4-2 0,59-180 0,-84 201 0,-3-1 0,-5-1 0,-2-1 0,-5 0 0,-1-136 0,-8 201 0,-7-79 0,6 87 0,-1 0 0,0 0 0,-1 0 0,0 0 0,-1 0 0,0 1 0,-5-10 0,8 18 0,1 0 0,-1-1 0,1 1 0,-1 0 0,0 0 0,0 1 0,1-1 0,-1 0 0,0 0 0,0 0 0,0 0 0,0 1 0,0-1 0,0 0 0,0 1 0,0-1 0,0 1 0,0-1 0,0 1 0,-1 0 0,1-1 0,-2 1 0,1 0 0,0 0 0,0 1 0,0-1 0,1 1 0,-1 0 0,0 0 0,1-1 0,-1 1 0,0 0 0,1 0 0,-1 1 0,1-1 0,-1 0 0,-1 3 0,-4 3 0,1 1 0,0-1 0,0 1 0,0 0 0,-7 17 0,-18 53 0,23-58 0,-30 95-230,5 1 0,-33 208 0,44-139 61,1 204-1,21-385 169,2 155-47,1-135 43,0 0 0,1 0 0,1 0 0,11 30 0,-13-47 47,0-1 0,0 1 0,0-1-1,0 0 1,1 0 0,0 0 0,1-1-1,-1 1 1,1-1 0,0 0 0,7 5-1,-10-8-22,1-1 0,-1 1 0,1-1-1,0 1 1,-1-1 0,1 0 0,0 0-1,0 0 1,0 0 0,0-1-1,0 1 1,0-1 0,0 0 0,0 1-1,0-2 1,0 1 0,0 0 0,0 0-1,0-1 1,0 0 0,0 0 0,0 0-1,0 0 1,-1 0 0,1 0-1,0-1 1,3-2 0,5-4-9,-1 0 1,0-1-1,-1-1 0,0 1 1,-1-1-1,0-1 0,9-14 1,44-88-17,-60 111 6,174-428 0,-164 408 0,-11 22 0,0-1 0,0 1 0,0 0 0,0 0 0,0 0 0,0 0 0,0 0 0,0 0 0,1 0 0,-1 0 0,0 0 0,0-1 0,0 1 0,0 0 0,0 0 0,1 0 0,-1 0 0,0 0 0,0 0 0,0 0 0,0 0 0,0 0 0,1 0 0,-1 0 0,0 0 0,0 0 0,0 0 0,0 0 0,0 0 0,1 0 0,-1 0 0,0 0 0,0 0 0,0 0 0,0 1 0,0-1 0,1 0 0,-1 0 0,0 0 0,0 0 0,0 0 0,0 0 0,0 0 0,0 0 0,0 1 0,0-1 0,1 0 0,-1 0 0,0 0 0,0 0 0,0 0 0,0 0 0,0 1 0,0-1 0,0 0 0,0 0 0,6 38 0,-6-38 0,2 31 0,1 13 0,1 0 0,2-1 0,17 60 0,-21-99 0,-1 0 0,0 0 0,1-1 0,0 1 0,0 0 0,0-1 0,0 1 0,1-1 0,-1 0 0,1 0 0,0 0 0,0 0 0,6 4 0,-7-5 0,0-1 0,1 0 0,-1 0 0,1 0 0,-1-1 0,1 1 0,-1-1 0,1 1 0,-1-1 0,1 0 0,0 0 0,-1 0 0,1 0 0,0 0 0,-1-1 0,1 1 0,-1-1 0,1 1 0,-1-1 0,1 0 0,-1 0 0,4-2 0,-1 0 0,1 0 0,0-1 0,-1 0 0,0 0 0,0 0 0,0 0 0,-1-1 0,1 0 0,-1 0 0,6-9 0,-4 4 0,-1 1 0,-1-1 0,0 0 0,0 0 0,4-20 0,-3-3 0,-1-1 0,-2 1 0,-1-37 0,-1 66 0,0 3 0,0-8 0,0-1 0,-1 1 0,-3-18 0,3 24 0,0 0 0,0 1 0,0-1 0,0 0 0,-1 1 0,1 0 0,0-1 0,-1 1 0,0 0 0,0 0 0,0-1 0,0 2 0,0-1 0,0 0 0,0 0 0,0 1 0,-4-3 0,-4 0-114,1 0 1,-1 1-1,1 0 0,-1 0 0,0 1 1,0 0-1,-1 1 0,1 0 0,0 1 1,0 0-1,-20 3 0,11 1-6712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27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2 24575,'6'-2'0,"-5"3"0,-3 11 0,0 27 0,2 0 0,2-1 0,1 0 0,2 1 0,2-1 0,1-1 0,24 69 0,-25-89 0,9 30 0,-15-43 0,-1-1 0,1 0 0,-1 0 0,0 0 0,0 0 0,0 0 0,-1 0 0,1 0 0,-1 0 0,1 0 0,-1 0 0,0 0 0,0 0 0,-2 3 0,-1-1 0,1 1 0,-1-1 0,0 0 0,-1 0 0,1-1 0,-1 1 0,-10 6 0,-42 24 0,37-23 0,-8 5 0,10-6 0,-1 0 0,0-1 0,0 0 0,-29 8 0,28-15-1365,7-4-5461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27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18 24575,'0'-1'0,"-1"0"0,1 0 0,-1 0 0,1 1 0,-1-1 0,1 0 0,-1 0 0,1 0 0,-1 1 0,0-1 0,1 0 0,-1 1 0,0-1 0,0 1 0,0-1 0,1 1 0,-1-1 0,0 1 0,0 0 0,0-1 0,0 1 0,0 0 0,0 0 0,0-1 0,0 1 0,1 0 0,-3 0 0,-25-2 0,26 2 0,0 0 0,1 1 0,-1-1 0,0 1 0,1-1 0,-1 1 0,1 0 0,-1-1 0,1 1 0,-1 0 0,1 0 0,0 0 0,-1 0 0,1 0 0,0 0 0,0 0 0,-1 1 0,1-1 0,0 0 0,1 1 0,-1-1 0,0 1 0,0-1 0,0 1 0,1-1 0,-1 1 0,1 0 0,-1-1 0,1 1 0,0 0 0,0 1 0,-2 8 0,1 0 0,1 0 0,0 17 0,1-21 0,2 28 0,1 1 0,2-1 0,10 36 0,40 101 0,-33-104 0,-21-63 17,0 0 0,-1 0 1,0 0-1,0 0 0,-1 0 0,1 5 0,-1-9-52,0 0 1,0 0-1,0 0 1,0 0-1,0 0 1,0-1-1,-1 1 1,1 0-1,0 0 1,-1 0-1,1-1 1,0 1-1,-1 0 0,1 0 1,-1-1-1,1 1 1,-1 0-1,1-1 1,-1 1-1,0 0 1,1-1-1,-1 1 1,0-1-1,1 1 1,-1-1-1,0 0 1,0 1-1,0-1 0,1 0 1,-1 1-1,0-1 1,0 0-1,0 0 1,0 0-1,1 0 1,-1 1-1,0-1 1,0-1-1,0 1 1,0 0-1,0 0 0,-1 0 1,-11-3-6792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43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17 358 24575,'0'0'0,"0"0"0,0-1 0,1 1 0,-1-1 0,0 1 0,0 0 0,1-1 0,-1 1 0,0 0 0,0-1 0,1 1 0,-1 0 0,0-1 0,1 1 0,-1 0 0,1 0 0,-1 0 0,0-1 0,1 1 0,-1 0 0,1 0 0,-1 0 0,0 0 0,1 0 0,-1 0 0,1 0 0,-1 0 0,1 0 0,-1 0 0,1 0 0,0-1 0,43-4 0,-1 1 0,77 3 0,-48 1 0,438-1 0,-477 0 0,-30-2 0,-9-3 0,-17-8 0,-1 1 0,-34-13 0,-38-12 0,-139-35 0,-110-6 0,278 64 0,132 14 0,-17 2 0,386 3 0,-418-4 0,-1-1 0,1 0 0,26-7 0,-27 2 0,-13-2 0,-3 7 0,0-1 0,0 1 0,0 0 0,0 0 0,0 0 0,0 0 0,0 0 0,0 0 0,-1 0 0,1 0 0,0 0 0,-1 1 0,1-1 0,-1 1 0,-1-1 0,-15-5 0,0 1 0,-1 0 0,-35-3 0,-63 2 0,75 5 0,-6-1 0,12-1 0,0 2 0,0 2 0,-38 5 0,71-5 0,0-1 0,1 1 0,-1 0 0,0 0 0,1 0 0,-1 0 0,1 0 0,-1 0 0,-2 3 0,5-4 0,-1 1 0,1-1 0,-1 1 0,1-1 0,-1 1 0,1-1 0,0 1 0,-1-1 0,1 1 0,0 0 0,0-1 0,-1 1 0,1 0 0,0-1 0,0 1 0,0 0 0,0-1 0,0 1 0,0 0 0,0-1 0,0 1 0,0 0 0,0-1 0,0 1 0,1 0 0,-1-1 0,0 1 0,0 0 0,1-1 0,-1 1 0,0 0 0,1-1 0,-1 1 0,0-1 0,1 1 0,-1-1 0,1 1 0,-1-1 0,1 1 0,-1-1 0,2 1 0,5 5 0,0 1 0,1-2 0,0 1 0,1-1 0,-1 0 0,1-1 0,0 1 0,11 2 0,84 23 0,-71-22 0,49 13 0,1-3 0,165 12 0,-239-30 0,25 1 0,-32-1 0,-1-1 0,1 1 0,0 0 0,-1 0 0,1-1 0,0 1 0,-1-1 0,1 1 0,-1-1 0,1 1 0,0-1 0,-1 0 0,0 0 0,2-1 0,-2 1 0,-1 1 0,0-1 0,0 1 0,0-1 0,0 1 0,0-1 0,1 1 0,-1-1 0,0 0 0,0 1 0,0-1 0,0 1 0,-1-1 0,1 1 0,0-1 0,0 1 0,0-1 0,0 0 0,0 1 0,-1-1 0,1 1 0,0-1 0,-1 1 0,1-1 0,0 1 0,-1 0 0,1-1 0,0 1 0,-1-1 0,1 1 0,-1 0 0,1-1 0,-1 1 0,1 0 0,-1 0 0,0-1 0,-22-13 0,-3 2 0,-1 2 0,0 1 0,-1 1 0,-34-4 0,27 4 0,-203-31 0,229 38 0,-33-1 0,40 2 0,0 0 0,-1 0 0,1 0 0,0 0 0,0 1 0,0-1 0,0 1 0,0 0 0,0-1 0,1 1 0,-1 0 0,0 0 0,0 0 0,0 0 0,-2 3 0,4-4 0,-1 1 0,1 0 0,-1-1 0,1 1 0,0-1 0,-1 1 0,1 0 0,0-1 0,0 1 0,0 0 0,-1-1 0,1 1 0,0 0 0,0-1 0,0 1 0,0 0 0,0 0 0,0-1 0,0 1 0,0 0 0,1-1 0,-1 1 0,0 0 0,0-1 0,0 1 0,1 0 0,-1-1 0,0 1 0,1-1 0,-1 1 0,1 0 0,-1-1 0,1 1 0,3 4 0,0-1 0,0 0 0,1 0 0,-1-1 0,1 1 0,0-1 0,0 0 0,0 0 0,10 3 0,58 19 0,-69-24 0,67 17 0,1-2 0,1-4 0,123 4 0,-98-15 0,0-4 0,125-20 0,-221 23 0,12-2 0,0 0 0,1-1 0,-2 0 0,1-1 0,0-1 0,14-7 0,-27 12 0,0 0 0,0-1 0,0 1 0,0-1 0,0 1 0,-1-1 0,1 0 0,0 1 0,0-1 0,-1 0 0,1 1 0,-1-1 0,1 0 0,-1 0 0,1 0 0,-1 0 0,1-1 0,-1 2 0,0 0 0,0-1 0,0 1 0,0-1 0,0 1 0,0-1 0,0 1 0,0-1 0,-1 1 0,1 0 0,0-1 0,0 1 0,-1-1 0,1 1 0,0 0 0,0-1 0,-1 1 0,1 0 0,0-1 0,-1 1 0,1 0 0,0 0 0,-1-1 0,0 1 0,-3-2 0,0 0 0,0 1 0,0-1 0,-1 1 0,-5-1 0,-394-42 0,354 41 0,-540-9 0,448 13 0,124-1 0,15 0 0,9 1 0,5 1 0,115 26 0,164 58 0,-89-23 0,-155-49 0,6 2 0,1-2 0,62 7 0,-112-20 0,-1-1 0,1 0 0,-1 0 0,1 0 0,0 0 0,-1 0 0,1-1 0,-1 1 0,4-2 0,-5 2 0,-1 0 0,1-1 0,-1 1 0,1 0 0,-1-1 0,1 1 0,-1 0 0,1-1 0,-1 1 0,1-1 0,-1 1 0,0 0 0,1-1 0,-1 1 0,0-1 0,1 0 0,-1 1 0,0-1 0,0 1 0,1-1 0,-1 1 0,0-1 0,0 0 0,0 1 0,0-2 0,0 0 0,-1-1 0,0 0 0,0 0 0,0 0 0,0 0 0,0 1 0,0-1 0,-1 0 0,0 1 0,1-1 0,-1 1 0,0 0 0,0 0 0,-3-3 0,-12-11 0,0 1 0,-1 1 0,-33-21 0,-65-29 0,105 59 0,-90-43 0,261 99 0,55 20 0,-190-58 0,-27-13 0,0 0 0,0 0 0,0 0 0,0 0 0,0 0 0,0-1 0,-1 1 0,1-1 0,0 1 0,0-1 0,-2-1 0,-176-52-1365,125 38-5461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50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1966 845 24575,'-14'-457'0,"13"346"0,-2-10 0,3 120 0,-1-1 0,1 0 0,0 1 0,-1-1 0,1 1 0,-1-1 0,0 1 0,1-1 0,-1 1 0,0 0 0,0-1 0,0 1 0,0 0 0,0 0 0,0-1 0,0 1 0,-1 0 0,1 0 0,0 0 0,-1 1 0,1-1 0,0 0 0,-1 0 0,1 1 0,-1-1 0,-2 0 0,-5-1 0,0 0 0,0 1 0,-16-1 0,1 0 0,-31-10 0,1-2 0,1-2 0,-52-24 0,72 27 0,19 9 0,0-1 0,0 2 0,-1 0 0,0 1 0,1 0 0,-1 2 0,-20 0 0,-104 17 0,106-11 0,-36 6 0,-7 1 0,-1-3 0,-100 1 0,167-11 0,-13-1 0,0 1 0,0 1 0,0 1 0,0 1 0,-37 9 0,-337 135 0,392-144 0,0-1 0,0 1 0,0 0 0,0 0 0,1 1 0,-1 0 0,1-1 0,0 1 0,0 1 0,0-1 0,1 1 0,-1-1 0,1 1 0,0 0 0,1 0 0,-1 0 0,1 1 0,0-1 0,0 0 0,-1 8 0,-1 10 0,0 1 0,2-1 0,0 38 0,1-40 0,2 25 0,0 24 0,-2-63 0,1 1 0,-1-1 0,-1 1 0,0-1 0,0 0 0,-4 12 0,5-18 0,1 0 0,0 0 0,-1 0 0,1 0 0,-1 0 0,1 0 0,-1 0 0,1 0 0,-1 0 0,0 0 0,0 0 0,1-1 0,-1 1 0,0 0 0,0 0 0,0-1 0,0 1 0,0-1 0,0 1 0,0 0 0,0-1 0,0 0 0,0 1 0,0-1 0,0 0 0,0 1 0,0-1 0,0 0 0,0 0 0,0 0 0,-1 0 0,1 0 0,0 0 0,0 0 0,0-1 0,0 1 0,0 0 0,0-1 0,0 1 0,0 0 0,0-1 0,0 1 0,0-1 0,0 0 0,0 1 0,0-1 0,0 0 0,0 0 0,1 1 0,-1-1 0,-1-2 0,-5-5 0,-1-1 0,2 1 0,-1-1 0,-4-11 0,8 16 0,-4-11 0,-1-1 0,2 0 0,0 0 0,1-1 0,-5-31 0,1 7 0,1 21 0,4 17 0,5 13 0,1 2 0,1-1 0,0 1 0,0-1 0,2 0 0,-1 0 0,1 0 0,1-1 0,11 17 0,-13-22 0,0-1 0,0 0 0,0 0 0,0 0 0,1 0 0,0 0 0,0-1 0,0 0 0,0 0 0,0-1 0,0 1 0,1-1 0,-1 0 0,1-1 0,0 1 0,-1-1 0,1 0 0,0-1 0,9 1 0,0-2 0,0 0 0,0-1 0,-1-1 0,1-1 0,-1 0 0,0 0 0,0-1 0,19-11 0,12-8 0,45-34 0,-48 31 0,64-39-1365,-85 54-5461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59.0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24575,'0'6'0,"0"17"0,0 17 0,0 25 0,0 11 0,3-2 0,1-4 0,3-11 0,0-13 0,-1-11 0,-2-8 0,-1-1 0,-1-3-8191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59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24575,'0'44'0,"4"172"0,-1-161 0,21 101 0,-24-155 0,2 10 0,1 0 0,0 0 0,0-1 0,8 14 0,-10-22 0,0 1 0,0-1 0,1 0 0,-1 0 0,1 0 0,0 0 0,-1 0 0,1 0 0,0-1 0,0 1 0,0 0 0,0-1 0,1 0 0,-1 1 0,0-1 0,1 0 0,-1 0 0,0 0 0,1-1 0,-1 1 0,1-1 0,-1 1 0,1-1 0,3 0 0,28-2-1365,-19 0-5461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8:59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111 221 24575,'-12'0'0,"-10"0"0,-5 0 0,1 0 0,6 0 0,16-3 0,21-7 0,19-5 0,25-12 0,14-7 0,3-4 0,-9 5 0,-12 7 0,-17 6 0,-15 6-8191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00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462 1 24575,'0'0'0,"-1"0"0,1 0 0,0 0 0,-1 0 0,1 0 0,0 0 0,-1 0 0,1 0 0,-1 0 0,1 1 0,0-1 0,0 0 0,-1 0 0,1 0 0,0 1 0,-1-1 0,1 0 0,0 0 0,0 0 0,-1 1 0,1-1 0,0 0 0,0 1 0,-1-1 0,1 0 0,0 1 0,0-1 0,0 0 0,0 1 0,-1 0 0,-19 38 0,1 1 0,-16 51 0,10-24 0,16-45 0,-187 456 0,189-462 0,5-9 0,-1 0 0,0 0 0,-1 0 0,1 0 0,-1 0 0,-1-1 0,1 1 0,-9 8 0,12-15 0,0 1 0,1-1 0,-1 1 0,0-1 0,0 0 0,0 1 0,1-1 0,-1 0 0,0 0 0,0 1 0,0-1 0,0 0 0,0 0 0,0 0 0,0 0 0,1 0 0,-1 0 0,0 0 0,0 0 0,0-1 0,0 1 0,0 0 0,0 0 0,1-1 0,-1 1 0,0-1 0,0 1 0,1-1 0,-1 1 0,0-1 0,0 1 0,1-1 0,-1 1 0,1-1 0,-1 0 0,0 1 0,1-1 0,-1 0 0,0-1 0,-17-33 0,17 33 0,-18-58 0,15 43 0,-1 0 0,-8-17 0,13 34 0,0 0 0,0 0 0,0 0 0,0 0 0,0 0 0,0 0 0,0 0 0,0 0 0,0 0 0,0 0 0,0 1 0,0-1 0,0 0 0,0 0 0,0 0 0,-1 0 0,1 0 0,0 0 0,0 0 0,0 0 0,0 0 0,0 0 0,0 0 0,0 0 0,0 0 0,0 0 0,0 0 0,0 0 0,0 0 0,0 0 0,0 1 0,0-1 0,0 0 0,0 0 0,-1 0 0,1 0 0,0 0 0,0 0 0,0 0 0,0 0 0,0 0 0,0 0 0,0 0 0,0 0 0,0 0 0,0 0 0,0 0 0,0 0 0,0-1 0,-1 1 0,1 0 0,0 0 0,0 0 0,0 0 0,0 0 0,0 0 0,0 0 0,0 0 0,0 0 0,0 0 0,0 0 0,0 0 0,0 0 0,0 0 0,0 0 0,-3 11 0,1 12 0,2-17 0,-1 10 0,1 1 0,1 0 0,0 0 0,1-1 0,6 20 0,-7-33 0,0 1 0,0 0 0,0-1 0,1 0 0,0 1 0,0-1 0,0 0 0,0 0 0,0 0 0,0 0 0,1 0 0,0 0 0,-1-1 0,1 1 0,0-1 0,0 0 0,0 0 0,1 0 0,-1 0 0,0-1 0,1 1 0,-1-1 0,1 0 0,0 0 0,-1 0 0,1 0 0,0-1 0,-1 1 0,7-1 0,-2-1-124,-1 0 0,0 0 0,1 0 0,-1-1 0,0 0 0,0-1-1,0 0 1,-1 0 0,1 0 0,7-6 0,9-6-6702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49:01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16 24575,'-1'-1'0,"1"0"0,0 1 0,0-1 0,-1 0 0,1 1 0,0-1 0,-1 0 0,1 1 0,0-1 0,-1 1 0,1-1 0,-1 1 0,1-1 0,-1 1 0,1-1 0,-1 1 0,0-1 0,1 1 0,-1 0 0,0-1 0,1 1 0,-1 0 0,0 0 0,1-1 0,-1 1 0,0 0 0,-1 0 0,-21-2 0,14 3 0,1 1 0,-1 0 0,1 0 0,-1 1 0,1 0 0,0 1 0,0 0 0,-14 9 0,2 0 0,-37 33 0,53-42 0,0 0 0,0 0 0,0 0 0,1 1 0,-1-1 0,1 1 0,0 0 0,0 0 0,1 0 0,0 0 0,0 1 0,0-1 0,0 1 0,1-1 0,0 1 0,-1 10 0,2-8 0,1-1 0,-1 1 0,2-1 0,-1 1 0,1-1 0,0 0 0,0 0 0,1 0 0,0 0 0,0 0 0,1-1 0,6 10 0,-3-7 0,0-1 0,1 1 0,12 9 0,-11-10 0,-1-1 0,0 1 0,10 15 0,-17-22 5,0 1 0,0-1 0,0 1 0,-1-1 0,1 1 0,0 0 0,-1-1 0,0 1 0,1 0 0,-1-1 0,0 1 0,0 0 0,0-1 0,0 1 0,0 0 0,0 0 0,0-1 0,-1 1 0,1 0 0,-1-1 0,1 1 0,-1-1 0,0 3 0,-1-2-119,1 1 0,-1-1-1,0 1 1,0-1 0,0 0 0,0 0-1,0 0 1,0 0 0,0 0 0,-1 0-1,1-1 1,-5 3 0,-6 1-6712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55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58 24575,'-3'0'0,"-4"0"0,6 0 0,8 0 0,9-3 0,5-1 0,2-3 0,0 0 0,-1 1 0,-4-1 0,-2 0 0,-4-1 0,-4 0-8191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0:55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24575,'0'3'0,"3"4"0,13 4 0,13 0 0,13-2 0,18-2 0,8-3 0,-3-2 0,-5-1 0,-10 0 0,-11-2 0,-9-2 0,-9-5 0,-6 0 0,-5 1-8191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1:09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24575,'17'15'0,"1"-1"0,1-1 0,0 0 0,0-2 0,1 0 0,0-1 0,1-1 0,25 7 0,1-2 2,0-1 1,76 10-1,102-2-107,-21-15-59,0-8 0,248-37 0,-373 28 164,-50 4 0,-29 7 0,1 0 0,-1 0 0,0 0 0,0 0 0,0 0 0,0 0 0,0 0 0,0 0 0,0 0 0,1 0 0,-1 0 0,0 0 0,0 0 0,0 0 0,0 0 0,0 0 0,0 0 0,0-1 0,1 1 0,-1 0 0,0 0 0,0 0 0,0 0 0,0 0 0,0 0 0,0 0 0,0 0 0,0 0 0,0-1 0,0 1 0,0 0 0,0 0 0,0 0 0,0 0 0,0 0 0,0 0 0,0-1 0,0 1 0,0 0 0,0 0 0,0 0 0,0 0 0,0 0 0,0 0 0,0-1 0,0 1 0,0 0 0,0 0 0,0 0 0,-14-5 0,-21 0 0,-64 0 0,68 4 0,-937-4 555,799 5-520,142 1-35,23 0 0,19 1 0,549 7-223,503-64-925,-1043 53 1143,4 1 5,-1-2-1,52-12 0,-58 6 285,-21 9-316,0 0 0,1-1-1,-1 1 1,0 0 0,0 0 0,1-1-1,-1 1 1,0 0 0,0-1-1,0 1 1,1 0 0,-1-1 0,0 1-1,0 0 1,0-1 0,0 1 0,0 0-1,0-1 1,1 1 0,-1 0 0,0-1-1,0 1 1,0 0 0,0-1 0,0 1-1,0-1 1,-1 1 0,1 0 0,0-1-1,0 1 1,0 0 0,0-1-1,0 1 1,0 0 0,-1-1 0,1 1-1,0 0 1,0-1 0,-1 1 0,1 0-1,0 0 1,0-1 0,-1 1 0,-13-9-5646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1:10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2 24575,'-15'-1'0,"-1"1"0,1 1 0,-1 0 0,1 1 0,-1 1 0,1 0 0,0 1 0,-27 12 0,41-16 0,0 0 0,1 0 0,-1 0 0,1 0 0,-1 0 0,1 1 0,-1-1 0,1 0 0,-1 0 0,1 1 0,-1-1 0,1 0 0,-1 1 0,1-1 0,-1 0 0,1 1 0,0-1 0,-1 1 0,1-1 0,0 1 0,-1-1 0,1 1 0,0-1 0,-1 1 0,1-1 0,0 1 0,0-1 0,0 1 0,0 0 0,0-1 0,0 1 0,-1-1 0,1 1 0,0-1 0,1 1 0,-1 0 0,0-1 0,0 1 0,0-1 0,0 1 0,0-1 0,0 1 0,1 0 0,-1-1 0,0 1 0,1-1 0,-1 1 0,0-1 0,1 0 0,-1 1 0,0-1 0,1 1 0,-1-1 0,1 0 0,-1 1 0,1-1 0,-1 0 0,1 1 0,-1-1 0,1 0 0,0 1 0,5 2 0,-1-1 0,1 1 0,-1-1 0,13 3 0,26 3 0,1-3 0,0-1 0,57-3 0,12 1 0,-170 7 0,-64-7 0,0-5 0,-147-22 0,317 33 0,-1 2 0,-1 2 0,60 23 0,-99-31 30,0 0 0,-1 0 0,16 11 0,-22-14-108,0 1 0,0 0-1,0-1 1,0 1 0,0 0 0,0 0 0,-1 0 0,1 1 0,-1-1-1,1 0 1,-1 1 0,0-1 0,0 0 0,0 1 0,0 0-1,-1-1 1,1 1 0,0 2 0,-3 22-6748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1:19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1131 389 24575,'-25'0'0,"-22"-1"0,-1 2 0,1 3 0,-73 13 0,-86 24 0,-55 14 0,243-48 0,0 0 0,0 2 0,1 0 0,0 0 0,0 2 0,-21 17 0,15-7 0,1 1 0,1 0 0,1 1 0,1 2 0,-18 31 0,-1-2 0,31-43 0,0-1 0,1 2 0,1-1 0,0 1 0,0-1 0,1 1 0,1 0 0,0 1 0,-2 20 0,1 8 0,4 66 0,2-55 0,-3-48 0,1 0 0,1 0 0,-1 0 0,1 0 0,-1 0 0,1 0 0,0 0 0,1 0 0,-1 0 0,1 0 0,-1-1 0,5 7 0,-2-5 0,0-1 0,0 0 0,0-1 0,1 1 0,-1-1 0,1 1 0,0-1 0,8 3 0,23 10 0,1-2 0,0-2 0,1-1 0,1-2 0,63 7 0,105 7 0,268 13 0,1-35 0,-39 0 0,-100 25 0,-1 24 0,-51-14 0,-112-16 0,70 9 0,258 36 0,-163-25 0,486-3 0,-435-40 0,163 2 0,-265 9 0,95 1 0,-154-8 0,201 2 0,1 25 0,-412-26 0,962 81-641,275-74 641,-850-11 0,-77-1 0,487-70 0,-748 63 0,162-30 0,-216 37 32,0-1 0,-1 0 0,0-1 0,0 0 0,0-1 0,0-1 0,-1 0 0,0 0 0,19-18 0,-24 20-13,-1-1 0,1 0 0,-1 0 0,0-1 0,0 0 0,0 1 0,-1-2-1,0 1 1,-1 0 0,0-1 0,0 1 0,0-1 0,-1 0 0,0 0 0,-1 0-1,2-16 1,-4 20-19,1 0 0,-1-1 0,0 1 0,0 0 0,0 0 0,-1 0 0,1 0 0,-1 0 0,0 0 0,0 0 0,0 0 0,-1 1 0,1-1 0,-1 1 0,0-1 0,0 1 0,-5-4 0,-7-5 0,0 1 0,-30-16 0,18 11 0,-30-24 0,-73-66 0,73 58 0,-67-45 0,34 39 0,-3 4 0,-2 4 0,-2 4 0,-178-52 0,-29 32 29,-16 25-424,22 9-1071,-78-1 495,-78 3-1446,-620-6 1674,-19 21-1520,545 6 797,104-4 1181,55-10-855,52-10 876,-172-41 817,8-22 654,117 21-1256,-952-136 6620,1040 178-5021,-499 15-1,737 16-1549,0 4 0,-78 16 0,99-13 0,0 2 0,0 1 0,1 2 0,-54 29 0,-210 154 0,274-178 0,-6 2 0,18-12 0,1 0 0,0 0 0,-14 14 0,24-19 0,-1-1 0,2 0 0,-1 1 0,0 0 0,1-1 0,-1 1 0,1 0 0,0 0 0,1 0 0,-1 1 0,1-1 0,0 0 0,0 1 0,0-1 0,0 9 0,0 4-455,1-1 0,-6 27 0,3-31-6371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1:27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1282 24575,'97'-29'0,"1"5"0,1 3 0,1 6 0,1 3 0,135 3 0,177 12 0,178-3 0,-131-35 0,21 0 0,-302 32 0,232 26 0,-254-6 0,293-6 0,242-56 0,-561 43 0,-19 1 0,-109 0 0,-1 1 0,0 0 0,0-1 0,0 1 0,0-1 0,1 0 0,-1 0 0,0 0 0,0 0 0,0 0 0,-1 0 0,1 0 0,0-1 0,0 1 0,-1-1 0,1 1 0,-1-1 0,1 1 0,-1-1 0,0 0 0,1 0 0,-1 0 0,0 0 0,0 0 0,0 0 0,-1 0 0,1 0 0,0 0 0,-1 0 0,0-1 0,1 1 0,-1-4 0,1-8 0,-1 0 0,0 0 0,-1 0 0,-3-15 0,3 24 0,-4-22 0,-1 1 0,-2 0 0,0 1 0,-23-48 0,-62-90 0,-84-84 0,-16 13 0,162 197 0,25 30 0,0-1 0,-1 1 0,1-1 0,-1 2 0,-1-1 0,1 1 0,-1 0 0,0 1 0,0 0 0,-1 0 0,0 1 0,-17-7 0,3 5 0,-2 2 0,1 0 0,0 1 0,-37 0 0,-102 13 0,138-7 0,-991 114-1130,383-39 95,127-22-721,-901 112 1301,1392-166 868,11-2-165,-1 1 0,1-1-1,0 1 1,-1-1 0,1 1-1,0 1 1,0-1 0,0 1-1,-1-1 1,2 1 0,-1 0-1,0 1 1,0-1 0,1 1 0,-6 4-1,-20 19-247,-2-2 0,-1 0 0,-40 21 0,33-21 0,-67 54 0,98-70 31,1 0 0,-1 1 0,2 0 0,-1 0 0,1 1 0,0-1 0,1 1 0,1 1 1,-1-1-1,-2 12 0,0 3-458,0 1 0,2 0 1,-1 29-1,4-39-6399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1:28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1 24575,'0'529'0,"1"-524"0,-1-1 0,-1 1 0,1-1 0,0 0 0,-1 1 0,0-1 0,0 0 0,0 0 0,-1 0 0,-3 7 0,4-10 0,0 1 0,0-1 0,0 0 0,-1 0 0,1 0 0,0 0 0,-1 0 0,1 0 0,-1 0 0,1 0 0,-1-1 0,1 1 0,-1 0 0,0-1 0,1 1 0,-1-1 0,0 0 0,0 0 0,1 0 0,-1 0 0,0 0 0,1 0 0,-1 0 0,0 0 0,0-1 0,1 1 0,-1 0 0,0-1 0,-1-1 0,-5 0 0,0-1 0,0-1 0,1 1 0,0-1 0,-1-1 0,2 1 0,-12-10 0,-40-45 0,29 30 0,29 28 0,0 1 0,0 0 0,0-1 0,-1 1 0,1 0 0,0 0 0,0-1 0,0 1 0,-1 0 0,1 0 0,0-1 0,-1 1 0,1 0 0,0 0 0,0 0 0,-1 0 0,1 0 0,0-1 0,-1 1 0,1 0 0,0 0 0,-1 0 0,1 0 0,0 0 0,-1 0 0,1 0 0,-1 0 0,1 0 0,0 0 0,-1 0 0,1 0 0,0 0 0,-1 0 0,1 1 0,-3 11 0,7 18 0,-2-24 0,1-1 0,-1 1 0,1-1 0,1 1 0,-1-1 0,1 0 0,0-1 0,0 1 0,1-1 0,-1 1 0,1-1 0,0-1 0,0 1 0,0-1 0,1 1 0,-1-2 0,1 1 0,11 3 0,-12-4 0,-1-1 0,1 0 0,0 0 0,0 0 0,0 0 0,0-1 0,0 0 0,0 0 0,0-1 0,0 1 0,0-1 0,0 0 0,0 0 0,0-1 0,-1 1 0,1-1 0,-1 0 0,1-1 0,-1 1 0,1-1 0,-1 0 0,0 0 0,6-6 0,-6 5-114,-1 1 1,0-1-1,0 1 0,0-1 0,-1 0 1,1 0-1,-1 0 0,0-1 0,0 1 1,-1-1-1,2-5 0,0-3-6712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1:30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 24575,'7'289'0,"-1"-209"0,27 126 0,-16-143 0,-17-63 0,1 1 0,-1-1 0,0 1 0,0-1 0,0 1 0,0-1 0,0 1 0,0-1 0,0 1 0,0-1 0,0 1 0,0-1 0,0 1 0,0-1 0,0 1 0,0-1 0,0 1 0,0-1 0,0 1 0,-1-1 0,1 1 0,0-1 0,0 0 0,-1 1 0,1-1 0,0 1 0,-1 0 0,-12-5 0,-12-16 0,4-2 0,-36-49 0,42 56 0,15 14 0,0 1 0,-1 0 0,1 0 0,0 0 0,-1 0 0,1 0 0,0-1 0,-1 1 0,1 0 0,0 0 0,-1 0 0,1 0 0,0 0 0,-1 0 0,1 0 0,0 0 0,-1 0 0,1 1 0,0-1 0,-1 0 0,1 0 0,0 0 0,-1 0 0,1 0 0,0 0 0,0 1 0,-1-1 0,1 0 0,0 0 0,-1 1 0,0 1 0,0 1 0,-1 0 0,1-1 0,0 1 0,1 0 0,-1-1 0,0 1 0,1 0 0,0 0 0,0 0 0,0 4 0,-1 9 0,2 1 0,0 0 0,1-1 0,1 1 0,4 17 0,-4-26 0,-1-1 0,1 0 0,0 0 0,1 0 0,-1 0 0,6 6 0,-7-10 0,1 0 0,-1-1 0,1 1 0,-1 0 0,1-1 0,0 1 0,0-1 0,0 0 0,1 0 0,-1-1 0,0 1 0,1 0 0,3 0 0,-5-1 0,0-1 0,0 1 0,1-1 0,-1 0 0,0 0 0,0 0 0,0 0 0,0 0 0,0 0 0,1 0 0,-1-1 0,0 1 0,0-1 0,0 0 0,0 1 0,0-1 0,3-2 0,-1 0 0,-1 1 0,0-1 0,0 0 0,0 0 0,0 0 0,0 0 0,-1-1 0,4-5 0,2-6 0,-1 0 0,-1 0 0,7-26 0,-12 39 0,8-29-1365,-3 4-5461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2:23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2:24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2:24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2:25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24575,'3'0'0,"1"3"0,3 1 0,0 3 0,2 0 0,3 2 0,4 2 0,4 3 0,0-2 0,4 1 0,0-2 0,-1-3 0,-4-3-8191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2:27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903 1364 24575,'162'7'0,"-24"0"0,1210-2-663,-773-7 482,-162 19 679,-88-2-152,1047-9-909,-801-8 415,1942-74-1312,-2494 75 1460,970-58-268,-2 33 7,-335 29 2961,-545 2-2700,125 22 0,-136-14 0,590 116 0,-663-123 0,10 4 0,0-3 0,1 0 0,-1-2 0,44 0 0,83 5 0,-127-6 0,-21-4 0,1 0 0,-1-1 0,0 0 0,0 0 0,0-2 0,0 1 0,0-2 0,-1 1 0,1-1 0,-1-1 0,15-9 0,1-1 0,-2-2 0,0-1 0,30-28 0,-38 31 0,-1-2 0,-1 0 0,0-1 0,-1 0 0,-1-1 0,-1 0 0,12-27 0,-16 28 0,-1 1 0,0-1 0,-2-1 0,0 1 0,-1-1 0,-1 1 0,-1-1 0,0 0 0,-2-22 0,-1 28 0,-1 0 0,-1 0 0,0 0 0,0 1 0,-1 0 0,-1-1 0,0 1 0,-11-17 0,-8-9 0,-31-38 0,41 57 0,-9-11 0,-6-11 0,-2 1 0,-1 2 0,-75-67 0,83 86 0,-8-7 0,-2 1 0,-43-25 0,18 22 0,0 4 0,-88-25 0,82 28 0,-122-33-127,-2 9 0,-2 7 0,-254-16-1,-585 27-381,45 48-954,561-9 525,-42 2-227,-89 7-1578,-115 9 1370,-105 6-1381,-518 38 825,132-8 740,405-27 311,113-9 658,146-10 332,142-7 334,-13-5 1927,333-7-1934,25 0 301,1-1 1,0 0-1,-20-5 3934,29 5-4515,0 0-1,0-1 1,-1 1-1,1 0 1,0-1-1,0 1 1,-1 0 0,1 0-1,0-1 1,0 1-1,-1 0 1,1 0-1,0-1 1,-1 1 0,1 0-1,0 0 1,-1 0-1,1 0 1,-1 0-1,1-1 1,0 1 0,-1 0-1,1 0 1,0 0-1,-1 0 1,1 0-1,-1 0 1,1 0-1,0 0 1,-1 1 0,-203-4 368,109 3-546,-164-19 0,196 8 19,25 3 0,0 2 0,-1 2 0,-39 0 0,75 4 0,-1 1 0,1 0 0,0-1 0,0 1 0,-1 1 0,1-1 0,0 0 0,0 1 0,0-1 0,0 1 0,1 0 0,-1 0 0,0 0 0,1 1 0,0-1 0,-1 0 0,1 1 0,0 0 0,-3 4 0,-3 6 0,0 2 0,-11 26 0,10-20 0,-13 29 0,1 0 0,3 2 0,-16 78 0,29-106 0,1 0 0,2 0 0,0 1 0,1-1 0,2 1 0,0-1 0,2 0 0,1 0 0,0 0 0,10 28 0,-6-34 0,1 0 0,0 0 0,1-1 0,1 0 0,1-1 0,0 0 0,1-1 0,1 0 0,1-1 0,-1-1 0,34 23 0,-2-6 0,2-2 0,1-2 0,55 21 0,8-4-1365,-75-29-5461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2:30.81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0,'6033'0'0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2T07:52:33.21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36,'3'-3,"4"-1,4 0,3-2,2 0,1 1,1 1,1 1,-4 2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2T07:53:34.53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1,'7'0,"0"0,1 1,-1 0,9 2,12 3,15 1,209 34,9-13,710 23,3-43,-685-9,-260 0,-19 1,0-1,0 2,0-1,-1 1,1 1,14 3,-17 0,-6-4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3:39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1365 24575,'478'-1'0,"501"3"0,-861 4 0,141 28 0,-121-13 0,38-4 0,227-5 0,-353-15 0,1-1 0,-1-3 0,-1-2 0,0-2 0,77-29 0,-120 38 0,0 0 0,0 0 0,-1-1 0,0 0 0,1 0 0,-1-1 0,-1 0 0,1 1 0,0-1 0,-1-1 0,5-5 0,-4 3 0,0 0 0,-1 0 0,-1 0 0,1-1 0,-1 1 0,0-1 0,3-15 0,10-55 0,-3-1 0,3-92 0,-17-163 0,0 323 0,-1 0 0,0 0 0,-1-1 0,0 1 0,0 1 0,-1-1 0,-1 0 0,0 1 0,-8-13 0,-8-9 0,-36-41 0,54 69 0,-23-25 0,-1 1 0,-2 1 0,0 2 0,-2 1 0,-1 1 0,-55-30 0,-221-88 0,291 134 0,5 3 0,0 1 0,0 1 0,-1 0 0,1 1 0,-1 0 0,0 1 0,1 0 0,-16 3 0,-12-2 0,-41 0 0,-99 3 0,137-1 0,0 2 0,-52 14 0,-179 65 0,165-47 0,-186 37 0,206-66 0,58-6 0,-40 8 0,-131 41 0,-447 129 0,645-179 0,1 0 0,0 0 0,-1 0 0,1 0 0,0 1 0,0-1 0,0 1 0,0 0 0,0 0 0,0 0 0,1 0 0,-1 1 0,0-1 0,1 1 0,0 0 0,0-1 0,0 1 0,0 0 0,0 0 0,0 0 0,1 1 0,0-1 0,-1 0 0,0 7 0,-1 6 0,0-1 0,2 1 0,0 0 0,1 21 0,1-13 0,-2 53 0,3 1 0,4-1 0,22 111 0,2-66 0,-1-8 0,21 171 0,-32-111-1365,-17-168-5461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3:40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582 0 24575,'23'10'0,"1"-2"0,0-1 0,0 0 0,36 4 0,-35-7 0,47 8 0,77 1 0,-131-13 0,-21-1 0,-34-4 0,-553-9 0,423 14 0,-36 0 0,384 8 0,716 2-589,-746-9 547,-259-2 90,-429 9 535,512-7-583,15-1 0,0 0 0,0 1 0,1 0 0,-1 0 0,0 1 0,1 0 0,-12 4 0,21-6 0,0 0 0,0 0 0,0 0 0,0 1 0,0-1 0,-1 0 0,1 0 0,0 0 0,0 0 0,0 0 0,0 0 0,0 0 0,0 0 0,0 0 0,0 1 0,0-1 0,0 0 0,0 0 0,0 0 0,0 0 0,0 0 0,0 0 0,-1 0 0,1 1 0,0-1 0,0 0 0,0 0 0,0 0 0,0 0 0,0 0 0,1 0 0,-1 1 0,0-1 0,0 0 0,0 0 0,0 0 0,0 0 0,0 0 0,0 0 0,0 0 0,0 1 0,0-1 0,0 0 0,0 0 0,0 0 0,0 0 0,1 0 0,-1 0 0,0 0 0,0 0 0,0 0 0,0 0 0,0 0 0,0 0 0,1 1 0,15 5 0,25 2 0,1-2 0,42 2 0,93-4 0,-138-4 0,646-27 0,-644 21 0,-31 3-66,-21 3 231,-23 4-1629,11-1-5362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3:53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2507 1643 24575,'5'0'0,"1"1"0,-1 0 0,1 0 0,-1 1 0,0 0 0,0 0 0,9 4 0,5 3 0,29 8 0,1-3 0,86 15 0,102-2 0,-206-24 0,542 27-340,1-29-138,-382-3 430,1252-14 507,-788 13-17,401-15-477,-9-31-747,-262 15-922,1164-18 665,-1787 50 549,729-44 1067,-656 30 1192,121 0-187,121-10-1495,-381 17-87,253-19 0,2 28 0,-206 12 0,135 7 0,-222-19 0,0-2 0,103-17 0,-109 8 0,0-1 0,66-27 0,-91 28 0,-1-2 0,0-1 0,0-1 0,-2-1 0,41-34 0,-26 16 0,-12 13 0,-2-2 0,-1-1 0,34-42 0,-56 62 0,0 0 0,0-1 0,0 1 0,-1-1 0,0 0 0,0 0 0,0 0 0,-1 0 0,0 0 0,0 0 0,0-1 0,0 1 0,-1-8 0,-1 5 0,0 1 0,0 0 0,0-1 0,-1 1 0,0 0 0,-1 0 0,0 0 0,-5-11 0,-3 1 0,-1 0 0,0 0 0,-1 1 0,-1 1 0,-1 0 0,-16-13 0,-24-16 0,-2 2 0,-95-52 0,-138-45 0,74 55-297,-4 10 0,-303-62 0,263 87-148,-472-25-1,-1219 44-1165,1290 32 980,-908-4-1731,229-40 1213,1070 21 3964,-131-5 1905,-113 63-4720,51 0 0,130-36 0,-282 14 0,-204 83 0,754-90 0,-744 88 0,179-84 0,416-14 0,-151 9 0,259 1 0,-151 30 0,-195 81 0,57-13 0,339-91 0,0 2 0,-91 42 0,-92 72 0,219-118 0,0 0 0,1 1 0,1 2 0,1-1 0,-28 33 0,34-33 0,0 1 0,1 0 0,0 0 0,2 1 0,0 0 0,0 1 0,-7 29 0,4 2 0,2 0 0,-6 87 0,17 100 0,-2-225 0,1 1 0,1 0 0,0 0 0,1-1 0,0 1 0,0-1 0,1 0 0,1 0 0,0 0 0,0 0 0,1-1 0,0 0 0,1 0 0,0-1 0,1 0 0,0 0 0,0-1 0,1 0 0,0 0 0,0-1 0,1 0 0,14 7 0,0-2 0,0-1 0,2-1 0,-1-2 0,1 0 0,40 6 0,140 6 0,685-14 0,-554-10 0,-333 4 0,0-1 0,0 1 0,-1-1 0,1 1 0,0-1 0,-1 0 0,1 0 0,0-1 0,-1 1 0,0-1 0,1 0 0,-1 0 0,0 0 0,0 0 0,0 0 0,0-1 0,0 1 0,4-6 0,14-11 0,0 2-1365,1 2-5461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08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11 418 24575,'-9'21'0,"8"-19"0,9-15 0,167-274 0,-123 176 0,-51 109-87,1 0 0,-1-1 0,1 1 1,0 0-1,0 0 0,0 0 0,0 0 0,0 0 0,5-2 0,-5 2-409,5-3-6330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09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 24575,'0'0'0,"0"1"0,1 0 0,-1-1 0,0 1 0,0-1 0,1 1 0,-1 0 0,1-1 0,-1 1 0,0-1 0,1 1 0,-1-1 0,1 0 0,-1 1 0,1-1 0,-1 1 0,1-1 0,-1 0 0,1 1 0,0-1 0,-1 0 0,1 0 0,-1 1 0,1-1 0,0 0 0,-1 0 0,1 0 0,0 0 0,1 0 0,23 2 0,-25-2 0,31-2 0,0-1 0,0-1 0,51-15 0,91-36 0,-125 38 0,-42 15 0,-1 0 0,1 0 0,1 1 0,-1 0 0,0 0 0,0 0 0,11 1 0,-14 0 0,0 1 0,0 0 0,0 0 0,1-1 0,-1 2 0,0-1 0,-1 0 0,1 1 0,0-1 0,0 1 0,-1 0 0,1 0 0,-1 0 0,1 0 0,-1 0 0,3 4 0,5 7 0,-1-1 0,-1 2 0,0-1 0,10 25 0,19 62 0,-28-73 0,46 135-1365,-43-131-5461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09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 24575,'-2'0'0,"-1"1"0,1-1 0,0 1 0,0 0 0,0 0 0,0 0 0,0 0 0,0 0 0,0 0 0,0 1 0,1-1 0,-1 1 0,0-1 0,1 1 0,-1-1 0,1 1 0,-1 0 0,1 0 0,0 0 0,0 0 0,0 0 0,0 0 0,-1 2 0,1-1 0,-16 29 0,1 1 0,2 1 0,1 0 0,2 1 0,2 0 0,1 0 0,1 1 0,2 0 0,0 41 0,5-50 0,1 0 0,1-1 0,2 1 0,1 0 0,11 38 0,-9-45 0,1-1 0,0 0 0,1-1 0,1 0 0,1 0 0,1-1 0,23 28 0,-29-39 0,1 1 0,0-1 0,0 0 0,0 0 0,1-1 0,0 0 0,0-1 0,0 1 0,1-1 0,0-1 0,15 5 0,-17-7 0,1 1 0,-1-2 0,0 1 0,0-1 0,0 0 0,0 0 0,1-1 0,-1 0 0,0 0 0,0-1 0,0 1 0,0-2 0,-1 1 0,1-1 0,12-7 0,-3 0 0,-1-1 0,0-1 0,-1 0 0,0-1 0,0 0 0,-2-2 0,0 1 0,0-1 0,-1-1 0,-1 0 0,-1-1 0,0 1 0,-1-2 0,-1 1 0,9-38 0,-12 38 0,0 0 0,-2 0 0,0 0 0,-1-1 0,-1 1 0,0-1 0,-2 1 0,0 0 0,0 0 0,-2-1 0,0 2 0,-1-1 0,-1 0 0,0 1 0,-2 0 0,1 1 0,-16-23 0,6 15-151,0 1-1,-1 1 0,-2 1 0,0 1 1,-1 0-1,0 2 0,-2 0 1,-33-18-1,11 12-6674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0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24575,'1'1'0,"-1"-1"0,1 0 0,0 1 0,-1-1 0,1 0 0,0 1 0,-1-1 0,1 1 0,-1-1 0,1 1 0,0-1 0,-1 1 0,1-1 0,-1 1 0,1-1 0,-1 1 0,0 0 0,1-1 0,-1 1 0,1 1 0,1 2 0,90 156 0,-5-6 0,-67-123 0,2-1 0,41 47 0,-60-74 0,0 0 0,0 0 0,1 0 0,-1 0 0,1-1 0,0 1 0,-1-1 0,1 0 0,0 0 0,0 0 0,0-1 0,1 1 0,5 0 0,-8-2 0,0 0 0,0 0 0,0 0 0,0 0 0,0-1 0,0 1 0,0-1 0,0 1 0,0-1 0,0 0 0,0 1 0,0-1 0,-1 0 0,1-1 0,0 1 0,-1 0 0,1 0 0,-1-1 0,1 1 0,-1-1 0,1 1 0,-1-1 0,0 1 0,0-1 0,0 0 0,0 0 0,0 0 0,0 1 0,0-1 0,0-3 0,3-7 0,0 0 0,-1-1 0,0 0 0,2-25 0,-3-56 0,-2 58 0,0 12-106,2-29-314,-3 1 1,-12-76-1,5 90-6406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1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133 489 24575,'1'-1'0,"0"1"0,0 0 0,0-1 0,-1 0 0,1 1 0,0-1 0,-1 1 0,1-1 0,0 0 0,-1 0 0,1 1 0,-1-1 0,1 0 0,-1 0 0,1 0 0,-1 1 0,0-1 0,1 0 0,-1 0 0,0 0 0,0 0 0,0 0 0,0 0 0,0-1 0,4-27 0,-4 26 0,1-6 0,0 0 0,-1-1 0,-1 1 0,0 0 0,0 0 0,-1-1 0,-2-9 0,3 15 0,-1 1 0,1 0 0,0 0 0,-1 0 0,0 0 0,1 0 0,-1 0 0,0 0 0,-1 0 0,1 1 0,0-1 0,-1 1 0,0 0 0,1 0 0,-1 0 0,0 0 0,0 0 0,0 0 0,0 1 0,0 0 0,-1-1 0,-3 0 0,5 2 0,1 0 0,0-1 0,-1 1 0,1 0 0,0 0 0,-1 0 0,1 0 0,0 0 0,-1 1 0,1-1 0,0 0 0,-1 1 0,1-1 0,0 1 0,0-1 0,-1 1 0,1 0 0,0-1 0,-2 2 0,1 0 0,0 1 0,-1-1 0,1 0 0,0 1 0,0 0 0,1-1 0,-1 1 0,-1 3 0,-2 6 0,0 1 0,1 0 0,-3 14 0,6-22 0,-4 18 0,1 0 0,1 0 0,1 0 0,1 0 0,4 37 0,-2-45 0,1 0 0,1-1 0,1 1 0,0 0 0,0-1 0,2 0 0,0 0 0,0 0 0,14 20 0,-16-28 0,0-1 0,0 0 0,1 0 0,0 0 0,-1-1 0,2 0 0,-1 1 0,0-2 0,1 1 0,0-1 0,0 0 0,0 0 0,0 0 0,0-1 0,0 0 0,1 0 0,-1-1 0,1 1 0,0-2 0,11 1 0,-7-1 0,-1-1 0,1-1 0,-1 0 0,0 0 0,0-1 0,0 0 0,0-1 0,-1 0 0,1 0 0,-1-1 0,0 0 0,14-11 0,-5 1 0,-1-1 0,0 0 0,-1-1 0,0-1 0,-2 0 0,0-1 0,-1-1 0,-1 0 0,-1-1 0,11-27 0,-12 21 0,-1-1 0,-1 1 0,-2-1 0,0-1 0,-2 1 0,-1-1 0,-2 0 0,-1-29 0,-1 49 0,1 1 0,-1-1 0,0 0 0,-1 1 0,0-1 0,0 1 0,-1 0 0,0 0 0,-1 0 0,1 0 0,-9-11 0,12 19 0,0-1 0,-1 1 0,1-1 0,0 1 0,-1-1 0,1 1 0,0 0 0,-1-1 0,1 1 0,-1 0 0,1-1 0,-1 1 0,1 0 0,-1-1 0,1 1 0,-1 0 0,1 0 0,-1 0 0,1 0 0,-1-1 0,0 1 0,-4 8 0,4 21 0,7 10 0,1 1 0,2-1 0,23 59 0,57 109 0,-80-186 0,-5-11 0,0 0 0,1 0 0,0 0 0,1 0 0,0-1 0,0 0 0,1-1 0,13 15 0,-20-23 0,1 1 0,-1-1 0,0 0 0,1 0 0,-1 1 0,0-1 0,1 0 0,-1 0 0,0 0 0,1 1 0,-1-1 0,0 0 0,1 0 0,-1 0 0,1 0 0,-1 0 0,0 0 0,1 0 0,-1 0 0,1 0 0,-1 0 0,0 0 0,1 0 0,-1 0 0,1 0 0,-1 0 0,0 0 0,1 0 0,-1 0 0,0-1 0,1 1 0,-1 0 0,0 0 0,1 0 0,-1-1 0,0 1 0,1 0 0,-1 0 0,0-1 0,1 1 0,-1 0 0,0-1 0,1 0 0,4-18 0,0-25 0,-2 0 0,-5-73 0,0 45 0,-8-254 0,10 324-47,-1-4-100,1-1 1,-1 1 0,1 0-1,1 0 1,-1 0-1,1 0 1,0 0-1,4-10 1,4 1-6680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1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15 24575,'-7'-2'0,"-1"-1"0,1 1 0,0 0 0,0 0 0,-1 1 0,1-1 0,-1 2 0,-10-1 0,2 2 0,-1 0 0,-27 6 0,35-5 0,1 0 0,0 1 0,0 0 0,0 0 0,1 1 0,-1 0 0,1 0 0,0 1 0,0-1 0,0 2 0,1-1 0,-8 9 0,7-5 0,-1 0 0,1 1 0,1 0 0,0 1 0,0-1 0,1 1 0,-7 21 0,4 0 0,1 1 0,1 0 0,2 0 0,2 1 0,1 42 0,2-44 0,2 0 0,1 0 0,1-1 0,2 1 0,1-1 0,2-1 0,0 0 0,2 0 0,2-1 0,0 0 0,2-1 0,27 35 0,-15-19-1365,-20-28-5461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1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24575,'4'-4'0,"1"0"0,-1 1 0,1 0 0,0 0 0,1 0 0,-1 0 0,0 1 0,1 0 0,-1 0 0,1 1 0,-1-1 0,1 1 0,0 0 0,0 1 0,0 0 0,-1-1 0,1 2 0,0-1 0,0 1 0,0 0 0,-1 0 0,1 0 0,0 1 0,-1 0 0,1 0 0,-1 0 0,0 1 0,0 0 0,0 0 0,6 5 0,51 47 0,25 20 0,-77-67 0,1-1 0,0 0 0,0-1 0,1 0 0,0-1 0,19 7 0,-27-11-151,-1 0-1,1-1 0,-1 1 0,1-1 1,-1 0-1,1 0 0,-1 0 1,7-1-1,2-3-6674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2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0 242 24575,'0'-3'0,"3"-1"0,10 0 0,12 1 0,13 1 0,19-5 0,14-11 0,5-8 0,-9-5 0,-12-1 0,-15-1 0,-15 2 0,-11 4 0,-9 6-8191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3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24575,'-1'0'0,"-1"0"0,0 1 0,1-1 0,-1 0 0,0 1 0,1-1 0,-1 1 0,1 0 0,-1-1 0,1 1 0,-1 0 0,1 0 0,-1 0 0,1 0 0,0 0 0,-1 0 0,1 0 0,0 1 0,0-1 0,0 0 0,0 1 0,0-1 0,0 1 0,0-1 0,1 1 0,-1-1 0,1 1 0,-1-1 0,1 1 0,-1 2 0,-1 7 0,0-1 0,1 1 0,0 19 0,1-29 0,1 70 0,3 0 0,17 88 0,-10-106 0,1 0 0,3-1 0,36 83 0,-46-125 0,-1-1 0,1 0 0,1 0 0,0 0 0,0-1 0,1 1 0,0-1 0,0-1 0,13 11 0,-16-15 0,0-1 0,0 1 0,0-1 0,0 0 0,0 0 0,0-1 0,1 1 0,-1-1 0,1 0 0,-1 0 0,1-1 0,-1 1 0,1-1 0,0 0 0,-1 0 0,1 0 0,-1-1 0,1 0 0,-1 0 0,1 0 0,-1 0 0,1-1 0,-1 1 0,4-3 0,-3 1 12,0 0 0,-1 0 0,1 0 0,-1-1 0,0 1 0,0-1 0,-1 0 0,1 0-1,6-9 1,-3 2-506,-1-1-1,10-22 0,-5 3-6331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0 227 24575,'0'-3'0,"0"-7"0,12-11 0,13-7 0,11-3 0,12 2 0,9 5 0,-1 7 0,-5 3 0,-8 4 0,-8 4 0,-8 3 0,-4 2 0,-4 1 0,1-3 0,6-3 0,5-4 0,-3 0-8191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3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24575,'0'69'0,"7"196"0,-3-231 0,0 0 0,3 0 0,0-1 0,3 0 0,21 52 0,-26-75 0,0 0 0,0 0 0,1 0 0,1-1 0,-1 0 0,2 0 0,9 8 0,-15-14 0,1-1 0,0 1 0,0-1 0,0 0 0,0 0 0,0 0 0,0-1 0,0 1 0,1-1 0,-1 0 0,1 0 0,-1 0 0,1 0 0,-1-1 0,1 1 0,0-1 0,-1 0 0,1 0 0,-1 0 0,1 0 0,0-1 0,-1 0 0,1 0 0,-1 0 0,6-2 0,2-3-258,0 0 1,0-1-1,-1 0 0,11-10 0,-20 16 182,14-12-6750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4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24575,'12'-4'0,"-1"0"0,1 1 0,0 0 0,0 1 0,0 0 0,13 0 0,9-1 0,38-7 0,90-24 0,-140 28 0,0-1 0,0-1 0,-1-1 0,0-1 0,-1-1 0,0-1 0,-1 0 0,25-21 0,-40 28 0,1 1 0,0 0 0,0 1 0,1-1 0,-1 1 0,1 0 0,0 1 0,-1-1 0,1 1 0,0 0 0,7-1 0,-9 2 0,0 1 0,0 0 0,0 0 0,0 0 0,0 1 0,-1-1 0,1 1 0,0 0 0,0 0 0,0 0 0,-1 0 0,1 1 0,0-1 0,-1 1 0,1 0 0,-1 0 0,0 1 0,6 4 0,9 10 0,0 1 0,-2 0 0,0 2 0,-1 0 0,-1 0 0,20 39 0,-32-55-108,11 21 350,-12-25-270,-1 0 0,0 1 0,0-1 1,0 0-1,1 1 0,-1-1 0,0 0 1,1 1-1,-1-1 0,0 0 0,0 0 1,1 1-1,-1-1 0,1 0 0,-1 0 1,0 0-1,1 0 0,-1 1 0,0-1 1,1 0-1,-1 0 0,1 0 0,-1 0 1,0 0-1,1 0 0,-1 0 0,1 0 1,-1 0-1,0 0 0,1 0 0,-1 0 1,1 0-1,-1 0 0,0-1 0,1 1 1,-1 0-1,0 0 0,1 0 0,-1 0 1,0-1-1,1 1 0,-1 0 0,0 0 1,1-1-1,-1 1 0,0 0 0,0-1 0,1 1 1,-1 0-1,0-1 0,0 1 0,0 0 1,1-1-1,6-16-6798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4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24575,'0'3'0,"0"4"0,0 4 0,0 11 0,-3 30 0,-1 6-8191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5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42 303 24575,'2'23'0,"-2"-17"0,1 1 0,-1 0 0,0-1 0,-1 1 0,-1 10 0,-6-33 0,0-12 0,0 0 0,2-1 0,-4-39 0,9 49 0,0 1 0,2-1 0,0 0 0,1 0 0,0 1 0,8-26 0,-9 41 0,0 0 0,0 0 0,0 0 0,0 0 0,1 0 0,-1 0 0,1 0 0,0 0 0,0 0 0,0 1 0,0-1 0,0 1 0,0-1 0,4-1 0,-4 3 0,0 0 0,0 0 0,0 0 0,0 1 0,0-1 0,0 1 0,0-1 0,1 1 0,-1 0 0,0 0 0,0 0 0,1 0 0,-1 0 0,0 0 0,0 0 0,1 1 0,-1 0 0,0-1 0,0 1 0,0 0 0,4 2 0,16 8 0,0 1 0,-1 1 0,21 16 0,60 53 0,-61-47 0,-15-13 0,-11-8 0,1-1 0,19 11 0,-29-20 0,0-1 0,0 0 0,0 0 0,1-1 0,-1 0 0,1 0 0,0 0 0,-1-1 0,1 0 0,9 0 0,15-2-1365,-1-3-5461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6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39 24575,'-7'0'0,"0"-1"0,0-1 0,-1 0 0,2 0 0,-1 0 0,0 0 0,-6-5 0,-13-3 0,20 8 0,0 0 0,0 0 0,0 0 0,-1 1 0,1 0 0,-1 0 0,1 1 0,-8 0 0,12 1 0,0-1 0,0 1 0,0-1 0,0 1 0,0 0 0,0 0 0,0 0 0,0 0 0,0 0 0,1 0 0,-1 0 0,0 1 0,1-1 0,-1 1 0,1-1 0,-1 1 0,1 0 0,0-1 0,0 1 0,0 0 0,0 0 0,0 0 0,0 0 0,0 0 0,1 0 0,-1 0 0,1 0 0,-1 0 0,1 3 0,-4 16 0,1 0 0,2 0 0,0 1 0,3 35 0,-1-44 0,1 0 0,0 0 0,1 0 0,1 0 0,0 0 0,1-1 0,0 1 0,12 19 0,-12-25 0,0-1 0,1 0 0,0 0 0,0 0 0,0-1 0,1 0 0,-1-1 0,1 1 0,0-1 0,1 0 0,-1-1 0,1 0 0,-1 0 0,1 0 0,0-1 0,0 0 0,12 0 0,-14-1 0,0 0 0,-1-1 0,1 0 0,0 0 0,0 0 0,0-1 0,-1 1 0,1-2 0,0 1 0,-1-1 0,1 1 0,-1-1 0,0-1 0,1 1 0,-1-1 0,0 0 0,-1 0 0,1-1 0,0 1 0,-1-1 0,0 0 0,0 0 0,0-1 0,0 1 0,3-6 0,-1-3 0,-1 1 0,0-1 0,-1 0 0,0 0 0,-1-1 0,0 1 0,1-23 0,-3 8 0,-1 0 0,-5-45 0,10 152 0,-1-58 0,2 0 0,0 0 0,15 32 0,35 58 0,5 12 0,-53-105 0,-2 1 0,0-1 0,-1 1 0,-1 0 0,2 20 0,-5-34 0,-1 0 0,1-1 0,-1 1 0,0 0 0,-1 0 0,1 0 0,-1 0 0,0-1 0,0 1 0,-1 0 0,1-1 0,-1 1 0,0-1 0,0 1 0,-1-1 0,1 0 0,-1 0 0,0 0 0,0 0 0,0 0 0,-1-1 0,1 0 0,-1 1 0,0-1 0,0-1 0,0 1 0,0 0 0,0-1 0,-8 3 0,-9 4 0,-2 0 0,1-2 0,-1 0 0,-32 4 0,-100 5 0,77-15 40,1-2 0,-139-22 0,97 1-783,-123-39 1,125 23-6084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17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1217 24575,'-9'0'0,"15"2"0,25 1 0,36 1 0,0-4 0,72-8 0,144-30-708,184-47-2127,173-56 1231,674-200-2651,-8-35 1345,-946 268 2910,-286 85 0,179-63 0,-250 85 62,0 0 0,0 0 1,0 0-1,-1-1 1,1 1-1,0-1 0,-1 1 1,1-1-1,2-2 1,-6 3-2,0 1 0,0-1 0,0 1 0,0 0 0,0-1 0,0 1 0,-1 0 0,1 0 0,0 0 0,0 0 0,0 0 0,0 0 0,0 0 0,0 0 0,0 0 0,0 1 0,0-1 0,-2 1 0,-224 40 3590,61-9-1840,-33 1-1257,-76 14 1665,-108 18-2347,-917 171-3407,4 64 2341,1284-297 1146,-94 26-60,-102 42 0,200-68 149,-1 1-1,0 0 0,1 1 1,-15 10-1,22-14-22,1-1-1,-1 0 1,1 0 0,-1 1-1,1-1 1,-1 0-1,1 1 1,-1-1 0,1 1-1,0-1 1,-1 1-1,1-1 1,0 1-1,-1-1 1,1 1 0,0-1-1,0 1 1,-1-1-1,1 1 1,0-1 0,0 1-1,0 0 1,0-1-1,0 1 1,0-1-1,0 1 1,0-1 0,0 1-1,0 0 1,0-1-1,0 1 1,0-1 0,0 1-1,1-1 1,-1 1-1,0 0 1,0-1-1,1 1 1,-1-1 0,0 1-1,1-1 1,-1 0-1,0 1 1,1-1-1,0 1 1,3 2 93,1 0-1,0 0 1,-1-1-1,1 0 1,0 0-1,0 0 1,0-1-1,0 0 1,8 1-1,61 5 1807,-49-5-1410,153 2 158,89-18-732,70-22-201,1019-204-3764,-924 140 3688,-84 12-1034,-105 22 1033,-104 21 339,-105 29 34,-34 16-20,1 0 1,-1 0-1,0 0 1,0 0 0,1 0-1,-1 0 1,0-1-1,1 1 1,-1 0 0,0 0-1,0 0 1,1 0-1,-1 0 1,0-1 0,0 1-1,0 0 1,1 0-1,-1 0 1,0-1 0,0 1-1,0 0 1,1 0-1,-1-1 1,0 1 0,0 0-1,0 0 1,0-1-1,0 1 1,0 0 0,0 0-1,1-1 1,-1 1-1,0 0 1,0-1 0,0 1-1,0 0 1,0-1-1,0 1 1,-1-1 0,-4 1 124,0-1 1,0 1-1,0-1 1,0 1-1,-1 1 1,1-1 0,-10 3-1,-235 42 197,144-24-372,-203 37 186,-87 9 431,-1054 135-1457,771-112 922,482-61-34,184-27-5,0 0-1,-1 1 1,-16 6-1,31-7 0,9-1 0,38-2 0,126-15 0,116-22 17,98-18 52,1251-236-301,-1377 233-564,-245 55 754,64-15-37,102-38 1,-150 41 143,-32 16-35,-1 0 0,0-1 0,1 1 0,-1 0 0,0 0 0,1 0 0,-1 0-1,0-1 1,1 1 0,-1 0 0,0 0 0,0-1 0,1 1 0,-1 0 0,0 0 0,0-1 0,1 1 0,-1 0 0,0-1 0,0 1 0,0 0 0,0-1-1,0 1 1,1 0 0,-1-1 0,0 1 0,0 0 0,0-1 0,0 1 0,0-1 0,0 1 0,0 0 0,0-1 0,0 1 0,0 0 0,0-1-1,-1 1 1,1 0 0,0-1 0,0 1 0,0 0 0,0-1 0,-1 1 0,1 0 0,0-1 0,0 1 0,0 0 0,-1 0 0,1-1 0,0 1-1,-1 0 1,1 0 0,0-1 0,0 1 0,-1 0 0,1 0 0,0 0 0,-1 0 0,1 0 0,0-1 0,-1 1 0,1 0 0,-1 0 0,1 0 0,-1 0-1,-17-5 915,0 1-1,-1 1 0,1 0 0,-35 1 0,2-1 177,-18-3-2183,45 4-5763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56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1 404 24575,'15'-1'0,"1"-1"0,-1 0 0,0-1 0,0-1 0,26-10 0,-9 3 0,252-98 0,-8-22 0,-186 82 0,48-21 0,-135 69 0,-1 0 0,0 0 0,0 0 0,1 0 0,-1 0 0,1 1 0,-1-1 0,1 1 0,-1 0 0,0 0 0,1 0 0,-1 0 0,1 0 0,-1 0 0,1 1 0,-1-1 0,1 1 0,-1-1 0,1 1 0,-1 0 0,4 2 0,-3 0 0,1 0 0,-2 0 0,1 1 0,0-1 0,-1 1 0,1-1 0,-1 1 0,0 0 0,0 0 0,0 0 0,1 7 0,130 280 0,-106-237 0,112 202 0,11-7 0,230 290 0,-291-428 0,-45-60 0,68 105 0,-96-126 0,19 51 0,-11-23 0,-24-58 0,0 0 0,0 0 0,0 0 0,0 1 0,0-1 0,0 0 0,0 0 0,1 0 0,-1 0 0,0 0 0,0 0 0,0 1 0,0-1 0,0 0 0,0 0 0,0 0 0,0 0 0,0 0 0,0 1 0,0-1 0,0 0 0,0 0 0,0 0 0,0 0 0,0 0 0,0 1 0,0-1 0,0 0 0,0 0 0,0 0 0,0 0 0,0 0 0,-1 0 0,1 1 0,0-1 0,0 0 0,0 0 0,0 0 0,0 0 0,0 0 0,0 0 0,0 0 0,-1 0 0,1 1 0,0-1 0,0 0 0,0 0 0,0 0 0,0 0 0,0 0 0,-1 0 0,1 0 0,0 0 0,0 0 0,0 0 0,0 0 0,-1 0 0,-13-4 0,-22-15 0,32 17 0,-398-208 0,168 91 0,227 115 0,-25-12 0,-57-40 0,81 50 0,0 0 0,0-1 0,1 0 0,0 0 0,0-1 0,1 0 0,0 0 0,1 0 0,-1-1 0,2 0 0,-8-16 0,-8-26 0,20 51 0,-1 0 0,1-1 0,0 1 0,0 0 0,0 0 0,0 0 0,0 0 0,0 0 0,0-1 0,1 1 0,-1 0 0,0 0 0,0 0 0,0 0 0,0-1 0,0 1 0,0 0 0,0 0 0,0 0 0,0 0 0,0 0 0,0 0 0,0-1 0,1 1 0,-1 0 0,0 0 0,0 0 0,0 0 0,0 0 0,0 0 0,0 0 0,1 0 0,-1 0 0,0 0 0,0 0 0,0-1 0,0 1 0,1 0 0,-1 0 0,0 0 0,0 0 0,0 0 0,0 0 0,0 0 0,1 0 0,-1 0 0,0 1 0,0-1 0,0 0 0,0 0 0,1 0 0,-1 0 0,0 0 0,0 0 0,0 0 0,0 0 0,0 0 0,0 0 0,1 0 0,-1 1 0,0-1 0,0 0 0,0 0 0,0 0 0,0 0 0,19 8 0,-1 1 0,0 0 0,-1 1 0,0 1 0,27 22 0,-15-11 0,437 331 0,-459-348 0,11 9 0,2-1 0,-1 0 0,29 12 0,-47-24 0,1 0 0,0 0 0,0-1 0,-1 1 0,1-1 0,0 1 0,0-1 0,0 0 0,0 0 0,0 0 0,0 0 0,0 0 0,-1 0 0,1 0 0,0-1 0,0 1 0,0 0 0,0-1 0,0 0 0,-1 1 0,1-1 0,0 0 0,-1 0 0,1 0 0,0 0 0,-1-1 0,1 1 0,-1 0 0,0 0 0,1-1 0,-1 1 0,0-1 0,2-2 0,2-5 0,-1-1 0,0 1 0,0-1 0,-1 1 0,2-13 0,-3 17 0,69-415 0,-65 374 0,23-233-1365,-26 225-5461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4:59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24575,'72'6'0,"72"2"0,71-1 0,92-3-4259,30-13 4259,15-16 0,-17-16 0,-65-1-3932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7:59:44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26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[INTRO]
Set the contrast with Week 1. Week 1 built an AI that searched; today students train a model. Emphasize: this is not a library lesson. It is a concept lesson built in ordinary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Expected: Maze solver is AI but not ML, because it does not improve parameters from data. Today we enter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[PREDICT]
Let students answer in chat. Expected: 7. The point is not that they solve it, but that they see ML starts from examples. Do not reveal parameters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Students often think a model must be good to predict. Clarify: prediction can happen before learning; training improves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Expected: w should increase because predictions are too low when x is positive. Do not overdo the calculus; keep it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Expected: predictions are closer to actual values on average. This sets up the training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[CHECKPOINT]
Expected: w and b. This is the central idea: ML learns parameter values from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[BRIDGE]
Expected: speed/velocity in a constant-speed motion model. Now move into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[HOOK]
Expected: a line. Reinforce that noise makes data imperfect, not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[ASK]
Expected: input time is 0.5, target position is 1.43.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[PYTHON RECAP]
Make sure students understand tuple unpacking before coding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Connect to physical intuition: slope corresponds to speed for constant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LIVE]
Expected: 2. Then compare to actual 4.13.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Plant the seed for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[DISCUSSION]
Expected: because the model might only fit known examples and not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[PREDICT]
Collect votes before running. This connects search intuition from Week 1 to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[BRIDGE]
Do not mention deep learning heavily yet. Just motivate gradient descent as automatic parameter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[VISUAL]
Use this as an analogy, not a formal landscape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[PREDICT]
Expected: learning rate too large, sign error, bug in gradients.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[MATH CONNECTION]
Keep formal derivation optional. Students need to connect each symbol 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WALKTHROUGH]
Do not rush. This is the central bridge from equation 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[KEY SLIDE]
Expected: w and b. Reinforce that the code changes parameters, not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[LET STUDENTS PREDICT]
Collect answers in chat before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[DISCUSSION]
Expected: test performance and inspection of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[EXPERIMENT]
Use this table after students run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Use exam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[DISCUSSION]
Expected: t = 10.0, because it is outside observed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Expected: no. The model class may be too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[DEBUGGING]
Expected: learning rate, gradient sign, return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[WRAP]
Central misconception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[CHECKPOINT]
Expected: Week 1 did not change parameters from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Fundamentals of AI Bootcamp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109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from Data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.xml"/><Relationship Id="rId299" Type="http://schemas.openxmlformats.org/officeDocument/2006/relationships/image" Target="../media/image157.png"/><Relationship Id="rId21" Type="http://schemas.openxmlformats.org/officeDocument/2006/relationships/customXml" Target="../ink/ink19.xml"/><Relationship Id="rId63" Type="http://schemas.openxmlformats.org/officeDocument/2006/relationships/customXml" Target="../ink/ink40.xml"/><Relationship Id="rId159" Type="http://schemas.openxmlformats.org/officeDocument/2006/relationships/customXml" Target="../ink/ink88.xml"/><Relationship Id="rId324" Type="http://schemas.openxmlformats.org/officeDocument/2006/relationships/customXml" Target="../ink/ink171.xml"/><Relationship Id="rId366" Type="http://schemas.openxmlformats.org/officeDocument/2006/relationships/customXml" Target="../ink/ink193.xml"/><Relationship Id="rId170" Type="http://schemas.openxmlformats.org/officeDocument/2006/relationships/customXml" Target="../ink/ink94.xml"/><Relationship Id="rId226" Type="http://schemas.openxmlformats.org/officeDocument/2006/relationships/customXml" Target="../ink/ink122.xml"/><Relationship Id="rId268" Type="http://schemas.openxmlformats.org/officeDocument/2006/relationships/customXml" Target="../ink/ink143.xml"/><Relationship Id="rId32" Type="http://schemas.openxmlformats.org/officeDocument/2006/relationships/image" Target="../media/image24.png"/><Relationship Id="rId74" Type="http://schemas.openxmlformats.org/officeDocument/2006/relationships/image" Target="../media/image45.png"/><Relationship Id="rId128" Type="http://schemas.openxmlformats.org/officeDocument/2006/relationships/image" Target="../media/image72.png"/><Relationship Id="rId335" Type="http://schemas.openxmlformats.org/officeDocument/2006/relationships/image" Target="../media/image175.png"/><Relationship Id="rId377" Type="http://schemas.openxmlformats.org/officeDocument/2006/relationships/image" Target="../media/image195.png"/><Relationship Id="rId5" Type="http://schemas.openxmlformats.org/officeDocument/2006/relationships/customXml" Target="../ink/ink11.xml"/><Relationship Id="rId181" Type="http://schemas.openxmlformats.org/officeDocument/2006/relationships/image" Target="../media/image98.png"/><Relationship Id="rId237" Type="http://schemas.openxmlformats.org/officeDocument/2006/relationships/image" Target="../media/image126.png"/><Relationship Id="rId402" Type="http://schemas.openxmlformats.org/officeDocument/2006/relationships/customXml" Target="../ink/ink211.xml"/><Relationship Id="rId279" Type="http://schemas.openxmlformats.org/officeDocument/2006/relationships/image" Target="../media/image147.png"/><Relationship Id="rId43" Type="http://schemas.openxmlformats.org/officeDocument/2006/relationships/customXml" Target="../ink/ink30.xml"/><Relationship Id="rId139" Type="http://schemas.openxmlformats.org/officeDocument/2006/relationships/customXml" Target="../ink/ink78.xml"/><Relationship Id="rId290" Type="http://schemas.openxmlformats.org/officeDocument/2006/relationships/customXml" Target="../ink/ink154.xml"/><Relationship Id="rId304" Type="http://schemas.openxmlformats.org/officeDocument/2006/relationships/customXml" Target="../ink/ink161.xml"/><Relationship Id="rId346" Type="http://schemas.openxmlformats.org/officeDocument/2006/relationships/customXml" Target="../ink/ink182.xml"/><Relationship Id="rId388" Type="http://schemas.openxmlformats.org/officeDocument/2006/relationships/customXml" Target="../ink/ink204.xml"/><Relationship Id="rId85" Type="http://schemas.openxmlformats.org/officeDocument/2006/relationships/customXml" Target="../ink/ink51.xml"/><Relationship Id="rId150" Type="http://schemas.openxmlformats.org/officeDocument/2006/relationships/image" Target="../media/image83.png"/><Relationship Id="rId192" Type="http://schemas.openxmlformats.org/officeDocument/2006/relationships/customXml" Target="../ink/ink105.xml"/><Relationship Id="rId206" Type="http://schemas.openxmlformats.org/officeDocument/2006/relationships/customXml" Target="../ink/ink112.xml"/><Relationship Id="rId248" Type="http://schemas.openxmlformats.org/officeDocument/2006/relationships/customXml" Target="../ink/ink133.xml"/><Relationship Id="rId12" Type="http://schemas.openxmlformats.org/officeDocument/2006/relationships/image" Target="../media/image14.png"/><Relationship Id="rId108" Type="http://schemas.openxmlformats.org/officeDocument/2006/relationships/image" Target="../media/image62.png"/><Relationship Id="rId315" Type="http://schemas.openxmlformats.org/officeDocument/2006/relationships/image" Target="../media/image165.png"/><Relationship Id="rId357" Type="http://schemas.openxmlformats.org/officeDocument/2006/relationships/customXml" Target="../ink/ink188.xml"/><Relationship Id="rId54" Type="http://schemas.openxmlformats.org/officeDocument/2006/relationships/image" Target="../media/image35.png"/><Relationship Id="rId96" Type="http://schemas.openxmlformats.org/officeDocument/2006/relationships/image" Target="../media/image56.png"/><Relationship Id="rId161" Type="http://schemas.openxmlformats.org/officeDocument/2006/relationships/image" Target="../media/image88.png"/><Relationship Id="rId217" Type="http://schemas.openxmlformats.org/officeDocument/2006/relationships/image" Target="../media/image116.png"/><Relationship Id="rId399" Type="http://schemas.openxmlformats.org/officeDocument/2006/relationships/image" Target="../media/image206.png"/><Relationship Id="rId259" Type="http://schemas.openxmlformats.org/officeDocument/2006/relationships/image" Target="../media/image137.png"/><Relationship Id="rId23" Type="http://schemas.openxmlformats.org/officeDocument/2006/relationships/customXml" Target="../ink/ink20.xml"/><Relationship Id="rId119" Type="http://schemas.openxmlformats.org/officeDocument/2006/relationships/customXml" Target="../ink/ink68.xml"/><Relationship Id="rId270" Type="http://schemas.openxmlformats.org/officeDocument/2006/relationships/customXml" Target="../ink/ink144.xml"/><Relationship Id="rId326" Type="http://schemas.openxmlformats.org/officeDocument/2006/relationships/customXml" Target="../ink/ink172.xml"/><Relationship Id="rId65" Type="http://schemas.openxmlformats.org/officeDocument/2006/relationships/customXml" Target="../ink/ink41.xml"/><Relationship Id="rId130" Type="http://schemas.openxmlformats.org/officeDocument/2006/relationships/image" Target="../media/image73.png"/><Relationship Id="rId368" Type="http://schemas.openxmlformats.org/officeDocument/2006/relationships/customXml" Target="../ink/ink194.xml"/><Relationship Id="rId172" Type="http://schemas.openxmlformats.org/officeDocument/2006/relationships/customXml" Target="../ink/ink95.xml"/><Relationship Id="rId228" Type="http://schemas.openxmlformats.org/officeDocument/2006/relationships/customXml" Target="../ink/ink123.xml"/><Relationship Id="rId281" Type="http://schemas.openxmlformats.org/officeDocument/2006/relationships/image" Target="../media/image148.png"/><Relationship Id="rId337" Type="http://schemas.openxmlformats.org/officeDocument/2006/relationships/image" Target="../media/image176.png"/><Relationship Id="rId34" Type="http://schemas.openxmlformats.org/officeDocument/2006/relationships/image" Target="../media/image25.png"/><Relationship Id="rId76" Type="http://schemas.openxmlformats.org/officeDocument/2006/relationships/image" Target="../media/image46.png"/><Relationship Id="rId141" Type="http://schemas.openxmlformats.org/officeDocument/2006/relationships/customXml" Target="../ink/ink79.xml"/><Relationship Id="rId379" Type="http://schemas.openxmlformats.org/officeDocument/2006/relationships/image" Target="../media/image196.png"/><Relationship Id="rId7" Type="http://schemas.openxmlformats.org/officeDocument/2006/relationships/customXml" Target="../ink/ink12.xml"/><Relationship Id="rId183" Type="http://schemas.openxmlformats.org/officeDocument/2006/relationships/image" Target="../media/image99.png"/><Relationship Id="rId239" Type="http://schemas.openxmlformats.org/officeDocument/2006/relationships/image" Target="../media/image127.png"/><Relationship Id="rId390" Type="http://schemas.openxmlformats.org/officeDocument/2006/relationships/customXml" Target="../ink/ink205.xml"/><Relationship Id="rId250" Type="http://schemas.openxmlformats.org/officeDocument/2006/relationships/customXml" Target="../ink/ink134.xml"/><Relationship Id="rId292" Type="http://schemas.openxmlformats.org/officeDocument/2006/relationships/customXml" Target="../ink/ink155.xml"/><Relationship Id="rId306" Type="http://schemas.openxmlformats.org/officeDocument/2006/relationships/customXml" Target="../ink/ink162.xml"/><Relationship Id="rId45" Type="http://schemas.openxmlformats.org/officeDocument/2006/relationships/customXml" Target="../ink/ink31.xml"/><Relationship Id="rId87" Type="http://schemas.openxmlformats.org/officeDocument/2006/relationships/customXml" Target="../ink/ink52.xml"/><Relationship Id="rId110" Type="http://schemas.openxmlformats.org/officeDocument/2006/relationships/image" Target="../media/image63.png"/><Relationship Id="rId348" Type="http://schemas.openxmlformats.org/officeDocument/2006/relationships/customXml" Target="../ink/ink183.xml"/><Relationship Id="rId152" Type="http://schemas.openxmlformats.org/officeDocument/2006/relationships/image" Target="../media/image84.png"/><Relationship Id="rId194" Type="http://schemas.openxmlformats.org/officeDocument/2006/relationships/customXml" Target="../ink/ink106.xml"/><Relationship Id="rId208" Type="http://schemas.openxmlformats.org/officeDocument/2006/relationships/customXml" Target="../ink/ink113.xml"/><Relationship Id="rId261" Type="http://schemas.openxmlformats.org/officeDocument/2006/relationships/image" Target="../media/image138.png"/><Relationship Id="rId14" Type="http://schemas.openxmlformats.org/officeDocument/2006/relationships/image" Target="../media/image15.png"/><Relationship Id="rId56" Type="http://schemas.openxmlformats.org/officeDocument/2006/relationships/image" Target="../media/image36.png"/><Relationship Id="rId317" Type="http://schemas.openxmlformats.org/officeDocument/2006/relationships/image" Target="../media/image166.png"/><Relationship Id="rId359" Type="http://schemas.openxmlformats.org/officeDocument/2006/relationships/customXml" Target="../ink/ink189.xml"/><Relationship Id="rId98" Type="http://schemas.openxmlformats.org/officeDocument/2006/relationships/image" Target="../media/image57.png"/><Relationship Id="rId121" Type="http://schemas.openxmlformats.org/officeDocument/2006/relationships/customXml" Target="../ink/ink69.xml"/><Relationship Id="rId163" Type="http://schemas.openxmlformats.org/officeDocument/2006/relationships/image" Target="../media/image89.png"/><Relationship Id="rId219" Type="http://schemas.openxmlformats.org/officeDocument/2006/relationships/image" Target="../media/image117.png"/><Relationship Id="rId370" Type="http://schemas.openxmlformats.org/officeDocument/2006/relationships/customXml" Target="../ink/ink195.xml"/><Relationship Id="rId230" Type="http://schemas.openxmlformats.org/officeDocument/2006/relationships/customXml" Target="../ink/ink124.xml"/><Relationship Id="rId25" Type="http://schemas.openxmlformats.org/officeDocument/2006/relationships/customXml" Target="../ink/ink21.xml"/><Relationship Id="rId67" Type="http://schemas.openxmlformats.org/officeDocument/2006/relationships/customXml" Target="../ink/ink42.xml"/><Relationship Id="rId272" Type="http://schemas.openxmlformats.org/officeDocument/2006/relationships/customXml" Target="../ink/ink145.xml"/><Relationship Id="rId328" Type="http://schemas.openxmlformats.org/officeDocument/2006/relationships/customXml" Target="../ink/ink173.xml"/><Relationship Id="rId132" Type="http://schemas.openxmlformats.org/officeDocument/2006/relationships/image" Target="../media/image74.png"/><Relationship Id="rId174" Type="http://schemas.openxmlformats.org/officeDocument/2006/relationships/customXml" Target="../ink/ink96.xml"/><Relationship Id="rId381" Type="http://schemas.openxmlformats.org/officeDocument/2006/relationships/image" Target="../media/image197.png"/><Relationship Id="rId241" Type="http://schemas.openxmlformats.org/officeDocument/2006/relationships/image" Target="../media/image128.png"/><Relationship Id="rId36" Type="http://schemas.openxmlformats.org/officeDocument/2006/relationships/image" Target="../media/image26.png"/><Relationship Id="rId283" Type="http://schemas.openxmlformats.org/officeDocument/2006/relationships/image" Target="../media/image149.png"/><Relationship Id="rId339" Type="http://schemas.openxmlformats.org/officeDocument/2006/relationships/image" Target="../media/image177.png"/><Relationship Id="rId78" Type="http://schemas.openxmlformats.org/officeDocument/2006/relationships/image" Target="../media/image47.png"/><Relationship Id="rId101" Type="http://schemas.openxmlformats.org/officeDocument/2006/relationships/customXml" Target="../ink/ink59.xml"/><Relationship Id="rId143" Type="http://schemas.openxmlformats.org/officeDocument/2006/relationships/customXml" Target="../ink/ink80.xml"/><Relationship Id="rId185" Type="http://schemas.openxmlformats.org/officeDocument/2006/relationships/image" Target="../media/image100.png"/><Relationship Id="rId350" Type="http://schemas.openxmlformats.org/officeDocument/2006/relationships/customXml" Target="../ink/ink184.xml"/><Relationship Id="rId9" Type="http://schemas.openxmlformats.org/officeDocument/2006/relationships/customXml" Target="../ink/ink13.xml"/><Relationship Id="rId210" Type="http://schemas.openxmlformats.org/officeDocument/2006/relationships/customXml" Target="../ink/ink114.xml"/><Relationship Id="rId392" Type="http://schemas.openxmlformats.org/officeDocument/2006/relationships/customXml" Target="../ink/ink206.xml"/><Relationship Id="rId252" Type="http://schemas.openxmlformats.org/officeDocument/2006/relationships/customXml" Target="../ink/ink135.xml"/><Relationship Id="rId294" Type="http://schemas.openxmlformats.org/officeDocument/2006/relationships/customXml" Target="../ink/ink156.xml"/><Relationship Id="rId308" Type="http://schemas.openxmlformats.org/officeDocument/2006/relationships/customXml" Target="../ink/ink163.xml"/><Relationship Id="rId47" Type="http://schemas.openxmlformats.org/officeDocument/2006/relationships/customXml" Target="../ink/ink32.xml"/><Relationship Id="rId89" Type="http://schemas.openxmlformats.org/officeDocument/2006/relationships/customXml" Target="../ink/ink53.xml"/><Relationship Id="rId112" Type="http://schemas.openxmlformats.org/officeDocument/2006/relationships/image" Target="../media/image64.png"/><Relationship Id="rId154" Type="http://schemas.openxmlformats.org/officeDocument/2006/relationships/image" Target="../media/image85.png"/><Relationship Id="rId361" Type="http://schemas.openxmlformats.org/officeDocument/2006/relationships/customXml" Target="../ink/ink190.xml"/><Relationship Id="rId196" Type="http://schemas.openxmlformats.org/officeDocument/2006/relationships/customXml" Target="../ink/ink107.xml"/><Relationship Id="rId16" Type="http://schemas.openxmlformats.org/officeDocument/2006/relationships/image" Target="../media/image16.png"/><Relationship Id="rId221" Type="http://schemas.openxmlformats.org/officeDocument/2006/relationships/image" Target="../media/image118.png"/><Relationship Id="rId263" Type="http://schemas.openxmlformats.org/officeDocument/2006/relationships/image" Target="../media/image139.png"/><Relationship Id="rId319" Type="http://schemas.openxmlformats.org/officeDocument/2006/relationships/image" Target="../media/image167.png"/><Relationship Id="rId58" Type="http://schemas.openxmlformats.org/officeDocument/2006/relationships/image" Target="../media/image37.png"/><Relationship Id="rId123" Type="http://schemas.openxmlformats.org/officeDocument/2006/relationships/customXml" Target="../ink/ink70.xml"/><Relationship Id="rId330" Type="http://schemas.openxmlformats.org/officeDocument/2006/relationships/customXml" Target="../ink/ink174.xml"/><Relationship Id="rId90" Type="http://schemas.openxmlformats.org/officeDocument/2006/relationships/image" Target="../media/image53.png"/><Relationship Id="rId165" Type="http://schemas.openxmlformats.org/officeDocument/2006/relationships/image" Target="../media/image90.png"/><Relationship Id="rId186" Type="http://schemas.openxmlformats.org/officeDocument/2006/relationships/customXml" Target="../ink/ink102.xml"/><Relationship Id="rId351" Type="http://schemas.openxmlformats.org/officeDocument/2006/relationships/image" Target="../media/image183.png"/><Relationship Id="rId372" Type="http://schemas.openxmlformats.org/officeDocument/2006/relationships/customXml" Target="../ink/ink196.xml"/><Relationship Id="rId393" Type="http://schemas.openxmlformats.org/officeDocument/2006/relationships/image" Target="../media/image203.png"/><Relationship Id="rId211" Type="http://schemas.openxmlformats.org/officeDocument/2006/relationships/image" Target="../media/image113.png"/><Relationship Id="rId232" Type="http://schemas.openxmlformats.org/officeDocument/2006/relationships/customXml" Target="../ink/ink125.xml"/><Relationship Id="rId253" Type="http://schemas.openxmlformats.org/officeDocument/2006/relationships/image" Target="../media/image134.png"/><Relationship Id="rId274" Type="http://schemas.openxmlformats.org/officeDocument/2006/relationships/customXml" Target="../ink/ink146.xml"/><Relationship Id="rId295" Type="http://schemas.openxmlformats.org/officeDocument/2006/relationships/image" Target="../media/image155.png"/><Relationship Id="rId309" Type="http://schemas.openxmlformats.org/officeDocument/2006/relationships/image" Target="../media/image162.png"/><Relationship Id="rId27" Type="http://schemas.openxmlformats.org/officeDocument/2006/relationships/customXml" Target="../ink/ink22.xml"/><Relationship Id="rId48" Type="http://schemas.openxmlformats.org/officeDocument/2006/relationships/image" Target="../media/image32.png"/><Relationship Id="rId69" Type="http://schemas.openxmlformats.org/officeDocument/2006/relationships/customXml" Target="../ink/ink43.xml"/><Relationship Id="rId113" Type="http://schemas.openxmlformats.org/officeDocument/2006/relationships/customXml" Target="../ink/ink65.xml"/><Relationship Id="rId134" Type="http://schemas.openxmlformats.org/officeDocument/2006/relationships/image" Target="../media/image75.png"/><Relationship Id="rId320" Type="http://schemas.openxmlformats.org/officeDocument/2006/relationships/customXml" Target="../ink/ink169.xml"/><Relationship Id="rId80" Type="http://schemas.openxmlformats.org/officeDocument/2006/relationships/image" Target="../media/image48.png"/><Relationship Id="rId155" Type="http://schemas.openxmlformats.org/officeDocument/2006/relationships/customXml" Target="../ink/ink86.xml"/><Relationship Id="rId176" Type="http://schemas.openxmlformats.org/officeDocument/2006/relationships/customXml" Target="../ink/ink97.xml"/><Relationship Id="rId197" Type="http://schemas.openxmlformats.org/officeDocument/2006/relationships/image" Target="../media/image106.png"/><Relationship Id="rId341" Type="http://schemas.openxmlformats.org/officeDocument/2006/relationships/image" Target="../media/image178.png"/><Relationship Id="rId362" Type="http://schemas.openxmlformats.org/officeDocument/2006/relationships/image" Target="../media/image188.png"/><Relationship Id="rId383" Type="http://schemas.openxmlformats.org/officeDocument/2006/relationships/image" Target="../media/image198.png"/><Relationship Id="rId201" Type="http://schemas.openxmlformats.org/officeDocument/2006/relationships/image" Target="../media/image108.png"/><Relationship Id="rId222" Type="http://schemas.openxmlformats.org/officeDocument/2006/relationships/customXml" Target="../ink/ink120.xml"/><Relationship Id="rId243" Type="http://schemas.openxmlformats.org/officeDocument/2006/relationships/image" Target="../media/image129.png"/><Relationship Id="rId264" Type="http://schemas.openxmlformats.org/officeDocument/2006/relationships/customXml" Target="../ink/ink141.xml"/><Relationship Id="rId285" Type="http://schemas.openxmlformats.org/officeDocument/2006/relationships/image" Target="../media/image150.png"/><Relationship Id="rId17" Type="http://schemas.openxmlformats.org/officeDocument/2006/relationships/customXml" Target="../ink/ink17.xml"/><Relationship Id="rId38" Type="http://schemas.openxmlformats.org/officeDocument/2006/relationships/image" Target="../media/image27.png"/><Relationship Id="rId59" Type="http://schemas.openxmlformats.org/officeDocument/2006/relationships/customXml" Target="../ink/ink38.xml"/><Relationship Id="rId103" Type="http://schemas.openxmlformats.org/officeDocument/2006/relationships/customXml" Target="../ink/ink60.xml"/><Relationship Id="rId124" Type="http://schemas.openxmlformats.org/officeDocument/2006/relationships/image" Target="../media/image70.png"/><Relationship Id="rId310" Type="http://schemas.openxmlformats.org/officeDocument/2006/relationships/customXml" Target="../ink/ink164.xml"/><Relationship Id="rId70" Type="http://schemas.openxmlformats.org/officeDocument/2006/relationships/image" Target="../media/image43.png"/><Relationship Id="rId91" Type="http://schemas.openxmlformats.org/officeDocument/2006/relationships/customXml" Target="../ink/ink54.xml"/><Relationship Id="rId145" Type="http://schemas.openxmlformats.org/officeDocument/2006/relationships/customXml" Target="../ink/ink81.xml"/><Relationship Id="rId166" Type="http://schemas.openxmlformats.org/officeDocument/2006/relationships/customXml" Target="../ink/ink92.xml"/><Relationship Id="rId187" Type="http://schemas.openxmlformats.org/officeDocument/2006/relationships/image" Target="../media/image101.png"/><Relationship Id="rId331" Type="http://schemas.openxmlformats.org/officeDocument/2006/relationships/image" Target="../media/image173.png"/><Relationship Id="rId352" Type="http://schemas.openxmlformats.org/officeDocument/2006/relationships/customXml" Target="../ink/ink185.xml"/><Relationship Id="rId373" Type="http://schemas.openxmlformats.org/officeDocument/2006/relationships/image" Target="../media/image193.png"/><Relationship Id="rId394" Type="http://schemas.openxmlformats.org/officeDocument/2006/relationships/customXml" Target="../ink/ink207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5.xml"/><Relationship Id="rId233" Type="http://schemas.openxmlformats.org/officeDocument/2006/relationships/image" Target="../media/image124.png"/><Relationship Id="rId254" Type="http://schemas.openxmlformats.org/officeDocument/2006/relationships/customXml" Target="../ink/ink136.xml"/><Relationship Id="rId28" Type="http://schemas.openxmlformats.org/officeDocument/2006/relationships/image" Target="../media/image22.png"/><Relationship Id="rId49" Type="http://schemas.openxmlformats.org/officeDocument/2006/relationships/customXml" Target="../ink/ink33.xml"/><Relationship Id="rId114" Type="http://schemas.openxmlformats.org/officeDocument/2006/relationships/image" Target="../media/image65.png"/><Relationship Id="rId275" Type="http://schemas.openxmlformats.org/officeDocument/2006/relationships/image" Target="../media/image145.png"/><Relationship Id="rId296" Type="http://schemas.openxmlformats.org/officeDocument/2006/relationships/customXml" Target="../ink/ink157.xml"/><Relationship Id="rId300" Type="http://schemas.openxmlformats.org/officeDocument/2006/relationships/customXml" Target="../ink/ink159.xml"/><Relationship Id="rId60" Type="http://schemas.openxmlformats.org/officeDocument/2006/relationships/image" Target="../media/image38.png"/><Relationship Id="rId81" Type="http://schemas.openxmlformats.org/officeDocument/2006/relationships/customXml" Target="../ink/ink49.xml"/><Relationship Id="rId135" Type="http://schemas.openxmlformats.org/officeDocument/2006/relationships/customXml" Target="../ink/ink76.xml"/><Relationship Id="rId156" Type="http://schemas.openxmlformats.org/officeDocument/2006/relationships/image" Target="../media/image86.png"/><Relationship Id="rId177" Type="http://schemas.openxmlformats.org/officeDocument/2006/relationships/image" Target="../media/image96.png"/><Relationship Id="rId198" Type="http://schemas.openxmlformats.org/officeDocument/2006/relationships/customXml" Target="../ink/ink108.xml"/><Relationship Id="rId321" Type="http://schemas.openxmlformats.org/officeDocument/2006/relationships/image" Target="../media/image168.png"/><Relationship Id="rId342" Type="http://schemas.openxmlformats.org/officeDocument/2006/relationships/customXml" Target="../ink/ink180.xml"/><Relationship Id="rId363" Type="http://schemas.openxmlformats.org/officeDocument/2006/relationships/customXml" Target="../ink/ink191.xml"/><Relationship Id="rId384" Type="http://schemas.openxmlformats.org/officeDocument/2006/relationships/customXml" Target="../ink/ink202.xml"/><Relationship Id="rId202" Type="http://schemas.openxmlformats.org/officeDocument/2006/relationships/customXml" Target="../ink/ink110.xml"/><Relationship Id="rId223" Type="http://schemas.openxmlformats.org/officeDocument/2006/relationships/image" Target="../media/image119.png"/><Relationship Id="rId244" Type="http://schemas.openxmlformats.org/officeDocument/2006/relationships/customXml" Target="../ink/ink131.xml"/><Relationship Id="rId18" Type="http://schemas.openxmlformats.org/officeDocument/2006/relationships/image" Target="../media/image17.png"/><Relationship Id="rId39" Type="http://schemas.openxmlformats.org/officeDocument/2006/relationships/customXml" Target="../ink/ink28.xml"/><Relationship Id="rId265" Type="http://schemas.openxmlformats.org/officeDocument/2006/relationships/image" Target="../media/image140.png"/><Relationship Id="rId286" Type="http://schemas.openxmlformats.org/officeDocument/2006/relationships/customXml" Target="../ink/ink152.xml"/><Relationship Id="rId50" Type="http://schemas.openxmlformats.org/officeDocument/2006/relationships/image" Target="../media/image33.png"/><Relationship Id="rId104" Type="http://schemas.openxmlformats.org/officeDocument/2006/relationships/image" Target="../media/image60.png"/><Relationship Id="rId125" Type="http://schemas.openxmlformats.org/officeDocument/2006/relationships/customXml" Target="../ink/ink71.xml"/><Relationship Id="rId146" Type="http://schemas.openxmlformats.org/officeDocument/2006/relationships/image" Target="../media/image81.png"/><Relationship Id="rId167" Type="http://schemas.openxmlformats.org/officeDocument/2006/relationships/image" Target="../media/image91.png"/><Relationship Id="rId188" Type="http://schemas.openxmlformats.org/officeDocument/2006/relationships/customXml" Target="../ink/ink103.xml"/><Relationship Id="rId311" Type="http://schemas.openxmlformats.org/officeDocument/2006/relationships/image" Target="../media/image163.png"/><Relationship Id="rId332" Type="http://schemas.openxmlformats.org/officeDocument/2006/relationships/customXml" Target="../ink/ink175.xml"/><Relationship Id="rId353" Type="http://schemas.openxmlformats.org/officeDocument/2006/relationships/image" Target="../media/image184.png"/><Relationship Id="rId374" Type="http://schemas.openxmlformats.org/officeDocument/2006/relationships/customXml" Target="../ink/ink197.xml"/><Relationship Id="rId395" Type="http://schemas.openxmlformats.org/officeDocument/2006/relationships/image" Target="../media/image204.png"/><Relationship Id="rId71" Type="http://schemas.openxmlformats.org/officeDocument/2006/relationships/customXml" Target="../ink/ink44.xml"/><Relationship Id="rId92" Type="http://schemas.openxmlformats.org/officeDocument/2006/relationships/image" Target="../media/image54.png"/><Relationship Id="rId213" Type="http://schemas.openxmlformats.org/officeDocument/2006/relationships/image" Target="../media/image114.png"/><Relationship Id="rId234" Type="http://schemas.openxmlformats.org/officeDocument/2006/relationships/customXml" Target="../ink/ink126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23.xml"/><Relationship Id="rId255" Type="http://schemas.openxmlformats.org/officeDocument/2006/relationships/image" Target="../media/image135.png"/><Relationship Id="rId276" Type="http://schemas.openxmlformats.org/officeDocument/2006/relationships/customXml" Target="../ink/ink147.xml"/><Relationship Id="rId297" Type="http://schemas.openxmlformats.org/officeDocument/2006/relationships/image" Target="../media/image156.png"/><Relationship Id="rId40" Type="http://schemas.openxmlformats.org/officeDocument/2006/relationships/image" Target="../media/image28.png"/><Relationship Id="rId115" Type="http://schemas.openxmlformats.org/officeDocument/2006/relationships/customXml" Target="../ink/ink66.xml"/><Relationship Id="rId136" Type="http://schemas.openxmlformats.org/officeDocument/2006/relationships/image" Target="../media/image76.png"/><Relationship Id="rId157" Type="http://schemas.openxmlformats.org/officeDocument/2006/relationships/customXml" Target="../ink/ink87.xml"/><Relationship Id="rId178" Type="http://schemas.openxmlformats.org/officeDocument/2006/relationships/customXml" Target="../ink/ink98.xml"/><Relationship Id="rId301" Type="http://schemas.openxmlformats.org/officeDocument/2006/relationships/image" Target="../media/image158.png"/><Relationship Id="rId322" Type="http://schemas.openxmlformats.org/officeDocument/2006/relationships/customXml" Target="../ink/ink170.xml"/><Relationship Id="rId343" Type="http://schemas.openxmlformats.org/officeDocument/2006/relationships/image" Target="../media/image179.png"/><Relationship Id="rId364" Type="http://schemas.openxmlformats.org/officeDocument/2006/relationships/customXml" Target="../ink/ink192.xml"/><Relationship Id="rId61" Type="http://schemas.openxmlformats.org/officeDocument/2006/relationships/customXml" Target="../ink/ink39.xml"/><Relationship Id="rId82" Type="http://schemas.openxmlformats.org/officeDocument/2006/relationships/image" Target="../media/image49.png"/><Relationship Id="rId199" Type="http://schemas.openxmlformats.org/officeDocument/2006/relationships/image" Target="../media/image107.png"/><Relationship Id="rId203" Type="http://schemas.openxmlformats.org/officeDocument/2006/relationships/image" Target="../media/image109.png"/><Relationship Id="rId385" Type="http://schemas.openxmlformats.org/officeDocument/2006/relationships/image" Target="../media/image199.png"/><Relationship Id="rId19" Type="http://schemas.openxmlformats.org/officeDocument/2006/relationships/customXml" Target="../ink/ink18.xml"/><Relationship Id="rId224" Type="http://schemas.openxmlformats.org/officeDocument/2006/relationships/customXml" Target="../ink/ink121.xml"/><Relationship Id="rId245" Type="http://schemas.openxmlformats.org/officeDocument/2006/relationships/image" Target="../media/image130.png"/><Relationship Id="rId266" Type="http://schemas.openxmlformats.org/officeDocument/2006/relationships/customXml" Target="../ink/ink142.xml"/><Relationship Id="rId287" Type="http://schemas.openxmlformats.org/officeDocument/2006/relationships/image" Target="../media/image151.png"/><Relationship Id="rId30" Type="http://schemas.openxmlformats.org/officeDocument/2006/relationships/image" Target="../media/image23.png"/><Relationship Id="rId105" Type="http://schemas.openxmlformats.org/officeDocument/2006/relationships/customXml" Target="../ink/ink61.xml"/><Relationship Id="rId126" Type="http://schemas.openxmlformats.org/officeDocument/2006/relationships/image" Target="../media/image71.png"/><Relationship Id="rId147" Type="http://schemas.openxmlformats.org/officeDocument/2006/relationships/customXml" Target="../ink/ink82.xml"/><Relationship Id="rId168" Type="http://schemas.openxmlformats.org/officeDocument/2006/relationships/customXml" Target="../ink/ink93.xml"/><Relationship Id="rId312" Type="http://schemas.openxmlformats.org/officeDocument/2006/relationships/customXml" Target="../ink/ink165.xml"/><Relationship Id="rId333" Type="http://schemas.openxmlformats.org/officeDocument/2006/relationships/image" Target="../media/image174.png"/><Relationship Id="rId354" Type="http://schemas.openxmlformats.org/officeDocument/2006/relationships/customXml" Target="../ink/ink186.xml"/><Relationship Id="rId51" Type="http://schemas.openxmlformats.org/officeDocument/2006/relationships/customXml" Target="../ink/ink34.xml"/><Relationship Id="rId72" Type="http://schemas.openxmlformats.org/officeDocument/2006/relationships/image" Target="../media/image44.png"/><Relationship Id="rId93" Type="http://schemas.openxmlformats.org/officeDocument/2006/relationships/customXml" Target="../ink/ink55.xml"/><Relationship Id="rId189" Type="http://schemas.openxmlformats.org/officeDocument/2006/relationships/image" Target="../media/image102.png"/><Relationship Id="rId375" Type="http://schemas.openxmlformats.org/officeDocument/2006/relationships/image" Target="../media/image194.png"/><Relationship Id="rId396" Type="http://schemas.openxmlformats.org/officeDocument/2006/relationships/customXml" Target="../ink/ink208.xml"/><Relationship Id="rId3" Type="http://schemas.openxmlformats.org/officeDocument/2006/relationships/customXml" Target="../ink/ink10.xml"/><Relationship Id="rId214" Type="http://schemas.openxmlformats.org/officeDocument/2006/relationships/customXml" Target="../ink/ink116.xml"/><Relationship Id="rId235" Type="http://schemas.openxmlformats.org/officeDocument/2006/relationships/image" Target="../media/image125.png"/><Relationship Id="rId256" Type="http://schemas.openxmlformats.org/officeDocument/2006/relationships/customXml" Target="../ink/ink137.xml"/><Relationship Id="rId277" Type="http://schemas.openxmlformats.org/officeDocument/2006/relationships/image" Target="../media/image146.png"/><Relationship Id="rId298" Type="http://schemas.openxmlformats.org/officeDocument/2006/relationships/customXml" Target="../ink/ink158.xml"/><Relationship Id="rId400" Type="http://schemas.openxmlformats.org/officeDocument/2006/relationships/customXml" Target="../ink/ink210.xml"/><Relationship Id="rId116" Type="http://schemas.openxmlformats.org/officeDocument/2006/relationships/image" Target="../media/image66.png"/><Relationship Id="rId137" Type="http://schemas.openxmlformats.org/officeDocument/2006/relationships/customXml" Target="../ink/ink77.xml"/><Relationship Id="rId158" Type="http://schemas.openxmlformats.org/officeDocument/2006/relationships/image" Target="../media/image87.png"/><Relationship Id="rId302" Type="http://schemas.openxmlformats.org/officeDocument/2006/relationships/customXml" Target="../ink/ink160.xml"/><Relationship Id="rId323" Type="http://schemas.openxmlformats.org/officeDocument/2006/relationships/image" Target="../media/image169.png"/><Relationship Id="rId344" Type="http://schemas.openxmlformats.org/officeDocument/2006/relationships/customXml" Target="../ink/ink181.xml"/><Relationship Id="rId20" Type="http://schemas.openxmlformats.org/officeDocument/2006/relationships/image" Target="../media/image18.png"/><Relationship Id="rId41" Type="http://schemas.openxmlformats.org/officeDocument/2006/relationships/customXml" Target="../ink/ink29.xml"/><Relationship Id="rId62" Type="http://schemas.openxmlformats.org/officeDocument/2006/relationships/image" Target="../media/image39.png"/><Relationship Id="rId83" Type="http://schemas.openxmlformats.org/officeDocument/2006/relationships/customXml" Target="../ink/ink50.xml"/><Relationship Id="rId179" Type="http://schemas.openxmlformats.org/officeDocument/2006/relationships/image" Target="../media/image97.png"/><Relationship Id="rId365" Type="http://schemas.openxmlformats.org/officeDocument/2006/relationships/image" Target="../media/image189.png"/><Relationship Id="rId386" Type="http://schemas.openxmlformats.org/officeDocument/2006/relationships/customXml" Target="../ink/ink203.xml"/><Relationship Id="rId190" Type="http://schemas.openxmlformats.org/officeDocument/2006/relationships/customXml" Target="../ink/ink104.xml"/><Relationship Id="rId204" Type="http://schemas.openxmlformats.org/officeDocument/2006/relationships/customXml" Target="../ink/ink111.xml"/><Relationship Id="rId225" Type="http://schemas.openxmlformats.org/officeDocument/2006/relationships/image" Target="../media/image120.png"/><Relationship Id="rId246" Type="http://schemas.openxmlformats.org/officeDocument/2006/relationships/customXml" Target="../ink/ink132.xml"/><Relationship Id="rId267" Type="http://schemas.openxmlformats.org/officeDocument/2006/relationships/image" Target="../media/image141.png"/><Relationship Id="rId288" Type="http://schemas.openxmlformats.org/officeDocument/2006/relationships/customXml" Target="../ink/ink153.xml"/><Relationship Id="rId106" Type="http://schemas.openxmlformats.org/officeDocument/2006/relationships/image" Target="../media/image61.png"/><Relationship Id="rId127" Type="http://schemas.openxmlformats.org/officeDocument/2006/relationships/customXml" Target="../ink/ink72.xml"/><Relationship Id="rId313" Type="http://schemas.openxmlformats.org/officeDocument/2006/relationships/image" Target="../media/image164.png"/><Relationship Id="rId10" Type="http://schemas.openxmlformats.org/officeDocument/2006/relationships/image" Target="../media/image13.png"/><Relationship Id="rId31" Type="http://schemas.openxmlformats.org/officeDocument/2006/relationships/customXml" Target="../ink/ink24.xml"/><Relationship Id="rId52" Type="http://schemas.openxmlformats.org/officeDocument/2006/relationships/image" Target="../media/image34.png"/><Relationship Id="rId73" Type="http://schemas.openxmlformats.org/officeDocument/2006/relationships/customXml" Target="../ink/ink45.xml"/><Relationship Id="rId94" Type="http://schemas.openxmlformats.org/officeDocument/2006/relationships/image" Target="../media/image55.png"/><Relationship Id="rId148" Type="http://schemas.openxmlformats.org/officeDocument/2006/relationships/image" Target="../media/image82.png"/><Relationship Id="rId169" Type="http://schemas.openxmlformats.org/officeDocument/2006/relationships/image" Target="../media/image92.png"/><Relationship Id="rId334" Type="http://schemas.openxmlformats.org/officeDocument/2006/relationships/customXml" Target="../ink/ink176.xml"/><Relationship Id="rId355" Type="http://schemas.openxmlformats.org/officeDocument/2006/relationships/customXml" Target="../ink/ink187.xml"/><Relationship Id="rId376" Type="http://schemas.openxmlformats.org/officeDocument/2006/relationships/customXml" Target="../ink/ink198.xml"/><Relationship Id="rId397" Type="http://schemas.openxmlformats.org/officeDocument/2006/relationships/image" Target="../media/image205.png"/><Relationship Id="rId4" Type="http://schemas.openxmlformats.org/officeDocument/2006/relationships/image" Target="../media/image10.png"/><Relationship Id="rId180" Type="http://schemas.openxmlformats.org/officeDocument/2006/relationships/customXml" Target="../ink/ink99.xml"/><Relationship Id="rId215" Type="http://schemas.openxmlformats.org/officeDocument/2006/relationships/image" Target="../media/image115.png"/><Relationship Id="rId236" Type="http://schemas.openxmlformats.org/officeDocument/2006/relationships/customXml" Target="../ink/ink127.xml"/><Relationship Id="rId257" Type="http://schemas.openxmlformats.org/officeDocument/2006/relationships/image" Target="../media/image136.png"/><Relationship Id="rId278" Type="http://schemas.openxmlformats.org/officeDocument/2006/relationships/customXml" Target="../ink/ink148.xml"/><Relationship Id="rId401" Type="http://schemas.openxmlformats.org/officeDocument/2006/relationships/image" Target="../media/image207.png"/><Relationship Id="rId303" Type="http://schemas.openxmlformats.org/officeDocument/2006/relationships/image" Target="../media/image159.png"/><Relationship Id="rId42" Type="http://schemas.openxmlformats.org/officeDocument/2006/relationships/image" Target="../media/image29.png"/><Relationship Id="rId84" Type="http://schemas.openxmlformats.org/officeDocument/2006/relationships/image" Target="../media/image50.png"/><Relationship Id="rId138" Type="http://schemas.openxmlformats.org/officeDocument/2006/relationships/image" Target="../media/image77.png"/><Relationship Id="rId345" Type="http://schemas.openxmlformats.org/officeDocument/2006/relationships/image" Target="../media/image180.png"/><Relationship Id="rId387" Type="http://schemas.openxmlformats.org/officeDocument/2006/relationships/image" Target="../media/image200.png"/><Relationship Id="rId191" Type="http://schemas.openxmlformats.org/officeDocument/2006/relationships/image" Target="../media/image103.png"/><Relationship Id="rId205" Type="http://schemas.openxmlformats.org/officeDocument/2006/relationships/image" Target="../media/image110.png"/><Relationship Id="rId247" Type="http://schemas.openxmlformats.org/officeDocument/2006/relationships/image" Target="../media/image131.png"/><Relationship Id="rId107" Type="http://schemas.openxmlformats.org/officeDocument/2006/relationships/customXml" Target="../ink/ink62.xml"/><Relationship Id="rId289" Type="http://schemas.openxmlformats.org/officeDocument/2006/relationships/image" Target="../media/image152.png"/><Relationship Id="rId11" Type="http://schemas.openxmlformats.org/officeDocument/2006/relationships/customXml" Target="../ink/ink14.xml"/><Relationship Id="rId53" Type="http://schemas.openxmlformats.org/officeDocument/2006/relationships/customXml" Target="../ink/ink35.xml"/><Relationship Id="rId149" Type="http://schemas.openxmlformats.org/officeDocument/2006/relationships/customXml" Target="../ink/ink83.xml"/><Relationship Id="rId314" Type="http://schemas.openxmlformats.org/officeDocument/2006/relationships/customXml" Target="../ink/ink166.xml"/><Relationship Id="rId356" Type="http://schemas.openxmlformats.org/officeDocument/2006/relationships/image" Target="../media/image185.png"/><Relationship Id="rId398" Type="http://schemas.openxmlformats.org/officeDocument/2006/relationships/customXml" Target="../ink/ink209.xml"/><Relationship Id="rId95" Type="http://schemas.openxmlformats.org/officeDocument/2006/relationships/customXml" Target="../ink/ink56.xml"/><Relationship Id="rId160" Type="http://schemas.openxmlformats.org/officeDocument/2006/relationships/customXml" Target="../ink/ink89.xml"/><Relationship Id="rId216" Type="http://schemas.openxmlformats.org/officeDocument/2006/relationships/customXml" Target="../ink/ink117.xml"/><Relationship Id="rId258" Type="http://schemas.openxmlformats.org/officeDocument/2006/relationships/customXml" Target="../ink/ink138.xml"/><Relationship Id="rId22" Type="http://schemas.openxmlformats.org/officeDocument/2006/relationships/image" Target="../media/image19.png"/><Relationship Id="rId64" Type="http://schemas.openxmlformats.org/officeDocument/2006/relationships/image" Target="../media/image40.png"/><Relationship Id="rId118" Type="http://schemas.openxmlformats.org/officeDocument/2006/relationships/image" Target="../media/image67.png"/><Relationship Id="rId325" Type="http://schemas.openxmlformats.org/officeDocument/2006/relationships/image" Target="../media/image170.png"/><Relationship Id="rId367" Type="http://schemas.openxmlformats.org/officeDocument/2006/relationships/image" Target="../media/image190.png"/><Relationship Id="rId171" Type="http://schemas.openxmlformats.org/officeDocument/2006/relationships/image" Target="../media/image93.png"/><Relationship Id="rId227" Type="http://schemas.openxmlformats.org/officeDocument/2006/relationships/image" Target="../media/image121.png"/><Relationship Id="rId269" Type="http://schemas.openxmlformats.org/officeDocument/2006/relationships/image" Target="../media/image142.png"/><Relationship Id="rId33" Type="http://schemas.openxmlformats.org/officeDocument/2006/relationships/customXml" Target="../ink/ink25.xml"/><Relationship Id="rId129" Type="http://schemas.openxmlformats.org/officeDocument/2006/relationships/customXml" Target="../ink/ink73.xml"/><Relationship Id="rId280" Type="http://schemas.openxmlformats.org/officeDocument/2006/relationships/customXml" Target="../ink/ink149.xml"/><Relationship Id="rId336" Type="http://schemas.openxmlformats.org/officeDocument/2006/relationships/customXml" Target="../ink/ink177.xml"/><Relationship Id="rId75" Type="http://schemas.openxmlformats.org/officeDocument/2006/relationships/customXml" Target="../ink/ink46.xml"/><Relationship Id="rId140" Type="http://schemas.openxmlformats.org/officeDocument/2006/relationships/image" Target="../media/image78.png"/><Relationship Id="rId182" Type="http://schemas.openxmlformats.org/officeDocument/2006/relationships/customXml" Target="../ink/ink100.xml"/><Relationship Id="rId378" Type="http://schemas.openxmlformats.org/officeDocument/2006/relationships/customXml" Target="../ink/ink199.xml"/><Relationship Id="rId403" Type="http://schemas.openxmlformats.org/officeDocument/2006/relationships/image" Target="../media/image208.png"/><Relationship Id="rId6" Type="http://schemas.openxmlformats.org/officeDocument/2006/relationships/image" Target="../media/image11.png"/><Relationship Id="rId238" Type="http://schemas.openxmlformats.org/officeDocument/2006/relationships/customXml" Target="../ink/ink128.xml"/><Relationship Id="rId291" Type="http://schemas.openxmlformats.org/officeDocument/2006/relationships/image" Target="../media/image153.png"/><Relationship Id="rId305" Type="http://schemas.openxmlformats.org/officeDocument/2006/relationships/image" Target="../media/image160.png"/><Relationship Id="rId347" Type="http://schemas.openxmlformats.org/officeDocument/2006/relationships/image" Target="../media/image181.png"/><Relationship Id="rId44" Type="http://schemas.openxmlformats.org/officeDocument/2006/relationships/image" Target="../media/image30.png"/><Relationship Id="rId86" Type="http://schemas.openxmlformats.org/officeDocument/2006/relationships/image" Target="../media/image51.png"/><Relationship Id="rId151" Type="http://schemas.openxmlformats.org/officeDocument/2006/relationships/customXml" Target="../ink/ink84.xml"/><Relationship Id="rId389" Type="http://schemas.openxmlformats.org/officeDocument/2006/relationships/image" Target="../media/image201.png"/><Relationship Id="rId193" Type="http://schemas.openxmlformats.org/officeDocument/2006/relationships/image" Target="../media/image104.png"/><Relationship Id="rId207" Type="http://schemas.openxmlformats.org/officeDocument/2006/relationships/image" Target="../media/image111.png"/><Relationship Id="rId249" Type="http://schemas.openxmlformats.org/officeDocument/2006/relationships/image" Target="../media/image132.png"/><Relationship Id="rId13" Type="http://schemas.openxmlformats.org/officeDocument/2006/relationships/customXml" Target="../ink/ink15.xml"/><Relationship Id="rId109" Type="http://schemas.openxmlformats.org/officeDocument/2006/relationships/customXml" Target="../ink/ink63.xml"/><Relationship Id="rId260" Type="http://schemas.openxmlformats.org/officeDocument/2006/relationships/customXml" Target="../ink/ink139.xml"/><Relationship Id="rId316" Type="http://schemas.openxmlformats.org/officeDocument/2006/relationships/customXml" Target="../ink/ink167.xml"/><Relationship Id="rId55" Type="http://schemas.openxmlformats.org/officeDocument/2006/relationships/customXml" Target="../ink/ink36.xml"/><Relationship Id="rId97" Type="http://schemas.openxmlformats.org/officeDocument/2006/relationships/customXml" Target="../ink/ink57.xml"/><Relationship Id="rId120" Type="http://schemas.openxmlformats.org/officeDocument/2006/relationships/image" Target="../media/image68.png"/><Relationship Id="rId358" Type="http://schemas.openxmlformats.org/officeDocument/2006/relationships/image" Target="../media/image186.png"/><Relationship Id="rId162" Type="http://schemas.openxmlformats.org/officeDocument/2006/relationships/customXml" Target="../ink/ink90.xml"/><Relationship Id="rId218" Type="http://schemas.openxmlformats.org/officeDocument/2006/relationships/customXml" Target="../ink/ink118.xml"/><Relationship Id="rId271" Type="http://schemas.openxmlformats.org/officeDocument/2006/relationships/image" Target="../media/image143.png"/><Relationship Id="rId24" Type="http://schemas.openxmlformats.org/officeDocument/2006/relationships/image" Target="../media/image20.png"/><Relationship Id="rId66" Type="http://schemas.openxmlformats.org/officeDocument/2006/relationships/image" Target="../media/image41.png"/><Relationship Id="rId131" Type="http://schemas.openxmlformats.org/officeDocument/2006/relationships/customXml" Target="../ink/ink74.xml"/><Relationship Id="rId327" Type="http://schemas.openxmlformats.org/officeDocument/2006/relationships/image" Target="../media/image171.png"/><Relationship Id="rId369" Type="http://schemas.openxmlformats.org/officeDocument/2006/relationships/image" Target="../media/image191.png"/><Relationship Id="rId173" Type="http://schemas.openxmlformats.org/officeDocument/2006/relationships/image" Target="../media/image94.png"/><Relationship Id="rId229" Type="http://schemas.openxmlformats.org/officeDocument/2006/relationships/image" Target="../media/image122.png"/><Relationship Id="rId380" Type="http://schemas.openxmlformats.org/officeDocument/2006/relationships/customXml" Target="../ink/ink200.xml"/><Relationship Id="rId240" Type="http://schemas.openxmlformats.org/officeDocument/2006/relationships/customXml" Target="../ink/ink129.xml"/><Relationship Id="rId35" Type="http://schemas.openxmlformats.org/officeDocument/2006/relationships/customXml" Target="../ink/ink26.xml"/><Relationship Id="rId77" Type="http://schemas.openxmlformats.org/officeDocument/2006/relationships/customXml" Target="../ink/ink47.xml"/><Relationship Id="rId100" Type="http://schemas.openxmlformats.org/officeDocument/2006/relationships/image" Target="../media/image58.png"/><Relationship Id="rId282" Type="http://schemas.openxmlformats.org/officeDocument/2006/relationships/customXml" Target="../ink/ink150.xml"/><Relationship Id="rId338" Type="http://schemas.openxmlformats.org/officeDocument/2006/relationships/customXml" Target="../ink/ink178.xml"/><Relationship Id="rId8" Type="http://schemas.openxmlformats.org/officeDocument/2006/relationships/image" Target="../media/image12.png"/><Relationship Id="rId142" Type="http://schemas.openxmlformats.org/officeDocument/2006/relationships/image" Target="../media/image79.png"/><Relationship Id="rId184" Type="http://schemas.openxmlformats.org/officeDocument/2006/relationships/customXml" Target="../ink/ink101.xml"/><Relationship Id="rId391" Type="http://schemas.openxmlformats.org/officeDocument/2006/relationships/image" Target="../media/image202.png"/><Relationship Id="rId251" Type="http://schemas.openxmlformats.org/officeDocument/2006/relationships/image" Target="../media/image133.png"/><Relationship Id="rId46" Type="http://schemas.openxmlformats.org/officeDocument/2006/relationships/image" Target="../media/image31.png"/><Relationship Id="rId293" Type="http://schemas.openxmlformats.org/officeDocument/2006/relationships/image" Target="../media/image154.png"/><Relationship Id="rId307" Type="http://schemas.openxmlformats.org/officeDocument/2006/relationships/image" Target="../media/image161.png"/><Relationship Id="rId349" Type="http://schemas.openxmlformats.org/officeDocument/2006/relationships/image" Target="../media/image182.png"/><Relationship Id="rId88" Type="http://schemas.openxmlformats.org/officeDocument/2006/relationships/image" Target="../media/image52.png"/><Relationship Id="rId111" Type="http://schemas.openxmlformats.org/officeDocument/2006/relationships/customXml" Target="../ink/ink64.xml"/><Relationship Id="rId153" Type="http://schemas.openxmlformats.org/officeDocument/2006/relationships/customXml" Target="../ink/ink85.xml"/><Relationship Id="rId195" Type="http://schemas.openxmlformats.org/officeDocument/2006/relationships/image" Target="../media/image105.png"/><Relationship Id="rId209" Type="http://schemas.openxmlformats.org/officeDocument/2006/relationships/image" Target="../media/image112.png"/><Relationship Id="rId360" Type="http://schemas.openxmlformats.org/officeDocument/2006/relationships/image" Target="../media/image187.png"/><Relationship Id="rId220" Type="http://schemas.openxmlformats.org/officeDocument/2006/relationships/customXml" Target="../ink/ink119.xml"/><Relationship Id="rId15" Type="http://schemas.openxmlformats.org/officeDocument/2006/relationships/customXml" Target="../ink/ink16.xml"/><Relationship Id="rId57" Type="http://schemas.openxmlformats.org/officeDocument/2006/relationships/customXml" Target="../ink/ink37.xml"/><Relationship Id="rId262" Type="http://schemas.openxmlformats.org/officeDocument/2006/relationships/customXml" Target="../ink/ink140.xml"/><Relationship Id="rId318" Type="http://schemas.openxmlformats.org/officeDocument/2006/relationships/customXml" Target="../ink/ink168.xml"/><Relationship Id="rId99" Type="http://schemas.openxmlformats.org/officeDocument/2006/relationships/customXml" Target="../ink/ink58.xml"/><Relationship Id="rId122" Type="http://schemas.openxmlformats.org/officeDocument/2006/relationships/image" Target="../media/image69.png"/><Relationship Id="rId164" Type="http://schemas.openxmlformats.org/officeDocument/2006/relationships/customXml" Target="../ink/ink91.xml"/><Relationship Id="rId371" Type="http://schemas.openxmlformats.org/officeDocument/2006/relationships/image" Target="../media/image192.png"/><Relationship Id="rId26" Type="http://schemas.openxmlformats.org/officeDocument/2006/relationships/image" Target="../media/image21.png"/><Relationship Id="rId231" Type="http://schemas.openxmlformats.org/officeDocument/2006/relationships/image" Target="../media/image123.png"/><Relationship Id="rId273" Type="http://schemas.openxmlformats.org/officeDocument/2006/relationships/image" Target="../media/image144.png"/><Relationship Id="rId329" Type="http://schemas.openxmlformats.org/officeDocument/2006/relationships/image" Target="../media/image172.png"/><Relationship Id="rId68" Type="http://schemas.openxmlformats.org/officeDocument/2006/relationships/image" Target="../media/image42.png"/><Relationship Id="rId133" Type="http://schemas.openxmlformats.org/officeDocument/2006/relationships/customXml" Target="../ink/ink75.xml"/><Relationship Id="rId175" Type="http://schemas.openxmlformats.org/officeDocument/2006/relationships/image" Target="../media/image95.png"/><Relationship Id="rId340" Type="http://schemas.openxmlformats.org/officeDocument/2006/relationships/customXml" Target="../ink/ink179.xml"/><Relationship Id="rId200" Type="http://schemas.openxmlformats.org/officeDocument/2006/relationships/customXml" Target="../ink/ink109.xml"/><Relationship Id="rId382" Type="http://schemas.openxmlformats.org/officeDocument/2006/relationships/customXml" Target="../ink/ink201.xml"/><Relationship Id="rId242" Type="http://schemas.openxmlformats.org/officeDocument/2006/relationships/customXml" Target="../ink/ink130.xml"/><Relationship Id="rId284" Type="http://schemas.openxmlformats.org/officeDocument/2006/relationships/customXml" Target="../ink/ink151.xml"/><Relationship Id="rId37" Type="http://schemas.openxmlformats.org/officeDocument/2006/relationships/customXml" Target="../ink/ink27.xml"/><Relationship Id="rId79" Type="http://schemas.openxmlformats.org/officeDocument/2006/relationships/customXml" Target="../ink/ink48.xml"/><Relationship Id="rId102" Type="http://schemas.openxmlformats.org/officeDocument/2006/relationships/image" Target="../media/image59.png"/><Relationship Id="rId144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0.png"/><Relationship Id="rId21" Type="http://schemas.openxmlformats.org/officeDocument/2006/relationships/customXml" Target="../ink/ink221.xml"/><Relationship Id="rId42" Type="http://schemas.openxmlformats.org/officeDocument/2006/relationships/image" Target="../media/image228.png"/><Relationship Id="rId47" Type="http://schemas.openxmlformats.org/officeDocument/2006/relationships/customXml" Target="../ink/ink234.xml"/><Relationship Id="rId63" Type="http://schemas.openxmlformats.org/officeDocument/2006/relationships/customXml" Target="../ink/ink242.xml"/><Relationship Id="rId68" Type="http://schemas.openxmlformats.org/officeDocument/2006/relationships/image" Target="../media/image241.png"/><Relationship Id="rId84" Type="http://schemas.openxmlformats.org/officeDocument/2006/relationships/image" Target="../media/image249.png"/><Relationship Id="rId16" Type="http://schemas.openxmlformats.org/officeDocument/2006/relationships/image" Target="../media/image215.png"/><Relationship Id="rId11" Type="http://schemas.openxmlformats.org/officeDocument/2006/relationships/customXml" Target="../ink/ink216.xml"/><Relationship Id="rId32" Type="http://schemas.openxmlformats.org/officeDocument/2006/relationships/image" Target="../media/image223.png"/><Relationship Id="rId37" Type="http://schemas.openxmlformats.org/officeDocument/2006/relationships/customXml" Target="../ink/ink229.xml"/><Relationship Id="rId53" Type="http://schemas.openxmlformats.org/officeDocument/2006/relationships/customXml" Target="../ink/ink237.xml"/><Relationship Id="rId58" Type="http://schemas.openxmlformats.org/officeDocument/2006/relationships/image" Target="../media/image236.png"/><Relationship Id="rId74" Type="http://schemas.openxmlformats.org/officeDocument/2006/relationships/image" Target="../media/image244.png"/><Relationship Id="rId79" Type="http://schemas.openxmlformats.org/officeDocument/2006/relationships/customXml" Target="../ink/ink250.xml"/><Relationship Id="rId5" Type="http://schemas.openxmlformats.org/officeDocument/2006/relationships/customXml" Target="../ink/ink213.xml"/><Relationship Id="rId61" Type="http://schemas.openxmlformats.org/officeDocument/2006/relationships/customXml" Target="../ink/ink241.xml"/><Relationship Id="rId82" Type="http://schemas.openxmlformats.org/officeDocument/2006/relationships/image" Target="../media/image248.png"/><Relationship Id="rId19" Type="http://schemas.openxmlformats.org/officeDocument/2006/relationships/customXml" Target="../ink/ink220.xml"/><Relationship Id="rId14" Type="http://schemas.openxmlformats.org/officeDocument/2006/relationships/image" Target="../media/image214.png"/><Relationship Id="rId22" Type="http://schemas.openxmlformats.org/officeDocument/2006/relationships/image" Target="../media/image218.png"/><Relationship Id="rId27" Type="http://schemas.openxmlformats.org/officeDocument/2006/relationships/customXml" Target="../ink/ink224.xml"/><Relationship Id="rId30" Type="http://schemas.openxmlformats.org/officeDocument/2006/relationships/image" Target="../media/image222.png"/><Relationship Id="rId35" Type="http://schemas.openxmlformats.org/officeDocument/2006/relationships/customXml" Target="../ink/ink228.xml"/><Relationship Id="rId43" Type="http://schemas.openxmlformats.org/officeDocument/2006/relationships/customXml" Target="../ink/ink232.xml"/><Relationship Id="rId48" Type="http://schemas.openxmlformats.org/officeDocument/2006/relationships/image" Target="../media/image231.png"/><Relationship Id="rId56" Type="http://schemas.openxmlformats.org/officeDocument/2006/relationships/image" Target="../media/image235.png"/><Relationship Id="rId64" Type="http://schemas.openxmlformats.org/officeDocument/2006/relationships/image" Target="../media/image239.png"/><Relationship Id="rId69" Type="http://schemas.openxmlformats.org/officeDocument/2006/relationships/customXml" Target="../ink/ink245.xml"/><Relationship Id="rId77" Type="http://schemas.openxmlformats.org/officeDocument/2006/relationships/customXml" Target="../ink/ink249.xml"/><Relationship Id="rId8" Type="http://schemas.openxmlformats.org/officeDocument/2006/relationships/image" Target="../media/image211.png"/><Relationship Id="rId51" Type="http://schemas.openxmlformats.org/officeDocument/2006/relationships/customXml" Target="../ink/ink236.xml"/><Relationship Id="rId72" Type="http://schemas.openxmlformats.org/officeDocument/2006/relationships/image" Target="../media/image243.png"/><Relationship Id="rId80" Type="http://schemas.openxmlformats.org/officeDocument/2006/relationships/image" Target="../media/image247.png"/><Relationship Id="rId3" Type="http://schemas.openxmlformats.org/officeDocument/2006/relationships/customXml" Target="../ink/ink212.xml"/><Relationship Id="rId12" Type="http://schemas.openxmlformats.org/officeDocument/2006/relationships/image" Target="../media/image213.png"/><Relationship Id="rId17" Type="http://schemas.openxmlformats.org/officeDocument/2006/relationships/customXml" Target="../ink/ink219.xml"/><Relationship Id="rId25" Type="http://schemas.openxmlformats.org/officeDocument/2006/relationships/customXml" Target="../ink/ink223.xml"/><Relationship Id="rId33" Type="http://schemas.openxmlformats.org/officeDocument/2006/relationships/customXml" Target="../ink/ink227.xml"/><Relationship Id="rId38" Type="http://schemas.openxmlformats.org/officeDocument/2006/relationships/image" Target="../media/image226.png"/><Relationship Id="rId46" Type="http://schemas.openxmlformats.org/officeDocument/2006/relationships/image" Target="../media/image230.png"/><Relationship Id="rId59" Type="http://schemas.openxmlformats.org/officeDocument/2006/relationships/customXml" Target="../ink/ink240.xml"/><Relationship Id="rId67" Type="http://schemas.openxmlformats.org/officeDocument/2006/relationships/customXml" Target="../ink/ink244.xml"/><Relationship Id="rId20" Type="http://schemas.openxmlformats.org/officeDocument/2006/relationships/image" Target="../media/image217.png"/><Relationship Id="rId41" Type="http://schemas.openxmlformats.org/officeDocument/2006/relationships/customXml" Target="../ink/ink231.xml"/><Relationship Id="rId54" Type="http://schemas.openxmlformats.org/officeDocument/2006/relationships/image" Target="../media/image234.png"/><Relationship Id="rId62" Type="http://schemas.openxmlformats.org/officeDocument/2006/relationships/image" Target="../media/image238.png"/><Relationship Id="rId70" Type="http://schemas.openxmlformats.org/officeDocument/2006/relationships/image" Target="../media/image242.png"/><Relationship Id="rId75" Type="http://schemas.openxmlformats.org/officeDocument/2006/relationships/customXml" Target="../ink/ink248.xml"/><Relationship Id="rId83" Type="http://schemas.openxmlformats.org/officeDocument/2006/relationships/customXml" Target="../ink/ink2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5" Type="http://schemas.openxmlformats.org/officeDocument/2006/relationships/customXml" Target="../ink/ink218.xml"/><Relationship Id="rId23" Type="http://schemas.openxmlformats.org/officeDocument/2006/relationships/customXml" Target="../ink/ink222.xml"/><Relationship Id="rId28" Type="http://schemas.openxmlformats.org/officeDocument/2006/relationships/image" Target="../media/image221.png"/><Relationship Id="rId36" Type="http://schemas.openxmlformats.org/officeDocument/2006/relationships/image" Target="../media/image225.png"/><Relationship Id="rId49" Type="http://schemas.openxmlformats.org/officeDocument/2006/relationships/customXml" Target="../ink/ink235.xml"/><Relationship Id="rId57" Type="http://schemas.openxmlformats.org/officeDocument/2006/relationships/customXml" Target="../ink/ink239.xml"/><Relationship Id="rId10" Type="http://schemas.openxmlformats.org/officeDocument/2006/relationships/image" Target="../media/image212.png"/><Relationship Id="rId31" Type="http://schemas.openxmlformats.org/officeDocument/2006/relationships/customXml" Target="../ink/ink226.xml"/><Relationship Id="rId44" Type="http://schemas.openxmlformats.org/officeDocument/2006/relationships/image" Target="../media/image229.png"/><Relationship Id="rId52" Type="http://schemas.openxmlformats.org/officeDocument/2006/relationships/image" Target="../media/image233.png"/><Relationship Id="rId60" Type="http://schemas.openxmlformats.org/officeDocument/2006/relationships/image" Target="../media/image237.png"/><Relationship Id="rId65" Type="http://schemas.openxmlformats.org/officeDocument/2006/relationships/customXml" Target="../ink/ink243.xml"/><Relationship Id="rId73" Type="http://schemas.openxmlformats.org/officeDocument/2006/relationships/customXml" Target="../ink/ink247.xml"/><Relationship Id="rId78" Type="http://schemas.openxmlformats.org/officeDocument/2006/relationships/image" Target="../media/image246.png"/><Relationship Id="rId81" Type="http://schemas.openxmlformats.org/officeDocument/2006/relationships/customXml" Target="../ink/ink251.xml"/><Relationship Id="rId4" Type="http://schemas.openxmlformats.org/officeDocument/2006/relationships/image" Target="../media/image209.png"/><Relationship Id="rId9" Type="http://schemas.openxmlformats.org/officeDocument/2006/relationships/customXml" Target="../ink/ink215.xml"/><Relationship Id="rId13" Type="http://schemas.openxmlformats.org/officeDocument/2006/relationships/customXml" Target="../ink/ink217.xml"/><Relationship Id="rId18" Type="http://schemas.openxmlformats.org/officeDocument/2006/relationships/image" Target="../media/image216.png"/><Relationship Id="rId39" Type="http://schemas.openxmlformats.org/officeDocument/2006/relationships/customXml" Target="../ink/ink230.xml"/><Relationship Id="rId34" Type="http://schemas.openxmlformats.org/officeDocument/2006/relationships/image" Target="../media/image224.png"/><Relationship Id="rId50" Type="http://schemas.openxmlformats.org/officeDocument/2006/relationships/image" Target="../media/image232.png"/><Relationship Id="rId55" Type="http://schemas.openxmlformats.org/officeDocument/2006/relationships/customXml" Target="../ink/ink238.xml"/><Relationship Id="rId76" Type="http://schemas.openxmlformats.org/officeDocument/2006/relationships/image" Target="../media/image245.png"/><Relationship Id="rId7" Type="http://schemas.openxmlformats.org/officeDocument/2006/relationships/customXml" Target="../ink/ink214.xml"/><Relationship Id="rId71" Type="http://schemas.openxmlformats.org/officeDocument/2006/relationships/customXml" Target="../ink/ink246.xml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225.xml"/><Relationship Id="rId24" Type="http://schemas.openxmlformats.org/officeDocument/2006/relationships/image" Target="../media/image219.png"/><Relationship Id="rId40" Type="http://schemas.openxmlformats.org/officeDocument/2006/relationships/image" Target="../media/image227.png"/><Relationship Id="rId45" Type="http://schemas.openxmlformats.org/officeDocument/2006/relationships/customXml" Target="../ink/ink233.xml"/><Relationship Id="rId66" Type="http://schemas.openxmlformats.org/officeDocument/2006/relationships/image" Target="../media/image240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1.png"/><Relationship Id="rId21" Type="http://schemas.openxmlformats.org/officeDocument/2006/relationships/customXml" Target="../ink/ink262.xml"/><Relationship Id="rId42" Type="http://schemas.openxmlformats.org/officeDocument/2006/relationships/image" Target="../media/image269.png"/><Relationship Id="rId47" Type="http://schemas.openxmlformats.org/officeDocument/2006/relationships/customXml" Target="../ink/ink275.xml"/><Relationship Id="rId63" Type="http://schemas.openxmlformats.org/officeDocument/2006/relationships/customXml" Target="../ink/ink283.xml"/><Relationship Id="rId68" Type="http://schemas.openxmlformats.org/officeDocument/2006/relationships/image" Target="../media/image281.png"/><Relationship Id="rId16" Type="http://schemas.openxmlformats.org/officeDocument/2006/relationships/image" Target="../media/image256.png"/><Relationship Id="rId11" Type="http://schemas.openxmlformats.org/officeDocument/2006/relationships/customXml" Target="../ink/ink257.xml"/><Relationship Id="rId24" Type="http://schemas.openxmlformats.org/officeDocument/2006/relationships/image" Target="../media/image260.png"/><Relationship Id="rId32" Type="http://schemas.openxmlformats.org/officeDocument/2006/relationships/image" Target="../media/image264.png"/><Relationship Id="rId37" Type="http://schemas.openxmlformats.org/officeDocument/2006/relationships/customXml" Target="../ink/ink270.xml"/><Relationship Id="rId40" Type="http://schemas.openxmlformats.org/officeDocument/2006/relationships/image" Target="../media/image268.png"/><Relationship Id="rId45" Type="http://schemas.openxmlformats.org/officeDocument/2006/relationships/customXml" Target="../ink/ink274.xml"/><Relationship Id="rId53" Type="http://schemas.openxmlformats.org/officeDocument/2006/relationships/customXml" Target="../ink/ink278.xml"/><Relationship Id="rId58" Type="http://schemas.openxmlformats.org/officeDocument/2006/relationships/image" Target="../media/image277.png"/><Relationship Id="rId66" Type="http://schemas.openxmlformats.org/officeDocument/2006/relationships/image" Target="../media/image280.png"/><Relationship Id="rId74" Type="http://schemas.openxmlformats.org/officeDocument/2006/relationships/customXml" Target="../ink/ink289.xml"/><Relationship Id="rId79" Type="http://schemas.openxmlformats.org/officeDocument/2006/relationships/image" Target="../media/image286.png"/><Relationship Id="rId5" Type="http://schemas.openxmlformats.org/officeDocument/2006/relationships/customXml" Target="../ink/ink254.xml"/><Relationship Id="rId61" Type="http://schemas.openxmlformats.org/officeDocument/2006/relationships/customXml" Target="../ink/ink282.xml"/><Relationship Id="rId19" Type="http://schemas.openxmlformats.org/officeDocument/2006/relationships/customXml" Target="../ink/ink261.xml"/><Relationship Id="rId14" Type="http://schemas.openxmlformats.org/officeDocument/2006/relationships/image" Target="../media/image255.png"/><Relationship Id="rId22" Type="http://schemas.openxmlformats.org/officeDocument/2006/relationships/image" Target="../media/image259.png"/><Relationship Id="rId27" Type="http://schemas.openxmlformats.org/officeDocument/2006/relationships/customXml" Target="../ink/ink265.xml"/><Relationship Id="rId30" Type="http://schemas.openxmlformats.org/officeDocument/2006/relationships/image" Target="../media/image263.png"/><Relationship Id="rId35" Type="http://schemas.openxmlformats.org/officeDocument/2006/relationships/customXml" Target="../ink/ink269.xml"/><Relationship Id="rId43" Type="http://schemas.openxmlformats.org/officeDocument/2006/relationships/customXml" Target="../ink/ink273.xml"/><Relationship Id="rId48" Type="http://schemas.openxmlformats.org/officeDocument/2006/relationships/image" Target="../media/image272.png"/><Relationship Id="rId56" Type="http://schemas.openxmlformats.org/officeDocument/2006/relationships/image" Target="../media/image276.png"/><Relationship Id="rId64" Type="http://schemas.openxmlformats.org/officeDocument/2006/relationships/image" Target="../media/image279.png"/><Relationship Id="rId69" Type="http://schemas.openxmlformats.org/officeDocument/2006/relationships/customXml" Target="../ink/ink286.xml"/><Relationship Id="rId77" Type="http://schemas.openxmlformats.org/officeDocument/2006/relationships/image" Target="../media/image285.png"/><Relationship Id="rId8" Type="http://schemas.openxmlformats.org/officeDocument/2006/relationships/image" Target="../media/image252.png"/><Relationship Id="rId51" Type="http://schemas.openxmlformats.org/officeDocument/2006/relationships/customXml" Target="../ink/ink277.xml"/><Relationship Id="rId72" Type="http://schemas.openxmlformats.org/officeDocument/2006/relationships/image" Target="../media/image283.png"/><Relationship Id="rId3" Type="http://schemas.openxmlformats.org/officeDocument/2006/relationships/customXml" Target="../ink/ink253.xml"/><Relationship Id="rId12" Type="http://schemas.openxmlformats.org/officeDocument/2006/relationships/image" Target="../media/image254.png"/><Relationship Id="rId17" Type="http://schemas.openxmlformats.org/officeDocument/2006/relationships/customXml" Target="../ink/ink260.xml"/><Relationship Id="rId25" Type="http://schemas.openxmlformats.org/officeDocument/2006/relationships/customXml" Target="../ink/ink264.xml"/><Relationship Id="rId33" Type="http://schemas.openxmlformats.org/officeDocument/2006/relationships/customXml" Target="../ink/ink268.xml"/><Relationship Id="rId38" Type="http://schemas.openxmlformats.org/officeDocument/2006/relationships/image" Target="../media/image267.png"/><Relationship Id="rId46" Type="http://schemas.openxmlformats.org/officeDocument/2006/relationships/image" Target="../media/image271.png"/><Relationship Id="rId59" Type="http://schemas.openxmlformats.org/officeDocument/2006/relationships/customXml" Target="../ink/ink281.xml"/><Relationship Id="rId67" Type="http://schemas.openxmlformats.org/officeDocument/2006/relationships/customXml" Target="../ink/ink285.xml"/><Relationship Id="rId20" Type="http://schemas.openxmlformats.org/officeDocument/2006/relationships/image" Target="../media/image258.png"/><Relationship Id="rId41" Type="http://schemas.openxmlformats.org/officeDocument/2006/relationships/customXml" Target="../ink/ink272.xml"/><Relationship Id="rId54" Type="http://schemas.openxmlformats.org/officeDocument/2006/relationships/image" Target="../media/image275.png"/><Relationship Id="rId62" Type="http://schemas.openxmlformats.org/officeDocument/2006/relationships/image" Target="../media/image278.png"/><Relationship Id="rId70" Type="http://schemas.openxmlformats.org/officeDocument/2006/relationships/image" Target="../media/image282.png"/><Relationship Id="rId75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15" Type="http://schemas.openxmlformats.org/officeDocument/2006/relationships/customXml" Target="../ink/ink259.xml"/><Relationship Id="rId23" Type="http://schemas.openxmlformats.org/officeDocument/2006/relationships/customXml" Target="../ink/ink263.xml"/><Relationship Id="rId28" Type="http://schemas.openxmlformats.org/officeDocument/2006/relationships/image" Target="../media/image262.png"/><Relationship Id="rId36" Type="http://schemas.openxmlformats.org/officeDocument/2006/relationships/image" Target="../media/image266.png"/><Relationship Id="rId49" Type="http://schemas.openxmlformats.org/officeDocument/2006/relationships/customXml" Target="../ink/ink276.xml"/><Relationship Id="rId57" Type="http://schemas.openxmlformats.org/officeDocument/2006/relationships/customXml" Target="../ink/ink280.xml"/><Relationship Id="rId10" Type="http://schemas.openxmlformats.org/officeDocument/2006/relationships/image" Target="../media/image253.png"/><Relationship Id="rId31" Type="http://schemas.openxmlformats.org/officeDocument/2006/relationships/customXml" Target="../ink/ink267.xml"/><Relationship Id="rId44" Type="http://schemas.openxmlformats.org/officeDocument/2006/relationships/image" Target="../media/image270.png"/><Relationship Id="rId52" Type="http://schemas.openxmlformats.org/officeDocument/2006/relationships/image" Target="../media/image274.png"/><Relationship Id="rId60" Type="http://schemas.openxmlformats.org/officeDocument/2006/relationships/image" Target="../media/image228.png"/><Relationship Id="rId65" Type="http://schemas.openxmlformats.org/officeDocument/2006/relationships/customXml" Target="../ink/ink284.xml"/><Relationship Id="rId73" Type="http://schemas.openxmlformats.org/officeDocument/2006/relationships/customXml" Target="../ink/ink288.xml"/><Relationship Id="rId78" Type="http://schemas.openxmlformats.org/officeDocument/2006/relationships/customXml" Target="../ink/ink291.xml"/><Relationship Id="rId4" Type="http://schemas.openxmlformats.org/officeDocument/2006/relationships/image" Target="../media/image250.png"/><Relationship Id="rId9" Type="http://schemas.openxmlformats.org/officeDocument/2006/relationships/customXml" Target="../ink/ink256.xml"/><Relationship Id="rId13" Type="http://schemas.openxmlformats.org/officeDocument/2006/relationships/customXml" Target="../ink/ink258.xml"/><Relationship Id="rId18" Type="http://schemas.openxmlformats.org/officeDocument/2006/relationships/image" Target="../media/image257.png"/><Relationship Id="rId39" Type="http://schemas.openxmlformats.org/officeDocument/2006/relationships/customXml" Target="../ink/ink271.xml"/><Relationship Id="rId34" Type="http://schemas.openxmlformats.org/officeDocument/2006/relationships/image" Target="../media/image265.png"/><Relationship Id="rId50" Type="http://schemas.openxmlformats.org/officeDocument/2006/relationships/image" Target="../media/image273.png"/><Relationship Id="rId55" Type="http://schemas.openxmlformats.org/officeDocument/2006/relationships/customXml" Target="../ink/ink279.xml"/><Relationship Id="rId76" Type="http://schemas.openxmlformats.org/officeDocument/2006/relationships/customXml" Target="../ink/ink290.xml"/><Relationship Id="rId7" Type="http://schemas.openxmlformats.org/officeDocument/2006/relationships/customXml" Target="../ink/ink255.xml"/><Relationship Id="rId71" Type="http://schemas.openxmlformats.org/officeDocument/2006/relationships/customXml" Target="../ink/ink287.xml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6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7.xml"/><Relationship Id="rId18" Type="http://schemas.openxmlformats.org/officeDocument/2006/relationships/image" Target="../media/image294.png"/><Relationship Id="rId26" Type="http://schemas.openxmlformats.org/officeDocument/2006/relationships/image" Target="../media/image298.png"/><Relationship Id="rId39" Type="http://schemas.openxmlformats.org/officeDocument/2006/relationships/customXml" Target="../ink/ink310.xml"/><Relationship Id="rId21" Type="http://schemas.openxmlformats.org/officeDocument/2006/relationships/customXml" Target="../ink/ink301.xml"/><Relationship Id="rId34" Type="http://schemas.openxmlformats.org/officeDocument/2006/relationships/image" Target="../media/image302.png"/><Relationship Id="rId42" Type="http://schemas.openxmlformats.org/officeDocument/2006/relationships/image" Target="../media/image306.png"/><Relationship Id="rId47" Type="http://schemas.openxmlformats.org/officeDocument/2006/relationships/customXml" Target="../ink/ink314.xml"/><Relationship Id="rId50" Type="http://schemas.openxmlformats.org/officeDocument/2006/relationships/image" Target="../media/image310.png"/><Relationship Id="rId7" Type="http://schemas.openxmlformats.org/officeDocument/2006/relationships/customXml" Target="../ink/ink294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3.png"/><Relationship Id="rId29" Type="http://schemas.openxmlformats.org/officeDocument/2006/relationships/customXml" Target="../ink/ink305.xml"/><Relationship Id="rId11" Type="http://schemas.openxmlformats.org/officeDocument/2006/relationships/customXml" Target="../ink/ink296.xml"/><Relationship Id="rId24" Type="http://schemas.openxmlformats.org/officeDocument/2006/relationships/image" Target="../media/image297.png"/><Relationship Id="rId32" Type="http://schemas.openxmlformats.org/officeDocument/2006/relationships/image" Target="../media/image301.png"/><Relationship Id="rId37" Type="http://schemas.openxmlformats.org/officeDocument/2006/relationships/customXml" Target="../ink/ink309.xml"/><Relationship Id="rId40" Type="http://schemas.openxmlformats.org/officeDocument/2006/relationships/image" Target="../media/image305.png"/><Relationship Id="rId45" Type="http://schemas.openxmlformats.org/officeDocument/2006/relationships/customXml" Target="../ink/ink313.xml"/><Relationship Id="rId5" Type="http://schemas.openxmlformats.org/officeDocument/2006/relationships/customXml" Target="../ink/ink293.xml"/><Relationship Id="rId15" Type="http://schemas.openxmlformats.org/officeDocument/2006/relationships/customXml" Target="../ink/ink298.xml"/><Relationship Id="rId23" Type="http://schemas.openxmlformats.org/officeDocument/2006/relationships/customXml" Target="../ink/ink302.xml"/><Relationship Id="rId28" Type="http://schemas.openxmlformats.org/officeDocument/2006/relationships/image" Target="../media/image299.png"/><Relationship Id="rId36" Type="http://schemas.openxmlformats.org/officeDocument/2006/relationships/image" Target="../media/image303.png"/><Relationship Id="rId49" Type="http://schemas.openxmlformats.org/officeDocument/2006/relationships/customXml" Target="../ink/ink315.xml"/><Relationship Id="rId10" Type="http://schemas.openxmlformats.org/officeDocument/2006/relationships/image" Target="../media/image290.png"/><Relationship Id="rId19" Type="http://schemas.openxmlformats.org/officeDocument/2006/relationships/customXml" Target="../ink/ink300.xml"/><Relationship Id="rId31" Type="http://schemas.openxmlformats.org/officeDocument/2006/relationships/customXml" Target="../ink/ink306.xml"/><Relationship Id="rId44" Type="http://schemas.openxmlformats.org/officeDocument/2006/relationships/image" Target="../media/image307.png"/><Relationship Id="rId4" Type="http://schemas.openxmlformats.org/officeDocument/2006/relationships/image" Target="../media/image287.png"/><Relationship Id="rId9" Type="http://schemas.openxmlformats.org/officeDocument/2006/relationships/customXml" Target="../ink/ink295.xml"/><Relationship Id="rId14" Type="http://schemas.openxmlformats.org/officeDocument/2006/relationships/image" Target="../media/image292.png"/><Relationship Id="rId22" Type="http://schemas.openxmlformats.org/officeDocument/2006/relationships/image" Target="../media/image296.png"/><Relationship Id="rId27" Type="http://schemas.openxmlformats.org/officeDocument/2006/relationships/customXml" Target="../ink/ink304.xml"/><Relationship Id="rId30" Type="http://schemas.openxmlformats.org/officeDocument/2006/relationships/image" Target="../media/image300.png"/><Relationship Id="rId35" Type="http://schemas.openxmlformats.org/officeDocument/2006/relationships/customXml" Target="../ink/ink308.xml"/><Relationship Id="rId43" Type="http://schemas.openxmlformats.org/officeDocument/2006/relationships/customXml" Target="../ink/ink312.xml"/><Relationship Id="rId48" Type="http://schemas.openxmlformats.org/officeDocument/2006/relationships/image" Target="../media/image309.png"/><Relationship Id="rId8" Type="http://schemas.openxmlformats.org/officeDocument/2006/relationships/image" Target="../media/image289.png"/><Relationship Id="rId3" Type="http://schemas.openxmlformats.org/officeDocument/2006/relationships/customXml" Target="../ink/ink292.xml"/><Relationship Id="rId12" Type="http://schemas.openxmlformats.org/officeDocument/2006/relationships/image" Target="../media/image291.png"/><Relationship Id="rId17" Type="http://schemas.openxmlformats.org/officeDocument/2006/relationships/customXml" Target="../ink/ink299.xml"/><Relationship Id="rId25" Type="http://schemas.openxmlformats.org/officeDocument/2006/relationships/customXml" Target="../ink/ink303.xml"/><Relationship Id="rId33" Type="http://schemas.openxmlformats.org/officeDocument/2006/relationships/customXml" Target="../ink/ink307.xml"/><Relationship Id="rId38" Type="http://schemas.openxmlformats.org/officeDocument/2006/relationships/image" Target="../media/image304.png"/><Relationship Id="rId46" Type="http://schemas.openxmlformats.org/officeDocument/2006/relationships/image" Target="../media/image308.png"/><Relationship Id="rId20" Type="http://schemas.openxmlformats.org/officeDocument/2006/relationships/image" Target="../media/image295.png"/><Relationship Id="rId41" Type="http://schemas.openxmlformats.org/officeDocument/2006/relationships/customXml" Target="../ink/ink3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28.xml"/><Relationship Id="rId21" Type="http://schemas.openxmlformats.org/officeDocument/2006/relationships/customXml" Target="../ink/ink325.xml"/><Relationship Id="rId42" Type="http://schemas.openxmlformats.org/officeDocument/2006/relationships/customXml" Target="../ink/ink336.xml"/><Relationship Id="rId47" Type="http://schemas.openxmlformats.org/officeDocument/2006/relationships/image" Target="../media/image331.png"/><Relationship Id="rId63" Type="http://schemas.openxmlformats.org/officeDocument/2006/relationships/image" Target="../media/image339.png"/><Relationship Id="rId68" Type="http://schemas.openxmlformats.org/officeDocument/2006/relationships/customXml" Target="../ink/ink349.xml"/><Relationship Id="rId84" Type="http://schemas.openxmlformats.org/officeDocument/2006/relationships/customXml" Target="../ink/ink357.xml"/><Relationship Id="rId89" Type="http://schemas.openxmlformats.org/officeDocument/2006/relationships/image" Target="../media/image352.png"/><Relationship Id="rId112" Type="http://schemas.openxmlformats.org/officeDocument/2006/relationships/customXml" Target="../ink/ink371.xml"/><Relationship Id="rId16" Type="http://schemas.openxmlformats.org/officeDocument/2006/relationships/image" Target="../media/image228.png"/><Relationship Id="rId107" Type="http://schemas.openxmlformats.org/officeDocument/2006/relationships/image" Target="../media/image361.png"/><Relationship Id="rId11" Type="http://schemas.openxmlformats.org/officeDocument/2006/relationships/customXml" Target="../ink/ink320.xml"/><Relationship Id="rId32" Type="http://schemas.openxmlformats.org/officeDocument/2006/relationships/customXml" Target="../ink/ink331.xml"/><Relationship Id="rId37" Type="http://schemas.openxmlformats.org/officeDocument/2006/relationships/image" Target="../media/image326.png"/><Relationship Id="rId53" Type="http://schemas.openxmlformats.org/officeDocument/2006/relationships/image" Target="../media/image334.png"/><Relationship Id="rId58" Type="http://schemas.openxmlformats.org/officeDocument/2006/relationships/customXml" Target="../ink/ink344.xml"/><Relationship Id="rId74" Type="http://schemas.openxmlformats.org/officeDocument/2006/relationships/customXml" Target="../ink/ink352.xml"/><Relationship Id="rId79" Type="http://schemas.openxmlformats.org/officeDocument/2006/relationships/image" Target="../media/image347.png"/><Relationship Id="rId102" Type="http://schemas.openxmlformats.org/officeDocument/2006/relationships/customXml" Target="../ink/ink366.xml"/><Relationship Id="rId5" Type="http://schemas.openxmlformats.org/officeDocument/2006/relationships/customXml" Target="../ink/ink317.xml"/><Relationship Id="rId90" Type="http://schemas.openxmlformats.org/officeDocument/2006/relationships/customXml" Target="../ink/ink360.xml"/><Relationship Id="rId95" Type="http://schemas.openxmlformats.org/officeDocument/2006/relationships/image" Target="../media/image355.png"/><Relationship Id="rId22" Type="http://schemas.openxmlformats.org/officeDocument/2006/relationships/image" Target="../media/image319.png"/><Relationship Id="rId27" Type="http://schemas.openxmlformats.org/officeDocument/2006/relationships/image" Target="../media/image321.png"/><Relationship Id="rId43" Type="http://schemas.openxmlformats.org/officeDocument/2006/relationships/image" Target="../media/image329.png"/><Relationship Id="rId48" Type="http://schemas.openxmlformats.org/officeDocument/2006/relationships/customXml" Target="../ink/ink339.xml"/><Relationship Id="rId64" Type="http://schemas.openxmlformats.org/officeDocument/2006/relationships/customXml" Target="../ink/ink347.xml"/><Relationship Id="rId69" Type="http://schemas.openxmlformats.org/officeDocument/2006/relationships/image" Target="../media/image342.png"/><Relationship Id="rId113" Type="http://schemas.openxmlformats.org/officeDocument/2006/relationships/image" Target="../media/image364.png"/><Relationship Id="rId80" Type="http://schemas.openxmlformats.org/officeDocument/2006/relationships/customXml" Target="../ink/ink355.xml"/><Relationship Id="rId85" Type="http://schemas.openxmlformats.org/officeDocument/2006/relationships/image" Target="../media/image350.png"/><Relationship Id="rId12" Type="http://schemas.openxmlformats.org/officeDocument/2006/relationships/image" Target="../media/image315.png"/><Relationship Id="rId17" Type="http://schemas.openxmlformats.org/officeDocument/2006/relationships/customXml" Target="../ink/ink323.xml"/><Relationship Id="rId33" Type="http://schemas.openxmlformats.org/officeDocument/2006/relationships/image" Target="../media/image324.png"/><Relationship Id="rId38" Type="http://schemas.openxmlformats.org/officeDocument/2006/relationships/customXml" Target="../ink/ink334.xml"/><Relationship Id="rId59" Type="http://schemas.openxmlformats.org/officeDocument/2006/relationships/image" Target="../media/image337.png"/><Relationship Id="rId103" Type="http://schemas.openxmlformats.org/officeDocument/2006/relationships/image" Target="../media/image359.png"/><Relationship Id="rId108" Type="http://schemas.openxmlformats.org/officeDocument/2006/relationships/customXml" Target="../ink/ink369.xml"/><Relationship Id="rId54" Type="http://schemas.openxmlformats.org/officeDocument/2006/relationships/customXml" Target="../ink/ink342.xml"/><Relationship Id="rId70" Type="http://schemas.openxmlformats.org/officeDocument/2006/relationships/customXml" Target="../ink/ink350.xml"/><Relationship Id="rId75" Type="http://schemas.openxmlformats.org/officeDocument/2006/relationships/image" Target="../media/image345.png"/><Relationship Id="rId91" Type="http://schemas.openxmlformats.org/officeDocument/2006/relationships/image" Target="../media/image353.png"/><Relationship Id="rId96" Type="http://schemas.openxmlformats.org/officeDocument/2006/relationships/customXml" Target="../ink/ink3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2.png"/><Relationship Id="rId15" Type="http://schemas.openxmlformats.org/officeDocument/2006/relationships/customXml" Target="../ink/ink322.xml"/><Relationship Id="rId23" Type="http://schemas.openxmlformats.org/officeDocument/2006/relationships/customXml" Target="../ink/ink326.xml"/><Relationship Id="rId28" Type="http://schemas.openxmlformats.org/officeDocument/2006/relationships/customXml" Target="../ink/ink329.xml"/><Relationship Id="rId36" Type="http://schemas.openxmlformats.org/officeDocument/2006/relationships/customXml" Target="../ink/ink333.xml"/><Relationship Id="rId49" Type="http://schemas.openxmlformats.org/officeDocument/2006/relationships/image" Target="../media/image332.png"/><Relationship Id="rId57" Type="http://schemas.openxmlformats.org/officeDocument/2006/relationships/image" Target="../media/image336.png"/><Relationship Id="rId106" Type="http://schemas.openxmlformats.org/officeDocument/2006/relationships/customXml" Target="../ink/ink368.xml"/><Relationship Id="rId114" Type="http://schemas.openxmlformats.org/officeDocument/2006/relationships/customXml" Target="../ink/ink372.xml"/><Relationship Id="rId10" Type="http://schemas.openxmlformats.org/officeDocument/2006/relationships/image" Target="../media/image314.png"/><Relationship Id="rId31" Type="http://schemas.openxmlformats.org/officeDocument/2006/relationships/image" Target="../media/image323.png"/><Relationship Id="rId44" Type="http://schemas.openxmlformats.org/officeDocument/2006/relationships/customXml" Target="../ink/ink337.xml"/><Relationship Id="rId52" Type="http://schemas.openxmlformats.org/officeDocument/2006/relationships/customXml" Target="../ink/ink341.xml"/><Relationship Id="rId60" Type="http://schemas.openxmlformats.org/officeDocument/2006/relationships/customXml" Target="../ink/ink345.xml"/><Relationship Id="rId65" Type="http://schemas.openxmlformats.org/officeDocument/2006/relationships/image" Target="../media/image340.png"/><Relationship Id="rId73" Type="http://schemas.openxmlformats.org/officeDocument/2006/relationships/image" Target="../media/image344.png"/><Relationship Id="rId78" Type="http://schemas.openxmlformats.org/officeDocument/2006/relationships/customXml" Target="../ink/ink354.xml"/><Relationship Id="rId81" Type="http://schemas.openxmlformats.org/officeDocument/2006/relationships/image" Target="../media/image348.png"/><Relationship Id="rId86" Type="http://schemas.openxmlformats.org/officeDocument/2006/relationships/customXml" Target="../ink/ink358.xml"/><Relationship Id="rId94" Type="http://schemas.openxmlformats.org/officeDocument/2006/relationships/customXml" Target="../ink/ink362.xml"/><Relationship Id="rId99" Type="http://schemas.openxmlformats.org/officeDocument/2006/relationships/image" Target="../media/image357.png"/><Relationship Id="rId101" Type="http://schemas.openxmlformats.org/officeDocument/2006/relationships/image" Target="../media/image358.png"/><Relationship Id="rId4" Type="http://schemas.openxmlformats.org/officeDocument/2006/relationships/image" Target="../media/image311.png"/><Relationship Id="rId9" Type="http://schemas.openxmlformats.org/officeDocument/2006/relationships/customXml" Target="../ink/ink319.xml"/><Relationship Id="rId13" Type="http://schemas.openxmlformats.org/officeDocument/2006/relationships/customXml" Target="../ink/ink321.xml"/><Relationship Id="rId18" Type="http://schemas.openxmlformats.org/officeDocument/2006/relationships/image" Target="../media/image317.png"/><Relationship Id="rId39" Type="http://schemas.openxmlformats.org/officeDocument/2006/relationships/image" Target="../media/image327.png"/><Relationship Id="rId109" Type="http://schemas.openxmlformats.org/officeDocument/2006/relationships/image" Target="../media/image362.png"/><Relationship Id="rId34" Type="http://schemas.openxmlformats.org/officeDocument/2006/relationships/customXml" Target="../ink/ink332.xml"/><Relationship Id="rId50" Type="http://schemas.openxmlformats.org/officeDocument/2006/relationships/customXml" Target="../ink/ink340.xml"/><Relationship Id="rId55" Type="http://schemas.openxmlformats.org/officeDocument/2006/relationships/image" Target="../media/image335.png"/><Relationship Id="rId76" Type="http://schemas.openxmlformats.org/officeDocument/2006/relationships/customXml" Target="../ink/ink353.xml"/><Relationship Id="rId97" Type="http://schemas.openxmlformats.org/officeDocument/2006/relationships/image" Target="../media/image356.png"/><Relationship Id="rId104" Type="http://schemas.openxmlformats.org/officeDocument/2006/relationships/customXml" Target="../ink/ink367.xml"/><Relationship Id="rId7" Type="http://schemas.openxmlformats.org/officeDocument/2006/relationships/customXml" Target="../ink/ink318.xml"/><Relationship Id="rId71" Type="http://schemas.openxmlformats.org/officeDocument/2006/relationships/image" Target="../media/image343.png"/><Relationship Id="rId92" Type="http://schemas.openxmlformats.org/officeDocument/2006/relationships/customXml" Target="../ink/ink361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322.png"/><Relationship Id="rId24" Type="http://schemas.openxmlformats.org/officeDocument/2006/relationships/image" Target="../media/image320.png"/><Relationship Id="rId40" Type="http://schemas.openxmlformats.org/officeDocument/2006/relationships/customXml" Target="../ink/ink335.xml"/><Relationship Id="rId45" Type="http://schemas.openxmlformats.org/officeDocument/2006/relationships/image" Target="../media/image330.png"/><Relationship Id="rId66" Type="http://schemas.openxmlformats.org/officeDocument/2006/relationships/customXml" Target="../ink/ink348.xml"/><Relationship Id="rId87" Type="http://schemas.openxmlformats.org/officeDocument/2006/relationships/image" Target="../media/image351.png"/><Relationship Id="rId110" Type="http://schemas.openxmlformats.org/officeDocument/2006/relationships/customXml" Target="../ink/ink370.xml"/><Relationship Id="rId115" Type="http://schemas.openxmlformats.org/officeDocument/2006/relationships/image" Target="../media/image365.png"/><Relationship Id="rId61" Type="http://schemas.openxmlformats.org/officeDocument/2006/relationships/image" Target="../media/image338.png"/><Relationship Id="rId82" Type="http://schemas.openxmlformats.org/officeDocument/2006/relationships/customXml" Target="../ink/ink356.xml"/><Relationship Id="rId19" Type="http://schemas.openxmlformats.org/officeDocument/2006/relationships/customXml" Target="../ink/ink324.xml"/><Relationship Id="rId14" Type="http://schemas.openxmlformats.org/officeDocument/2006/relationships/image" Target="../media/image316.png"/><Relationship Id="rId30" Type="http://schemas.openxmlformats.org/officeDocument/2006/relationships/customXml" Target="../ink/ink330.xml"/><Relationship Id="rId35" Type="http://schemas.openxmlformats.org/officeDocument/2006/relationships/image" Target="../media/image325.png"/><Relationship Id="rId56" Type="http://schemas.openxmlformats.org/officeDocument/2006/relationships/customXml" Target="../ink/ink343.xml"/><Relationship Id="rId77" Type="http://schemas.openxmlformats.org/officeDocument/2006/relationships/image" Target="../media/image346.png"/><Relationship Id="rId100" Type="http://schemas.openxmlformats.org/officeDocument/2006/relationships/customXml" Target="../ink/ink365.xml"/><Relationship Id="rId105" Type="http://schemas.openxmlformats.org/officeDocument/2006/relationships/image" Target="../media/image360.png"/><Relationship Id="rId8" Type="http://schemas.openxmlformats.org/officeDocument/2006/relationships/image" Target="../media/image313.png"/><Relationship Id="rId51" Type="http://schemas.openxmlformats.org/officeDocument/2006/relationships/image" Target="../media/image333.png"/><Relationship Id="rId72" Type="http://schemas.openxmlformats.org/officeDocument/2006/relationships/customXml" Target="../ink/ink351.xml"/><Relationship Id="rId93" Type="http://schemas.openxmlformats.org/officeDocument/2006/relationships/image" Target="../media/image354.png"/><Relationship Id="rId98" Type="http://schemas.openxmlformats.org/officeDocument/2006/relationships/customXml" Target="../ink/ink364.xml"/><Relationship Id="rId3" Type="http://schemas.openxmlformats.org/officeDocument/2006/relationships/customXml" Target="../ink/ink316.xml"/><Relationship Id="rId25" Type="http://schemas.openxmlformats.org/officeDocument/2006/relationships/customXml" Target="../ink/ink327.xml"/><Relationship Id="rId46" Type="http://schemas.openxmlformats.org/officeDocument/2006/relationships/customXml" Target="../ink/ink338.xml"/><Relationship Id="rId67" Type="http://schemas.openxmlformats.org/officeDocument/2006/relationships/image" Target="../media/image341.png"/><Relationship Id="rId20" Type="http://schemas.openxmlformats.org/officeDocument/2006/relationships/image" Target="../media/image318.png"/><Relationship Id="rId41" Type="http://schemas.openxmlformats.org/officeDocument/2006/relationships/image" Target="../media/image328.png"/><Relationship Id="rId62" Type="http://schemas.openxmlformats.org/officeDocument/2006/relationships/customXml" Target="../ink/ink346.xml"/><Relationship Id="rId83" Type="http://schemas.openxmlformats.org/officeDocument/2006/relationships/image" Target="../media/image349.png"/><Relationship Id="rId88" Type="http://schemas.openxmlformats.org/officeDocument/2006/relationships/customXml" Target="../ink/ink359.xml"/><Relationship Id="rId111" Type="http://schemas.openxmlformats.org/officeDocument/2006/relationships/image" Target="../media/image36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7.png"/><Relationship Id="rId117" Type="http://schemas.openxmlformats.org/officeDocument/2006/relationships/customXml" Target="../ink/ink430.xml"/><Relationship Id="rId21" Type="http://schemas.openxmlformats.org/officeDocument/2006/relationships/customXml" Target="../ink/ink382.xml"/><Relationship Id="rId42" Type="http://schemas.openxmlformats.org/officeDocument/2006/relationships/image" Target="../media/image385.png"/><Relationship Id="rId47" Type="http://schemas.openxmlformats.org/officeDocument/2006/relationships/customXml" Target="../ink/ink395.xml"/><Relationship Id="rId63" Type="http://schemas.openxmlformats.org/officeDocument/2006/relationships/customXml" Target="../ink/ink403.xml"/><Relationship Id="rId68" Type="http://schemas.openxmlformats.org/officeDocument/2006/relationships/image" Target="../media/image398.png"/><Relationship Id="rId84" Type="http://schemas.openxmlformats.org/officeDocument/2006/relationships/image" Target="../media/image406.png"/><Relationship Id="rId89" Type="http://schemas.openxmlformats.org/officeDocument/2006/relationships/customXml" Target="../ink/ink416.xml"/><Relationship Id="rId112" Type="http://schemas.openxmlformats.org/officeDocument/2006/relationships/image" Target="../media/image419.png"/><Relationship Id="rId16" Type="http://schemas.openxmlformats.org/officeDocument/2006/relationships/image" Target="../media/image372.png"/><Relationship Id="rId107" Type="http://schemas.openxmlformats.org/officeDocument/2006/relationships/customXml" Target="../ink/ink425.xml"/><Relationship Id="rId11" Type="http://schemas.openxmlformats.org/officeDocument/2006/relationships/customXml" Target="../ink/ink377.xml"/><Relationship Id="rId32" Type="http://schemas.openxmlformats.org/officeDocument/2006/relationships/image" Target="../media/image380.png"/><Relationship Id="rId37" Type="http://schemas.openxmlformats.org/officeDocument/2006/relationships/customXml" Target="../ink/ink390.xml"/><Relationship Id="rId53" Type="http://schemas.openxmlformats.org/officeDocument/2006/relationships/customXml" Target="../ink/ink398.xml"/><Relationship Id="rId58" Type="http://schemas.openxmlformats.org/officeDocument/2006/relationships/image" Target="../media/image393.png"/><Relationship Id="rId74" Type="http://schemas.openxmlformats.org/officeDocument/2006/relationships/image" Target="../media/image401.png"/><Relationship Id="rId79" Type="http://schemas.openxmlformats.org/officeDocument/2006/relationships/customXml" Target="../ink/ink411.xml"/><Relationship Id="rId102" Type="http://schemas.openxmlformats.org/officeDocument/2006/relationships/image" Target="../media/image415.png"/><Relationship Id="rId5" Type="http://schemas.openxmlformats.org/officeDocument/2006/relationships/customXml" Target="../ink/ink374.xml"/><Relationship Id="rId90" Type="http://schemas.openxmlformats.org/officeDocument/2006/relationships/image" Target="../media/image409.png"/><Relationship Id="rId95" Type="http://schemas.openxmlformats.org/officeDocument/2006/relationships/customXml" Target="../ink/ink419.xml"/><Relationship Id="rId22" Type="http://schemas.openxmlformats.org/officeDocument/2006/relationships/image" Target="../media/image375.png"/><Relationship Id="rId27" Type="http://schemas.openxmlformats.org/officeDocument/2006/relationships/customXml" Target="../ink/ink385.xml"/><Relationship Id="rId43" Type="http://schemas.openxmlformats.org/officeDocument/2006/relationships/customXml" Target="../ink/ink393.xml"/><Relationship Id="rId48" Type="http://schemas.openxmlformats.org/officeDocument/2006/relationships/image" Target="../media/image388.png"/><Relationship Id="rId64" Type="http://schemas.openxmlformats.org/officeDocument/2006/relationships/image" Target="../media/image396.png"/><Relationship Id="rId69" Type="http://schemas.openxmlformats.org/officeDocument/2006/relationships/customXml" Target="../ink/ink406.xml"/><Relationship Id="rId113" Type="http://schemas.openxmlformats.org/officeDocument/2006/relationships/customXml" Target="../ink/ink428.xml"/><Relationship Id="rId118" Type="http://schemas.openxmlformats.org/officeDocument/2006/relationships/image" Target="../media/image422.png"/><Relationship Id="rId80" Type="http://schemas.openxmlformats.org/officeDocument/2006/relationships/image" Target="../media/image404.png"/><Relationship Id="rId85" Type="http://schemas.openxmlformats.org/officeDocument/2006/relationships/customXml" Target="../ink/ink414.xml"/><Relationship Id="rId12" Type="http://schemas.openxmlformats.org/officeDocument/2006/relationships/image" Target="../media/image370.png"/><Relationship Id="rId17" Type="http://schemas.openxmlformats.org/officeDocument/2006/relationships/customXml" Target="../ink/ink380.xml"/><Relationship Id="rId33" Type="http://schemas.openxmlformats.org/officeDocument/2006/relationships/customXml" Target="../ink/ink388.xml"/><Relationship Id="rId38" Type="http://schemas.openxmlformats.org/officeDocument/2006/relationships/image" Target="../media/image383.png"/><Relationship Id="rId59" Type="http://schemas.openxmlformats.org/officeDocument/2006/relationships/customXml" Target="../ink/ink401.xml"/><Relationship Id="rId103" Type="http://schemas.openxmlformats.org/officeDocument/2006/relationships/customXml" Target="../ink/ink423.xml"/><Relationship Id="rId108" Type="http://schemas.openxmlformats.org/officeDocument/2006/relationships/image" Target="../media/image418.png"/><Relationship Id="rId54" Type="http://schemas.openxmlformats.org/officeDocument/2006/relationships/image" Target="../media/image391.png"/><Relationship Id="rId70" Type="http://schemas.openxmlformats.org/officeDocument/2006/relationships/image" Target="../media/image399.png"/><Relationship Id="rId75" Type="http://schemas.openxmlformats.org/officeDocument/2006/relationships/customXml" Target="../ink/ink409.xml"/><Relationship Id="rId91" Type="http://schemas.openxmlformats.org/officeDocument/2006/relationships/customXml" Target="../ink/ink417.xml"/><Relationship Id="rId96" Type="http://schemas.openxmlformats.org/officeDocument/2006/relationships/image" Target="../media/image4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7.png"/><Relationship Id="rId23" Type="http://schemas.openxmlformats.org/officeDocument/2006/relationships/customXml" Target="../ink/ink383.xml"/><Relationship Id="rId28" Type="http://schemas.openxmlformats.org/officeDocument/2006/relationships/image" Target="../media/image378.png"/><Relationship Id="rId49" Type="http://schemas.openxmlformats.org/officeDocument/2006/relationships/customXml" Target="../ink/ink396.xml"/><Relationship Id="rId114" Type="http://schemas.openxmlformats.org/officeDocument/2006/relationships/image" Target="../media/image420.png"/><Relationship Id="rId10" Type="http://schemas.openxmlformats.org/officeDocument/2006/relationships/image" Target="../media/image369.png"/><Relationship Id="rId31" Type="http://schemas.openxmlformats.org/officeDocument/2006/relationships/customXml" Target="../ink/ink387.xml"/><Relationship Id="rId44" Type="http://schemas.openxmlformats.org/officeDocument/2006/relationships/image" Target="../media/image386.png"/><Relationship Id="rId52" Type="http://schemas.openxmlformats.org/officeDocument/2006/relationships/image" Target="../media/image390.png"/><Relationship Id="rId60" Type="http://schemas.openxmlformats.org/officeDocument/2006/relationships/image" Target="../media/image394.png"/><Relationship Id="rId65" Type="http://schemas.openxmlformats.org/officeDocument/2006/relationships/customXml" Target="../ink/ink404.xml"/><Relationship Id="rId73" Type="http://schemas.openxmlformats.org/officeDocument/2006/relationships/customXml" Target="../ink/ink408.xml"/><Relationship Id="rId78" Type="http://schemas.openxmlformats.org/officeDocument/2006/relationships/image" Target="../media/image403.png"/><Relationship Id="rId81" Type="http://schemas.openxmlformats.org/officeDocument/2006/relationships/customXml" Target="../ink/ink412.xml"/><Relationship Id="rId86" Type="http://schemas.openxmlformats.org/officeDocument/2006/relationships/image" Target="../media/image407.png"/><Relationship Id="rId94" Type="http://schemas.openxmlformats.org/officeDocument/2006/relationships/image" Target="../media/image411.png"/><Relationship Id="rId99" Type="http://schemas.openxmlformats.org/officeDocument/2006/relationships/customXml" Target="../ink/ink421.xml"/><Relationship Id="rId101" Type="http://schemas.openxmlformats.org/officeDocument/2006/relationships/customXml" Target="../ink/ink422.xml"/><Relationship Id="rId4" Type="http://schemas.openxmlformats.org/officeDocument/2006/relationships/image" Target="../media/image366.png"/><Relationship Id="rId9" Type="http://schemas.openxmlformats.org/officeDocument/2006/relationships/customXml" Target="../ink/ink376.xml"/><Relationship Id="rId13" Type="http://schemas.openxmlformats.org/officeDocument/2006/relationships/customXml" Target="../ink/ink378.xml"/><Relationship Id="rId18" Type="http://schemas.openxmlformats.org/officeDocument/2006/relationships/image" Target="../media/image373.png"/><Relationship Id="rId39" Type="http://schemas.openxmlformats.org/officeDocument/2006/relationships/customXml" Target="../ink/ink391.xml"/><Relationship Id="rId109" Type="http://schemas.openxmlformats.org/officeDocument/2006/relationships/customXml" Target="../ink/ink426.xml"/><Relationship Id="rId34" Type="http://schemas.openxmlformats.org/officeDocument/2006/relationships/image" Target="../media/image381.png"/><Relationship Id="rId50" Type="http://schemas.openxmlformats.org/officeDocument/2006/relationships/image" Target="../media/image389.png"/><Relationship Id="rId55" Type="http://schemas.openxmlformats.org/officeDocument/2006/relationships/customXml" Target="../ink/ink399.xml"/><Relationship Id="rId76" Type="http://schemas.openxmlformats.org/officeDocument/2006/relationships/image" Target="../media/image402.png"/><Relationship Id="rId97" Type="http://schemas.openxmlformats.org/officeDocument/2006/relationships/customXml" Target="../ink/ink420.xml"/><Relationship Id="rId104" Type="http://schemas.openxmlformats.org/officeDocument/2006/relationships/image" Target="../media/image416.png"/><Relationship Id="rId7" Type="http://schemas.openxmlformats.org/officeDocument/2006/relationships/customXml" Target="../ink/ink375.xml"/><Relationship Id="rId71" Type="http://schemas.openxmlformats.org/officeDocument/2006/relationships/customXml" Target="../ink/ink407.xml"/><Relationship Id="rId92" Type="http://schemas.openxmlformats.org/officeDocument/2006/relationships/image" Target="../media/image410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386.xml"/><Relationship Id="rId24" Type="http://schemas.openxmlformats.org/officeDocument/2006/relationships/image" Target="../media/image376.png"/><Relationship Id="rId40" Type="http://schemas.openxmlformats.org/officeDocument/2006/relationships/image" Target="../media/image384.png"/><Relationship Id="rId45" Type="http://schemas.openxmlformats.org/officeDocument/2006/relationships/customXml" Target="../ink/ink394.xml"/><Relationship Id="rId66" Type="http://schemas.openxmlformats.org/officeDocument/2006/relationships/image" Target="../media/image397.png"/><Relationship Id="rId87" Type="http://schemas.openxmlformats.org/officeDocument/2006/relationships/customXml" Target="../ink/ink415.xml"/><Relationship Id="rId110" Type="http://schemas.openxmlformats.org/officeDocument/2006/relationships/image" Target="../media/image228.png"/><Relationship Id="rId115" Type="http://schemas.openxmlformats.org/officeDocument/2006/relationships/customXml" Target="../ink/ink429.xml"/><Relationship Id="rId61" Type="http://schemas.openxmlformats.org/officeDocument/2006/relationships/customXml" Target="../ink/ink402.xml"/><Relationship Id="rId82" Type="http://schemas.openxmlformats.org/officeDocument/2006/relationships/image" Target="../media/image405.png"/><Relationship Id="rId19" Type="http://schemas.openxmlformats.org/officeDocument/2006/relationships/customXml" Target="../ink/ink381.xml"/><Relationship Id="rId14" Type="http://schemas.openxmlformats.org/officeDocument/2006/relationships/image" Target="../media/image371.png"/><Relationship Id="rId30" Type="http://schemas.openxmlformats.org/officeDocument/2006/relationships/image" Target="../media/image379.png"/><Relationship Id="rId35" Type="http://schemas.openxmlformats.org/officeDocument/2006/relationships/customXml" Target="../ink/ink389.xml"/><Relationship Id="rId56" Type="http://schemas.openxmlformats.org/officeDocument/2006/relationships/image" Target="../media/image392.png"/><Relationship Id="rId77" Type="http://schemas.openxmlformats.org/officeDocument/2006/relationships/customXml" Target="../ink/ink410.xml"/><Relationship Id="rId100" Type="http://schemas.openxmlformats.org/officeDocument/2006/relationships/image" Target="../media/image414.png"/><Relationship Id="rId105" Type="http://schemas.openxmlformats.org/officeDocument/2006/relationships/customXml" Target="../ink/ink424.xml"/><Relationship Id="rId8" Type="http://schemas.openxmlformats.org/officeDocument/2006/relationships/image" Target="../media/image368.png"/><Relationship Id="rId51" Type="http://schemas.openxmlformats.org/officeDocument/2006/relationships/customXml" Target="../ink/ink397.xml"/><Relationship Id="rId72" Type="http://schemas.openxmlformats.org/officeDocument/2006/relationships/image" Target="../media/image400.png"/><Relationship Id="rId93" Type="http://schemas.openxmlformats.org/officeDocument/2006/relationships/customXml" Target="../ink/ink418.xml"/><Relationship Id="rId98" Type="http://schemas.openxmlformats.org/officeDocument/2006/relationships/image" Target="../media/image413.png"/><Relationship Id="rId3" Type="http://schemas.openxmlformats.org/officeDocument/2006/relationships/customXml" Target="../ink/ink373.xml"/><Relationship Id="rId25" Type="http://schemas.openxmlformats.org/officeDocument/2006/relationships/customXml" Target="../ink/ink384.xml"/><Relationship Id="rId46" Type="http://schemas.openxmlformats.org/officeDocument/2006/relationships/image" Target="../media/image387.png"/><Relationship Id="rId67" Type="http://schemas.openxmlformats.org/officeDocument/2006/relationships/customXml" Target="../ink/ink405.xml"/><Relationship Id="rId116" Type="http://schemas.openxmlformats.org/officeDocument/2006/relationships/image" Target="../media/image421.png"/><Relationship Id="rId20" Type="http://schemas.openxmlformats.org/officeDocument/2006/relationships/image" Target="../media/image374.png"/><Relationship Id="rId41" Type="http://schemas.openxmlformats.org/officeDocument/2006/relationships/customXml" Target="../ink/ink392.xml"/><Relationship Id="rId62" Type="http://schemas.openxmlformats.org/officeDocument/2006/relationships/image" Target="../media/image395.png"/><Relationship Id="rId83" Type="http://schemas.openxmlformats.org/officeDocument/2006/relationships/customXml" Target="../ink/ink413.xml"/><Relationship Id="rId88" Type="http://schemas.openxmlformats.org/officeDocument/2006/relationships/image" Target="../media/image408.png"/><Relationship Id="rId111" Type="http://schemas.openxmlformats.org/officeDocument/2006/relationships/customXml" Target="../ink/ink427.xml"/><Relationship Id="rId15" Type="http://schemas.openxmlformats.org/officeDocument/2006/relationships/customXml" Target="../ink/ink379.xml"/><Relationship Id="rId36" Type="http://schemas.openxmlformats.org/officeDocument/2006/relationships/image" Target="../media/image382.png"/><Relationship Id="rId57" Type="http://schemas.openxmlformats.org/officeDocument/2006/relationships/customXml" Target="../ink/ink400.xml"/><Relationship Id="rId106" Type="http://schemas.openxmlformats.org/officeDocument/2006/relationships/image" Target="../media/image417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4.png"/><Relationship Id="rId21" Type="http://schemas.openxmlformats.org/officeDocument/2006/relationships/customXml" Target="../ink/ink440.xml"/><Relationship Id="rId42" Type="http://schemas.openxmlformats.org/officeDocument/2006/relationships/image" Target="../media/image442.png"/><Relationship Id="rId47" Type="http://schemas.openxmlformats.org/officeDocument/2006/relationships/customXml" Target="../ink/ink453.xml"/><Relationship Id="rId63" Type="http://schemas.openxmlformats.org/officeDocument/2006/relationships/customXml" Target="../ink/ink461.xml"/><Relationship Id="rId68" Type="http://schemas.openxmlformats.org/officeDocument/2006/relationships/image" Target="../media/image455.png"/><Relationship Id="rId84" Type="http://schemas.openxmlformats.org/officeDocument/2006/relationships/image" Target="../media/image463.png"/><Relationship Id="rId89" Type="http://schemas.openxmlformats.org/officeDocument/2006/relationships/customXml" Target="../ink/ink474.xml"/><Relationship Id="rId112" Type="http://schemas.openxmlformats.org/officeDocument/2006/relationships/image" Target="../media/image477.png"/><Relationship Id="rId16" Type="http://schemas.openxmlformats.org/officeDocument/2006/relationships/image" Target="../media/image429.png"/><Relationship Id="rId107" Type="http://schemas.openxmlformats.org/officeDocument/2006/relationships/customXml" Target="../ink/ink483.xml"/><Relationship Id="rId11" Type="http://schemas.openxmlformats.org/officeDocument/2006/relationships/customXml" Target="../ink/ink435.xml"/><Relationship Id="rId32" Type="http://schemas.openxmlformats.org/officeDocument/2006/relationships/image" Target="../media/image437.png"/><Relationship Id="rId37" Type="http://schemas.openxmlformats.org/officeDocument/2006/relationships/customXml" Target="../ink/ink448.xml"/><Relationship Id="rId53" Type="http://schemas.openxmlformats.org/officeDocument/2006/relationships/customXml" Target="../ink/ink456.xml"/><Relationship Id="rId58" Type="http://schemas.openxmlformats.org/officeDocument/2006/relationships/image" Target="../media/image450.png"/><Relationship Id="rId74" Type="http://schemas.openxmlformats.org/officeDocument/2006/relationships/image" Target="../media/image458.png"/><Relationship Id="rId79" Type="http://schemas.openxmlformats.org/officeDocument/2006/relationships/customXml" Target="../ink/ink469.xml"/><Relationship Id="rId102" Type="http://schemas.openxmlformats.org/officeDocument/2006/relationships/image" Target="../media/image472.png"/><Relationship Id="rId5" Type="http://schemas.openxmlformats.org/officeDocument/2006/relationships/customXml" Target="../ink/ink432.xml"/><Relationship Id="rId90" Type="http://schemas.openxmlformats.org/officeDocument/2006/relationships/image" Target="../media/image466.png"/><Relationship Id="rId95" Type="http://schemas.openxmlformats.org/officeDocument/2006/relationships/customXml" Target="../ink/ink477.xml"/><Relationship Id="rId22" Type="http://schemas.openxmlformats.org/officeDocument/2006/relationships/image" Target="../media/image432.png"/><Relationship Id="rId27" Type="http://schemas.openxmlformats.org/officeDocument/2006/relationships/customXml" Target="../ink/ink443.xml"/><Relationship Id="rId43" Type="http://schemas.openxmlformats.org/officeDocument/2006/relationships/customXml" Target="../ink/ink451.xml"/><Relationship Id="rId48" Type="http://schemas.openxmlformats.org/officeDocument/2006/relationships/image" Target="../media/image445.png"/><Relationship Id="rId64" Type="http://schemas.openxmlformats.org/officeDocument/2006/relationships/image" Target="../media/image453.png"/><Relationship Id="rId69" Type="http://schemas.openxmlformats.org/officeDocument/2006/relationships/customXml" Target="../ink/ink464.xml"/><Relationship Id="rId113" Type="http://schemas.openxmlformats.org/officeDocument/2006/relationships/customXml" Target="../ink/ink486.xml"/><Relationship Id="rId80" Type="http://schemas.openxmlformats.org/officeDocument/2006/relationships/image" Target="../media/image461.png"/><Relationship Id="rId85" Type="http://schemas.openxmlformats.org/officeDocument/2006/relationships/customXml" Target="../ink/ink472.xml"/><Relationship Id="rId12" Type="http://schemas.openxmlformats.org/officeDocument/2006/relationships/image" Target="../media/image427.png"/><Relationship Id="rId17" Type="http://schemas.openxmlformats.org/officeDocument/2006/relationships/customXml" Target="../ink/ink438.xml"/><Relationship Id="rId33" Type="http://schemas.openxmlformats.org/officeDocument/2006/relationships/customXml" Target="../ink/ink446.xml"/><Relationship Id="rId38" Type="http://schemas.openxmlformats.org/officeDocument/2006/relationships/image" Target="../media/image440.png"/><Relationship Id="rId59" Type="http://schemas.openxmlformats.org/officeDocument/2006/relationships/customXml" Target="../ink/ink459.xml"/><Relationship Id="rId103" Type="http://schemas.openxmlformats.org/officeDocument/2006/relationships/customXml" Target="../ink/ink481.xml"/><Relationship Id="rId108" Type="http://schemas.openxmlformats.org/officeDocument/2006/relationships/image" Target="../media/image475.png"/><Relationship Id="rId54" Type="http://schemas.openxmlformats.org/officeDocument/2006/relationships/image" Target="../media/image448.png"/><Relationship Id="rId70" Type="http://schemas.openxmlformats.org/officeDocument/2006/relationships/image" Target="../media/image456.png"/><Relationship Id="rId75" Type="http://schemas.openxmlformats.org/officeDocument/2006/relationships/customXml" Target="../ink/ink467.xml"/><Relationship Id="rId91" Type="http://schemas.openxmlformats.org/officeDocument/2006/relationships/customXml" Target="../ink/ink475.xml"/><Relationship Id="rId96" Type="http://schemas.openxmlformats.org/officeDocument/2006/relationships/image" Target="../media/image4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4.png"/><Relationship Id="rId15" Type="http://schemas.openxmlformats.org/officeDocument/2006/relationships/customXml" Target="../ink/ink437.xml"/><Relationship Id="rId23" Type="http://schemas.openxmlformats.org/officeDocument/2006/relationships/customXml" Target="../ink/ink441.xml"/><Relationship Id="rId28" Type="http://schemas.openxmlformats.org/officeDocument/2006/relationships/image" Target="../media/image435.png"/><Relationship Id="rId36" Type="http://schemas.openxmlformats.org/officeDocument/2006/relationships/image" Target="../media/image439.png"/><Relationship Id="rId49" Type="http://schemas.openxmlformats.org/officeDocument/2006/relationships/customXml" Target="../ink/ink454.xml"/><Relationship Id="rId57" Type="http://schemas.openxmlformats.org/officeDocument/2006/relationships/customXml" Target="../ink/ink458.xml"/><Relationship Id="rId106" Type="http://schemas.openxmlformats.org/officeDocument/2006/relationships/image" Target="../media/image474.png"/><Relationship Id="rId114" Type="http://schemas.openxmlformats.org/officeDocument/2006/relationships/image" Target="../media/image478.png"/><Relationship Id="rId10" Type="http://schemas.openxmlformats.org/officeDocument/2006/relationships/image" Target="../media/image426.png"/><Relationship Id="rId31" Type="http://schemas.openxmlformats.org/officeDocument/2006/relationships/customXml" Target="../ink/ink445.xml"/><Relationship Id="rId44" Type="http://schemas.openxmlformats.org/officeDocument/2006/relationships/image" Target="../media/image443.png"/><Relationship Id="rId52" Type="http://schemas.openxmlformats.org/officeDocument/2006/relationships/image" Target="../media/image447.png"/><Relationship Id="rId60" Type="http://schemas.openxmlformats.org/officeDocument/2006/relationships/image" Target="../media/image451.png"/><Relationship Id="rId65" Type="http://schemas.openxmlformats.org/officeDocument/2006/relationships/customXml" Target="../ink/ink462.xml"/><Relationship Id="rId73" Type="http://schemas.openxmlformats.org/officeDocument/2006/relationships/customXml" Target="../ink/ink466.xml"/><Relationship Id="rId78" Type="http://schemas.openxmlformats.org/officeDocument/2006/relationships/image" Target="../media/image460.png"/><Relationship Id="rId81" Type="http://schemas.openxmlformats.org/officeDocument/2006/relationships/customXml" Target="../ink/ink470.xml"/><Relationship Id="rId86" Type="http://schemas.openxmlformats.org/officeDocument/2006/relationships/image" Target="../media/image464.png"/><Relationship Id="rId94" Type="http://schemas.openxmlformats.org/officeDocument/2006/relationships/image" Target="../media/image468.png"/><Relationship Id="rId99" Type="http://schemas.openxmlformats.org/officeDocument/2006/relationships/customXml" Target="../ink/ink479.xml"/><Relationship Id="rId101" Type="http://schemas.openxmlformats.org/officeDocument/2006/relationships/customXml" Target="../ink/ink480.xml"/><Relationship Id="rId4" Type="http://schemas.openxmlformats.org/officeDocument/2006/relationships/image" Target="../media/image423.png"/><Relationship Id="rId9" Type="http://schemas.openxmlformats.org/officeDocument/2006/relationships/customXml" Target="../ink/ink434.xml"/><Relationship Id="rId13" Type="http://schemas.openxmlformats.org/officeDocument/2006/relationships/customXml" Target="../ink/ink436.xml"/><Relationship Id="rId18" Type="http://schemas.openxmlformats.org/officeDocument/2006/relationships/image" Target="../media/image430.png"/><Relationship Id="rId39" Type="http://schemas.openxmlformats.org/officeDocument/2006/relationships/customXml" Target="../ink/ink449.xml"/><Relationship Id="rId109" Type="http://schemas.openxmlformats.org/officeDocument/2006/relationships/customXml" Target="../ink/ink484.xml"/><Relationship Id="rId34" Type="http://schemas.openxmlformats.org/officeDocument/2006/relationships/image" Target="../media/image438.png"/><Relationship Id="rId50" Type="http://schemas.openxmlformats.org/officeDocument/2006/relationships/image" Target="../media/image446.png"/><Relationship Id="rId55" Type="http://schemas.openxmlformats.org/officeDocument/2006/relationships/customXml" Target="../ink/ink457.xml"/><Relationship Id="rId76" Type="http://schemas.openxmlformats.org/officeDocument/2006/relationships/image" Target="../media/image459.png"/><Relationship Id="rId97" Type="http://schemas.openxmlformats.org/officeDocument/2006/relationships/customXml" Target="../ink/ink478.xml"/><Relationship Id="rId104" Type="http://schemas.openxmlformats.org/officeDocument/2006/relationships/image" Target="../media/image473.png"/><Relationship Id="rId7" Type="http://schemas.openxmlformats.org/officeDocument/2006/relationships/customXml" Target="../ink/ink433.xml"/><Relationship Id="rId71" Type="http://schemas.openxmlformats.org/officeDocument/2006/relationships/customXml" Target="../ink/ink465.xml"/><Relationship Id="rId92" Type="http://schemas.openxmlformats.org/officeDocument/2006/relationships/image" Target="../media/image467.png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444.xml"/><Relationship Id="rId24" Type="http://schemas.openxmlformats.org/officeDocument/2006/relationships/image" Target="../media/image433.png"/><Relationship Id="rId40" Type="http://schemas.openxmlformats.org/officeDocument/2006/relationships/image" Target="../media/image441.png"/><Relationship Id="rId45" Type="http://schemas.openxmlformats.org/officeDocument/2006/relationships/customXml" Target="../ink/ink452.xml"/><Relationship Id="rId66" Type="http://schemas.openxmlformats.org/officeDocument/2006/relationships/image" Target="../media/image454.png"/><Relationship Id="rId87" Type="http://schemas.openxmlformats.org/officeDocument/2006/relationships/customXml" Target="../ink/ink473.xml"/><Relationship Id="rId110" Type="http://schemas.openxmlformats.org/officeDocument/2006/relationships/image" Target="../media/image476.png"/><Relationship Id="rId115" Type="http://schemas.openxmlformats.org/officeDocument/2006/relationships/customXml" Target="../ink/ink487.xml"/><Relationship Id="rId61" Type="http://schemas.openxmlformats.org/officeDocument/2006/relationships/customXml" Target="../ink/ink460.xml"/><Relationship Id="rId82" Type="http://schemas.openxmlformats.org/officeDocument/2006/relationships/image" Target="../media/image462.png"/><Relationship Id="rId19" Type="http://schemas.openxmlformats.org/officeDocument/2006/relationships/customXml" Target="../ink/ink439.xml"/><Relationship Id="rId14" Type="http://schemas.openxmlformats.org/officeDocument/2006/relationships/image" Target="../media/image428.png"/><Relationship Id="rId30" Type="http://schemas.openxmlformats.org/officeDocument/2006/relationships/image" Target="../media/image436.png"/><Relationship Id="rId35" Type="http://schemas.openxmlformats.org/officeDocument/2006/relationships/customXml" Target="../ink/ink447.xml"/><Relationship Id="rId56" Type="http://schemas.openxmlformats.org/officeDocument/2006/relationships/image" Target="../media/image449.png"/><Relationship Id="rId77" Type="http://schemas.openxmlformats.org/officeDocument/2006/relationships/customXml" Target="../ink/ink468.xml"/><Relationship Id="rId100" Type="http://schemas.openxmlformats.org/officeDocument/2006/relationships/image" Target="../media/image471.png"/><Relationship Id="rId105" Type="http://schemas.openxmlformats.org/officeDocument/2006/relationships/customXml" Target="../ink/ink482.xml"/><Relationship Id="rId8" Type="http://schemas.openxmlformats.org/officeDocument/2006/relationships/image" Target="../media/image425.png"/><Relationship Id="rId51" Type="http://schemas.openxmlformats.org/officeDocument/2006/relationships/customXml" Target="../ink/ink455.xml"/><Relationship Id="rId72" Type="http://schemas.openxmlformats.org/officeDocument/2006/relationships/image" Target="../media/image457.png"/><Relationship Id="rId93" Type="http://schemas.openxmlformats.org/officeDocument/2006/relationships/customXml" Target="../ink/ink476.xml"/><Relationship Id="rId98" Type="http://schemas.openxmlformats.org/officeDocument/2006/relationships/image" Target="../media/image470.png"/><Relationship Id="rId3" Type="http://schemas.openxmlformats.org/officeDocument/2006/relationships/customXml" Target="../ink/ink431.xml"/><Relationship Id="rId25" Type="http://schemas.openxmlformats.org/officeDocument/2006/relationships/customXml" Target="../ink/ink442.xml"/><Relationship Id="rId46" Type="http://schemas.openxmlformats.org/officeDocument/2006/relationships/image" Target="../media/image444.png"/><Relationship Id="rId67" Type="http://schemas.openxmlformats.org/officeDocument/2006/relationships/customXml" Target="../ink/ink463.xml"/><Relationship Id="rId116" Type="http://schemas.openxmlformats.org/officeDocument/2006/relationships/image" Target="../media/image479.png"/><Relationship Id="rId20" Type="http://schemas.openxmlformats.org/officeDocument/2006/relationships/image" Target="../media/image431.png"/><Relationship Id="rId41" Type="http://schemas.openxmlformats.org/officeDocument/2006/relationships/customXml" Target="../ink/ink450.xml"/><Relationship Id="rId62" Type="http://schemas.openxmlformats.org/officeDocument/2006/relationships/image" Target="../media/image452.png"/><Relationship Id="rId83" Type="http://schemas.openxmlformats.org/officeDocument/2006/relationships/customXml" Target="../ink/ink471.xml"/><Relationship Id="rId88" Type="http://schemas.openxmlformats.org/officeDocument/2006/relationships/image" Target="../media/image465.png"/><Relationship Id="rId111" Type="http://schemas.openxmlformats.org/officeDocument/2006/relationships/customXml" Target="../ink/ink485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3.xml"/><Relationship Id="rId18" Type="http://schemas.openxmlformats.org/officeDocument/2006/relationships/image" Target="../media/image487.png"/><Relationship Id="rId26" Type="http://schemas.openxmlformats.org/officeDocument/2006/relationships/image" Target="../media/image491.png"/><Relationship Id="rId39" Type="http://schemas.openxmlformats.org/officeDocument/2006/relationships/customXml" Target="../ink/ink506.xml"/><Relationship Id="rId21" Type="http://schemas.openxmlformats.org/officeDocument/2006/relationships/customXml" Target="../ink/ink497.xml"/><Relationship Id="rId34" Type="http://schemas.openxmlformats.org/officeDocument/2006/relationships/image" Target="../media/image495.png"/><Relationship Id="rId42" Type="http://schemas.openxmlformats.org/officeDocument/2006/relationships/image" Target="../media/image499.png"/><Relationship Id="rId47" Type="http://schemas.openxmlformats.org/officeDocument/2006/relationships/customXml" Target="../ink/ink510.xml"/><Relationship Id="rId50" Type="http://schemas.openxmlformats.org/officeDocument/2006/relationships/image" Target="../media/image503.png"/><Relationship Id="rId55" Type="http://schemas.openxmlformats.org/officeDocument/2006/relationships/customXml" Target="../ink/ink514.xml"/><Relationship Id="rId63" Type="http://schemas.openxmlformats.org/officeDocument/2006/relationships/customXml" Target="../ink/ink518.xml"/><Relationship Id="rId7" Type="http://schemas.openxmlformats.org/officeDocument/2006/relationships/customXml" Target="../ink/ink490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86.png"/><Relationship Id="rId29" Type="http://schemas.openxmlformats.org/officeDocument/2006/relationships/customXml" Target="../ink/ink501.xml"/><Relationship Id="rId11" Type="http://schemas.openxmlformats.org/officeDocument/2006/relationships/customXml" Target="../ink/ink492.xml"/><Relationship Id="rId24" Type="http://schemas.openxmlformats.org/officeDocument/2006/relationships/image" Target="../media/image490.png"/><Relationship Id="rId32" Type="http://schemas.openxmlformats.org/officeDocument/2006/relationships/image" Target="../media/image494.png"/><Relationship Id="rId37" Type="http://schemas.openxmlformats.org/officeDocument/2006/relationships/customXml" Target="../ink/ink505.xml"/><Relationship Id="rId40" Type="http://schemas.openxmlformats.org/officeDocument/2006/relationships/image" Target="../media/image498.png"/><Relationship Id="rId45" Type="http://schemas.openxmlformats.org/officeDocument/2006/relationships/customXml" Target="../ink/ink509.xml"/><Relationship Id="rId53" Type="http://schemas.openxmlformats.org/officeDocument/2006/relationships/customXml" Target="../ink/ink513.xml"/><Relationship Id="rId58" Type="http://schemas.openxmlformats.org/officeDocument/2006/relationships/image" Target="../media/image507.png"/><Relationship Id="rId5" Type="http://schemas.openxmlformats.org/officeDocument/2006/relationships/customXml" Target="../ink/ink489.xml"/><Relationship Id="rId61" Type="http://schemas.openxmlformats.org/officeDocument/2006/relationships/customXml" Target="../ink/ink517.xml"/><Relationship Id="rId19" Type="http://schemas.openxmlformats.org/officeDocument/2006/relationships/customXml" Target="../ink/ink496.xml"/><Relationship Id="rId14" Type="http://schemas.openxmlformats.org/officeDocument/2006/relationships/image" Target="../media/image485.png"/><Relationship Id="rId22" Type="http://schemas.openxmlformats.org/officeDocument/2006/relationships/image" Target="../media/image489.png"/><Relationship Id="rId27" Type="http://schemas.openxmlformats.org/officeDocument/2006/relationships/customXml" Target="../ink/ink500.xml"/><Relationship Id="rId30" Type="http://schemas.openxmlformats.org/officeDocument/2006/relationships/image" Target="../media/image493.png"/><Relationship Id="rId35" Type="http://schemas.openxmlformats.org/officeDocument/2006/relationships/customXml" Target="../ink/ink504.xml"/><Relationship Id="rId43" Type="http://schemas.openxmlformats.org/officeDocument/2006/relationships/customXml" Target="../ink/ink508.xml"/><Relationship Id="rId48" Type="http://schemas.openxmlformats.org/officeDocument/2006/relationships/image" Target="../media/image502.png"/><Relationship Id="rId56" Type="http://schemas.openxmlformats.org/officeDocument/2006/relationships/image" Target="../media/image506.png"/><Relationship Id="rId64" Type="http://schemas.openxmlformats.org/officeDocument/2006/relationships/image" Target="../media/image510.png"/><Relationship Id="rId8" Type="http://schemas.openxmlformats.org/officeDocument/2006/relationships/image" Target="../media/image482.png"/><Relationship Id="rId51" Type="http://schemas.openxmlformats.org/officeDocument/2006/relationships/customXml" Target="../ink/ink512.xml"/><Relationship Id="rId3" Type="http://schemas.openxmlformats.org/officeDocument/2006/relationships/customXml" Target="../ink/ink488.xml"/><Relationship Id="rId12" Type="http://schemas.openxmlformats.org/officeDocument/2006/relationships/image" Target="../media/image484.png"/><Relationship Id="rId17" Type="http://schemas.openxmlformats.org/officeDocument/2006/relationships/customXml" Target="../ink/ink495.xml"/><Relationship Id="rId25" Type="http://schemas.openxmlformats.org/officeDocument/2006/relationships/customXml" Target="../ink/ink499.xml"/><Relationship Id="rId33" Type="http://schemas.openxmlformats.org/officeDocument/2006/relationships/customXml" Target="../ink/ink503.xml"/><Relationship Id="rId38" Type="http://schemas.openxmlformats.org/officeDocument/2006/relationships/image" Target="../media/image497.png"/><Relationship Id="rId46" Type="http://schemas.openxmlformats.org/officeDocument/2006/relationships/image" Target="../media/image501.png"/><Relationship Id="rId59" Type="http://schemas.openxmlformats.org/officeDocument/2006/relationships/customXml" Target="../ink/ink516.xml"/><Relationship Id="rId20" Type="http://schemas.openxmlformats.org/officeDocument/2006/relationships/image" Target="../media/image488.png"/><Relationship Id="rId41" Type="http://schemas.openxmlformats.org/officeDocument/2006/relationships/customXml" Target="../ink/ink507.xml"/><Relationship Id="rId54" Type="http://schemas.openxmlformats.org/officeDocument/2006/relationships/image" Target="../media/image505.png"/><Relationship Id="rId62" Type="http://schemas.openxmlformats.org/officeDocument/2006/relationships/image" Target="../media/image5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.png"/><Relationship Id="rId15" Type="http://schemas.openxmlformats.org/officeDocument/2006/relationships/customXml" Target="../ink/ink494.xml"/><Relationship Id="rId23" Type="http://schemas.openxmlformats.org/officeDocument/2006/relationships/customXml" Target="../ink/ink498.xml"/><Relationship Id="rId28" Type="http://schemas.openxmlformats.org/officeDocument/2006/relationships/image" Target="../media/image492.png"/><Relationship Id="rId36" Type="http://schemas.openxmlformats.org/officeDocument/2006/relationships/image" Target="../media/image496.png"/><Relationship Id="rId49" Type="http://schemas.openxmlformats.org/officeDocument/2006/relationships/customXml" Target="../ink/ink511.xml"/><Relationship Id="rId57" Type="http://schemas.openxmlformats.org/officeDocument/2006/relationships/customXml" Target="../ink/ink515.xml"/><Relationship Id="rId10" Type="http://schemas.openxmlformats.org/officeDocument/2006/relationships/image" Target="../media/image483.png"/><Relationship Id="rId31" Type="http://schemas.openxmlformats.org/officeDocument/2006/relationships/customXml" Target="../ink/ink502.xml"/><Relationship Id="rId44" Type="http://schemas.openxmlformats.org/officeDocument/2006/relationships/image" Target="../media/image500.png"/><Relationship Id="rId52" Type="http://schemas.openxmlformats.org/officeDocument/2006/relationships/image" Target="../media/image504.png"/><Relationship Id="rId60" Type="http://schemas.openxmlformats.org/officeDocument/2006/relationships/image" Target="../media/image508.png"/><Relationship Id="rId4" Type="http://schemas.openxmlformats.org/officeDocument/2006/relationships/image" Target="../media/image480.png"/><Relationship Id="rId9" Type="http://schemas.openxmlformats.org/officeDocument/2006/relationships/customXml" Target="../ink/ink49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24.xml"/><Relationship Id="rId18" Type="http://schemas.openxmlformats.org/officeDocument/2006/relationships/image" Target="../media/image518.png"/><Relationship Id="rId26" Type="http://schemas.openxmlformats.org/officeDocument/2006/relationships/image" Target="../media/image522.png"/><Relationship Id="rId39" Type="http://schemas.openxmlformats.org/officeDocument/2006/relationships/customXml" Target="../ink/ink537.xml"/><Relationship Id="rId21" Type="http://schemas.openxmlformats.org/officeDocument/2006/relationships/customXml" Target="../ink/ink528.xml"/><Relationship Id="rId34" Type="http://schemas.openxmlformats.org/officeDocument/2006/relationships/image" Target="../media/image525.png"/><Relationship Id="rId42" Type="http://schemas.openxmlformats.org/officeDocument/2006/relationships/image" Target="../media/image529.png"/><Relationship Id="rId47" Type="http://schemas.openxmlformats.org/officeDocument/2006/relationships/customXml" Target="../ink/ink541.xml"/><Relationship Id="rId50" Type="http://schemas.openxmlformats.org/officeDocument/2006/relationships/image" Target="../media/image533.png"/><Relationship Id="rId55" Type="http://schemas.openxmlformats.org/officeDocument/2006/relationships/customXml" Target="../ink/ink545.xml"/><Relationship Id="rId63" Type="http://schemas.openxmlformats.org/officeDocument/2006/relationships/customXml" Target="../ink/ink549.xml"/><Relationship Id="rId7" Type="http://schemas.openxmlformats.org/officeDocument/2006/relationships/customXml" Target="../ink/ink521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17.png"/><Relationship Id="rId29" Type="http://schemas.openxmlformats.org/officeDocument/2006/relationships/customXml" Target="../ink/ink532.xml"/><Relationship Id="rId11" Type="http://schemas.openxmlformats.org/officeDocument/2006/relationships/customXml" Target="../ink/ink523.xml"/><Relationship Id="rId24" Type="http://schemas.openxmlformats.org/officeDocument/2006/relationships/image" Target="../media/image521.png"/><Relationship Id="rId32" Type="http://schemas.openxmlformats.org/officeDocument/2006/relationships/image" Target="../media/image228.png"/><Relationship Id="rId37" Type="http://schemas.openxmlformats.org/officeDocument/2006/relationships/customXml" Target="../ink/ink536.xml"/><Relationship Id="rId40" Type="http://schemas.openxmlformats.org/officeDocument/2006/relationships/image" Target="../media/image528.png"/><Relationship Id="rId45" Type="http://schemas.openxmlformats.org/officeDocument/2006/relationships/customXml" Target="../ink/ink540.xml"/><Relationship Id="rId53" Type="http://schemas.openxmlformats.org/officeDocument/2006/relationships/customXml" Target="../ink/ink544.xml"/><Relationship Id="rId58" Type="http://schemas.openxmlformats.org/officeDocument/2006/relationships/image" Target="../media/image537.png"/><Relationship Id="rId5" Type="http://schemas.openxmlformats.org/officeDocument/2006/relationships/customXml" Target="../ink/ink520.xml"/><Relationship Id="rId61" Type="http://schemas.openxmlformats.org/officeDocument/2006/relationships/customXml" Target="../ink/ink548.xml"/><Relationship Id="rId19" Type="http://schemas.openxmlformats.org/officeDocument/2006/relationships/customXml" Target="../ink/ink527.xml"/><Relationship Id="rId14" Type="http://schemas.openxmlformats.org/officeDocument/2006/relationships/image" Target="../media/image516.png"/><Relationship Id="rId22" Type="http://schemas.openxmlformats.org/officeDocument/2006/relationships/image" Target="../media/image520.png"/><Relationship Id="rId27" Type="http://schemas.openxmlformats.org/officeDocument/2006/relationships/customXml" Target="../ink/ink531.xml"/><Relationship Id="rId30" Type="http://schemas.openxmlformats.org/officeDocument/2006/relationships/image" Target="../media/image524.png"/><Relationship Id="rId35" Type="http://schemas.openxmlformats.org/officeDocument/2006/relationships/customXml" Target="../ink/ink535.xml"/><Relationship Id="rId43" Type="http://schemas.openxmlformats.org/officeDocument/2006/relationships/customXml" Target="../ink/ink539.xml"/><Relationship Id="rId48" Type="http://schemas.openxmlformats.org/officeDocument/2006/relationships/image" Target="../media/image532.png"/><Relationship Id="rId56" Type="http://schemas.openxmlformats.org/officeDocument/2006/relationships/image" Target="../media/image536.png"/><Relationship Id="rId64" Type="http://schemas.openxmlformats.org/officeDocument/2006/relationships/image" Target="../media/image540.png"/><Relationship Id="rId8" Type="http://schemas.openxmlformats.org/officeDocument/2006/relationships/image" Target="../media/image513.png"/><Relationship Id="rId51" Type="http://schemas.openxmlformats.org/officeDocument/2006/relationships/customXml" Target="../ink/ink543.xml"/><Relationship Id="rId3" Type="http://schemas.openxmlformats.org/officeDocument/2006/relationships/customXml" Target="../ink/ink519.xml"/><Relationship Id="rId12" Type="http://schemas.openxmlformats.org/officeDocument/2006/relationships/image" Target="../media/image515.png"/><Relationship Id="rId17" Type="http://schemas.openxmlformats.org/officeDocument/2006/relationships/customXml" Target="../ink/ink526.xml"/><Relationship Id="rId25" Type="http://schemas.openxmlformats.org/officeDocument/2006/relationships/customXml" Target="../ink/ink530.xml"/><Relationship Id="rId33" Type="http://schemas.openxmlformats.org/officeDocument/2006/relationships/customXml" Target="../ink/ink534.xml"/><Relationship Id="rId38" Type="http://schemas.openxmlformats.org/officeDocument/2006/relationships/image" Target="../media/image527.png"/><Relationship Id="rId46" Type="http://schemas.openxmlformats.org/officeDocument/2006/relationships/image" Target="../media/image531.png"/><Relationship Id="rId59" Type="http://schemas.openxmlformats.org/officeDocument/2006/relationships/customXml" Target="../ink/ink547.xml"/><Relationship Id="rId20" Type="http://schemas.openxmlformats.org/officeDocument/2006/relationships/image" Target="../media/image519.png"/><Relationship Id="rId41" Type="http://schemas.openxmlformats.org/officeDocument/2006/relationships/customXml" Target="../ink/ink538.xml"/><Relationship Id="rId54" Type="http://schemas.openxmlformats.org/officeDocument/2006/relationships/image" Target="../media/image535.png"/><Relationship Id="rId62" Type="http://schemas.openxmlformats.org/officeDocument/2006/relationships/image" Target="../media/image5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2.png"/><Relationship Id="rId15" Type="http://schemas.openxmlformats.org/officeDocument/2006/relationships/customXml" Target="../ink/ink525.xml"/><Relationship Id="rId23" Type="http://schemas.openxmlformats.org/officeDocument/2006/relationships/customXml" Target="../ink/ink529.xml"/><Relationship Id="rId28" Type="http://schemas.openxmlformats.org/officeDocument/2006/relationships/image" Target="../media/image523.png"/><Relationship Id="rId36" Type="http://schemas.openxmlformats.org/officeDocument/2006/relationships/image" Target="../media/image526.png"/><Relationship Id="rId49" Type="http://schemas.openxmlformats.org/officeDocument/2006/relationships/customXml" Target="../ink/ink542.xml"/><Relationship Id="rId57" Type="http://schemas.openxmlformats.org/officeDocument/2006/relationships/customXml" Target="../ink/ink546.xml"/><Relationship Id="rId10" Type="http://schemas.openxmlformats.org/officeDocument/2006/relationships/image" Target="../media/image514.png"/><Relationship Id="rId31" Type="http://schemas.openxmlformats.org/officeDocument/2006/relationships/customXml" Target="../ink/ink533.xml"/><Relationship Id="rId44" Type="http://schemas.openxmlformats.org/officeDocument/2006/relationships/image" Target="../media/image530.png"/><Relationship Id="rId52" Type="http://schemas.openxmlformats.org/officeDocument/2006/relationships/image" Target="../media/image534.png"/><Relationship Id="rId60" Type="http://schemas.openxmlformats.org/officeDocument/2006/relationships/image" Target="../media/image538.png"/><Relationship Id="rId4" Type="http://schemas.openxmlformats.org/officeDocument/2006/relationships/image" Target="../media/image511.png"/><Relationship Id="rId9" Type="http://schemas.openxmlformats.org/officeDocument/2006/relationships/customXml" Target="../ink/ink52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3.png"/><Relationship Id="rId3" Type="http://schemas.openxmlformats.org/officeDocument/2006/relationships/customXml" Target="../ink/ink550.xml"/><Relationship Id="rId7" Type="http://schemas.openxmlformats.org/officeDocument/2006/relationships/customXml" Target="../ink/ink55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2.png"/><Relationship Id="rId5" Type="http://schemas.openxmlformats.org/officeDocument/2006/relationships/customXml" Target="../ink/ink551.xml"/><Relationship Id="rId10" Type="http://schemas.openxmlformats.org/officeDocument/2006/relationships/image" Target="../media/image544.png"/><Relationship Id="rId4" Type="http://schemas.openxmlformats.org/officeDocument/2006/relationships/image" Target="../media/image541.png"/><Relationship Id="rId9" Type="http://schemas.openxmlformats.org/officeDocument/2006/relationships/customXml" Target="../ink/ink553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60.xml"/><Relationship Id="rId18" Type="http://schemas.openxmlformats.org/officeDocument/2006/relationships/image" Target="../media/image550.png"/><Relationship Id="rId26" Type="http://schemas.openxmlformats.org/officeDocument/2006/relationships/image" Target="../media/image554.png"/><Relationship Id="rId39" Type="http://schemas.openxmlformats.org/officeDocument/2006/relationships/customXml" Target="../ink/ink573.xml"/><Relationship Id="rId21" Type="http://schemas.openxmlformats.org/officeDocument/2006/relationships/customXml" Target="../ink/ink564.xml"/><Relationship Id="rId34" Type="http://schemas.openxmlformats.org/officeDocument/2006/relationships/image" Target="../media/image558.png"/><Relationship Id="rId42" Type="http://schemas.openxmlformats.org/officeDocument/2006/relationships/image" Target="../media/image562.png"/><Relationship Id="rId47" Type="http://schemas.openxmlformats.org/officeDocument/2006/relationships/customXml" Target="../ink/ink577.xml"/><Relationship Id="rId50" Type="http://schemas.openxmlformats.org/officeDocument/2006/relationships/image" Target="../media/image566.png"/><Relationship Id="rId55" Type="http://schemas.openxmlformats.org/officeDocument/2006/relationships/customXml" Target="../ink/ink581.xml"/><Relationship Id="rId7" Type="http://schemas.openxmlformats.org/officeDocument/2006/relationships/customXml" Target="../ink/ink557.xml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49.png"/><Relationship Id="rId29" Type="http://schemas.openxmlformats.org/officeDocument/2006/relationships/customXml" Target="../ink/ink568.xml"/><Relationship Id="rId11" Type="http://schemas.openxmlformats.org/officeDocument/2006/relationships/customXml" Target="../ink/ink559.xml"/><Relationship Id="rId24" Type="http://schemas.openxmlformats.org/officeDocument/2006/relationships/image" Target="../media/image553.png"/><Relationship Id="rId32" Type="http://schemas.openxmlformats.org/officeDocument/2006/relationships/image" Target="../media/image557.png"/><Relationship Id="rId37" Type="http://schemas.openxmlformats.org/officeDocument/2006/relationships/customXml" Target="../ink/ink572.xml"/><Relationship Id="rId40" Type="http://schemas.openxmlformats.org/officeDocument/2006/relationships/image" Target="../media/image561.png"/><Relationship Id="rId45" Type="http://schemas.openxmlformats.org/officeDocument/2006/relationships/customXml" Target="../ink/ink576.xml"/><Relationship Id="rId53" Type="http://schemas.openxmlformats.org/officeDocument/2006/relationships/customXml" Target="../ink/ink580.xml"/><Relationship Id="rId58" Type="http://schemas.openxmlformats.org/officeDocument/2006/relationships/image" Target="../media/image570.png"/><Relationship Id="rId5" Type="http://schemas.openxmlformats.org/officeDocument/2006/relationships/customXml" Target="../ink/ink555.xml"/><Relationship Id="rId19" Type="http://schemas.openxmlformats.org/officeDocument/2006/relationships/customXml" Target="../ink/ink563.xml"/><Relationship Id="rId4" Type="http://schemas.openxmlformats.org/officeDocument/2006/relationships/image" Target="../media/image228.png"/><Relationship Id="rId9" Type="http://schemas.openxmlformats.org/officeDocument/2006/relationships/customXml" Target="../ink/ink558.xml"/><Relationship Id="rId14" Type="http://schemas.openxmlformats.org/officeDocument/2006/relationships/image" Target="../media/image548.png"/><Relationship Id="rId22" Type="http://schemas.openxmlformats.org/officeDocument/2006/relationships/image" Target="../media/image552.png"/><Relationship Id="rId27" Type="http://schemas.openxmlformats.org/officeDocument/2006/relationships/customXml" Target="../ink/ink567.xml"/><Relationship Id="rId30" Type="http://schemas.openxmlformats.org/officeDocument/2006/relationships/image" Target="../media/image556.png"/><Relationship Id="rId35" Type="http://schemas.openxmlformats.org/officeDocument/2006/relationships/customXml" Target="../ink/ink571.xml"/><Relationship Id="rId43" Type="http://schemas.openxmlformats.org/officeDocument/2006/relationships/customXml" Target="../ink/ink575.xml"/><Relationship Id="rId48" Type="http://schemas.openxmlformats.org/officeDocument/2006/relationships/image" Target="../media/image565.png"/><Relationship Id="rId56" Type="http://schemas.openxmlformats.org/officeDocument/2006/relationships/image" Target="../media/image569.png"/><Relationship Id="rId8" Type="http://schemas.openxmlformats.org/officeDocument/2006/relationships/image" Target="../media/image545.png"/><Relationship Id="rId51" Type="http://schemas.openxmlformats.org/officeDocument/2006/relationships/customXml" Target="../ink/ink579.xml"/><Relationship Id="rId3" Type="http://schemas.openxmlformats.org/officeDocument/2006/relationships/customXml" Target="../ink/ink554.xml"/><Relationship Id="rId12" Type="http://schemas.openxmlformats.org/officeDocument/2006/relationships/image" Target="../media/image547.png"/><Relationship Id="rId17" Type="http://schemas.openxmlformats.org/officeDocument/2006/relationships/customXml" Target="../ink/ink562.xml"/><Relationship Id="rId25" Type="http://schemas.openxmlformats.org/officeDocument/2006/relationships/customXml" Target="../ink/ink566.xml"/><Relationship Id="rId33" Type="http://schemas.openxmlformats.org/officeDocument/2006/relationships/customXml" Target="../ink/ink570.xml"/><Relationship Id="rId38" Type="http://schemas.openxmlformats.org/officeDocument/2006/relationships/image" Target="../media/image560.png"/><Relationship Id="rId46" Type="http://schemas.openxmlformats.org/officeDocument/2006/relationships/image" Target="../media/image564.png"/><Relationship Id="rId20" Type="http://schemas.openxmlformats.org/officeDocument/2006/relationships/image" Target="../media/image551.png"/><Relationship Id="rId41" Type="http://schemas.openxmlformats.org/officeDocument/2006/relationships/customXml" Target="../ink/ink574.xml"/><Relationship Id="rId54" Type="http://schemas.openxmlformats.org/officeDocument/2006/relationships/image" Target="../media/image56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6.xml"/><Relationship Id="rId15" Type="http://schemas.openxmlformats.org/officeDocument/2006/relationships/customXml" Target="../ink/ink561.xml"/><Relationship Id="rId23" Type="http://schemas.openxmlformats.org/officeDocument/2006/relationships/customXml" Target="../ink/ink565.xml"/><Relationship Id="rId28" Type="http://schemas.openxmlformats.org/officeDocument/2006/relationships/image" Target="../media/image555.png"/><Relationship Id="rId36" Type="http://schemas.openxmlformats.org/officeDocument/2006/relationships/image" Target="../media/image559.png"/><Relationship Id="rId49" Type="http://schemas.openxmlformats.org/officeDocument/2006/relationships/customXml" Target="../ink/ink578.xml"/><Relationship Id="rId57" Type="http://schemas.openxmlformats.org/officeDocument/2006/relationships/customXml" Target="../ink/ink582.xml"/><Relationship Id="rId10" Type="http://schemas.openxmlformats.org/officeDocument/2006/relationships/image" Target="../media/image546.png"/><Relationship Id="rId31" Type="http://schemas.openxmlformats.org/officeDocument/2006/relationships/customXml" Target="../ink/ink569.xml"/><Relationship Id="rId44" Type="http://schemas.openxmlformats.org/officeDocument/2006/relationships/image" Target="../media/image563.png"/><Relationship Id="rId52" Type="http://schemas.openxmlformats.org/officeDocument/2006/relationships/image" Target="../media/image56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Fundamentals of AI Bootcamp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</a:rPr>
              <a:t>Learning from Data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How Machines Learn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852928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= w × input + 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12560" y="2670048"/>
            <a:ext cx="4856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endParaRPr lang="en-US" sz="1150" dirty="0"/>
          </a:p>
          <a:p>
            <a:pPr algn="ctr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programming the answer, can we make a computer improve from examples?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0" y="27797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QUESTION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Today </a:t>
            </a:r>
            <a:r>
              <a:rPr lang="en-US" b="1" dirty="0">
                <a:solidFill>
                  <a:srgbClr val="0F172A"/>
                </a:solidFill>
              </a:rPr>
              <a:t>we will </a:t>
            </a:r>
            <a:r>
              <a:rPr lang="en-US" sz="1800" b="1" dirty="0">
                <a:solidFill>
                  <a:srgbClr val="0F172A"/>
                </a:solidFill>
              </a:rPr>
              <a:t>train a model whose parameters change because of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0D632-5314-5765-6C2D-48452C7F983C}"/>
              </a:ext>
            </a:extLst>
          </p:cNvPr>
          <p:cNvSpPr txBox="1"/>
          <p:nvPr/>
        </p:nvSpPr>
        <p:spPr>
          <a:xfrm>
            <a:off x="7183120" y="721360"/>
            <a:ext cx="3566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is the teacher?</a:t>
            </a:r>
          </a:p>
          <a:p>
            <a:r>
              <a:rPr lang="en-US" dirty="0"/>
              <a:t>Loss is the teacher!! Error is the teacher… the mistake is the error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First Lectures to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AI mindset, different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4937760" cy="292608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robot did not learn. It explored possible states and chose what to visit next.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memories: frontier, visited, came_from.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question: Which state should I explore next?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First Lectures: Search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4937760" cy="292608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improves from examples. It changes numbers called parameters.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memories: data, parameters, loss history.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question: How should my parameters change?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37960" y="16642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This lecture: Machine Learning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  PREDICT: Is the maze solver machine learning? Why or why not?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716931-8B4C-6873-5C14-79FEFADE93F6}"/>
                  </a:ext>
                </a:extLst>
              </p14:cNvPr>
              <p14:cNvContentPartPr/>
              <p14:nvPr/>
            </p14:nvContentPartPr>
            <p14:xfrm>
              <a:off x="8685600" y="2395400"/>
              <a:ext cx="2633760" cy="572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716931-8B4C-6873-5C14-79FEFADE9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79480" y="2389280"/>
                <a:ext cx="264600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2C8F461-6BE8-102D-2D63-E6D41B997690}"/>
                  </a:ext>
                </a:extLst>
              </p14:cNvPr>
              <p14:cNvContentPartPr/>
              <p14:nvPr/>
            </p14:nvContentPartPr>
            <p14:xfrm>
              <a:off x="10548907" y="3003860"/>
              <a:ext cx="128880" cy="230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2C8F461-6BE8-102D-2D63-E6D41B9976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42787" y="2997740"/>
                <a:ext cx="1411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929BB8-B912-DD7E-0D95-F8CE0605CF15}"/>
                  </a:ext>
                </a:extLst>
              </p14:cNvPr>
              <p14:cNvContentPartPr/>
              <p14:nvPr/>
            </p14:nvContentPartPr>
            <p14:xfrm>
              <a:off x="8027107" y="3224540"/>
              <a:ext cx="116640" cy="128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929BB8-B912-DD7E-0D95-F8CE0605CF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20987" y="3218420"/>
                <a:ext cx="12888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254EC3A-5CDD-49B7-8295-8ED4ADEEBA48}"/>
              </a:ext>
            </a:extLst>
          </p:cNvPr>
          <p:cNvGrpSpPr/>
          <p:nvPr/>
        </p:nvGrpSpPr>
        <p:grpSpPr>
          <a:xfrm>
            <a:off x="6134947" y="2967500"/>
            <a:ext cx="3324960" cy="398520"/>
            <a:chOff x="6134947" y="2967500"/>
            <a:chExt cx="3324960" cy="39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36CC5E-C964-A20C-86B6-142CD7200943}"/>
                    </a:ext>
                  </a:extLst>
                </p14:cNvPr>
                <p14:cNvContentPartPr/>
                <p14:nvPr/>
              </p14:nvContentPartPr>
              <p14:xfrm>
                <a:off x="6134947" y="2967500"/>
                <a:ext cx="3324960" cy="310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36CC5E-C964-A20C-86B6-142CD720094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8827" y="2961380"/>
                  <a:ext cx="3337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1C7E13-4D5A-BAE6-03C4-5E034AFEF560}"/>
                    </a:ext>
                  </a:extLst>
                </p14:cNvPr>
                <p14:cNvContentPartPr/>
                <p14:nvPr/>
              </p14:nvContentPartPr>
              <p14:xfrm>
                <a:off x="7518427" y="3204020"/>
                <a:ext cx="108360" cy="162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1C7E13-4D5A-BAE6-03C4-5E034AFEF5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12307" y="3197900"/>
                  <a:ext cx="120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9BEF0B-4F3E-7F74-C999-AB706A1DC01D}"/>
                    </a:ext>
                  </a:extLst>
                </p14:cNvPr>
                <p14:cNvContentPartPr/>
                <p14:nvPr/>
              </p14:nvContentPartPr>
              <p14:xfrm>
                <a:off x="8589427" y="3212300"/>
                <a:ext cx="601200" cy="6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9BEF0B-4F3E-7F74-C999-AB706A1DC0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83307" y="3206180"/>
                  <a:ext cx="61344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5B8378E-1A6C-D9E0-1316-DD768F70A8DD}"/>
                  </a:ext>
                </a:extLst>
              </p14:cNvPr>
              <p14:cNvContentPartPr/>
              <p14:nvPr/>
            </p14:nvContentPartPr>
            <p14:xfrm>
              <a:off x="7941427" y="3547460"/>
              <a:ext cx="1320840" cy="75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5B8378E-1A6C-D9E0-1316-DD768F70A8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35307" y="3541340"/>
                <a:ext cx="133308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37F1957-85C3-FC59-1245-964EAB9D6F96}"/>
                  </a:ext>
                </a:extLst>
              </p14:cNvPr>
              <p14:cNvContentPartPr/>
              <p14:nvPr/>
            </p14:nvContentPartPr>
            <p14:xfrm>
              <a:off x="1329160" y="5300000"/>
              <a:ext cx="552960" cy="520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37F1957-85C3-FC59-1245-964EAB9D6F9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23040" y="5293880"/>
                <a:ext cx="56520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B2F5D6F-0F00-7653-10E3-D5A3AAC28908}"/>
                  </a:ext>
                </a:extLst>
              </p14:cNvPr>
              <p14:cNvContentPartPr/>
              <p14:nvPr/>
            </p14:nvContentPartPr>
            <p14:xfrm>
              <a:off x="7681080" y="3115200"/>
              <a:ext cx="635760" cy="192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B2F5D6F-0F00-7653-10E3-D5A3AAC2890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74960" y="3109080"/>
                <a:ext cx="648000" cy="20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Tiny ML story: learn a hidden rule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very small example before the physics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34747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0  →  y = 1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1  →  y = 3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2  →  y = 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The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34747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MYSTERY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tell the computer the rule.</a:t>
            </a:r>
            <a:endParaRPr lang="en-US" sz="1150" dirty="0"/>
          </a:p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only show examples.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The mystery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0" y="1499616"/>
            <a:ext cx="32461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model predict when x = 3?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0" y="15727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The question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3977640"/>
            <a:ext cx="5760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w x + 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 PREDICT: Look at the pattern. What do you think y should be when x = 3?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7E195A4-D8B4-A7F1-66F3-9547CC787EEC}"/>
                  </a:ext>
                </a:extLst>
              </p14:cNvPr>
              <p14:cNvContentPartPr/>
              <p14:nvPr/>
            </p14:nvContentPartPr>
            <p14:xfrm>
              <a:off x="3428920" y="850800"/>
              <a:ext cx="1443600" cy="167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7E195A4-D8B4-A7F1-66F3-9547CC787E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2800" y="844680"/>
                <a:ext cx="14558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DC50F4A-E64B-3777-21E1-5A83E714B49D}"/>
                  </a:ext>
                </a:extLst>
              </p14:cNvPr>
              <p14:cNvContentPartPr/>
              <p14:nvPr/>
            </p14:nvContentPartPr>
            <p14:xfrm>
              <a:off x="1925200" y="2250600"/>
              <a:ext cx="106560" cy="187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DC50F4A-E64B-3777-21E1-5A83E714B4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19080" y="2244480"/>
                <a:ext cx="1188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9101D23-CA3C-BA74-584D-5B36A2BB81F8}"/>
                  </a:ext>
                </a:extLst>
              </p14:cNvPr>
              <p14:cNvContentPartPr/>
              <p14:nvPr/>
            </p14:nvContentPartPr>
            <p14:xfrm>
              <a:off x="1075960" y="2280840"/>
              <a:ext cx="61920" cy="198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9101D23-CA3C-BA74-584D-5B36A2BB81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9840" y="2274720"/>
                <a:ext cx="741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D714726-9010-7E9A-DE1C-1870DB07FE15}"/>
                  </a:ext>
                </a:extLst>
              </p14:cNvPr>
              <p14:cNvContentPartPr/>
              <p14:nvPr/>
            </p14:nvContentPartPr>
            <p14:xfrm>
              <a:off x="983440" y="2473800"/>
              <a:ext cx="129240" cy="265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D714726-9010-7E9A-DE1C-1870DB07FE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7320" y="2467680"/>
                <a:ext cx="14148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0E3269E-5BFC-25FF-ED8D-F28B0C7110B4}"/>
                  </a:ext>
                </a:extLst>
              </p14:cNvPr>
              <p14:cNvContentPartPr/>
              <p14:nvPr/>
            </p14:nvContentPartPr>
            <p14:xfrm>
              <a:off x="1950400" y="2478840"/>
              <a:ext cx="62280" cy="1792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0E3269E-5BFC-25FF-ED8D-F28B0C7110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44280" y="2472720"/>
                <a:ext cx="745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F2709E9-5DAD-7D3C-E58D-E2762B9ACB93}"/>
                  </a:ext>
                </a:extLst>
              </p14:cNvPr>
              <p14:cNvContentPartPr/>
              <p14:nvPr/>
            </p14:nvContentPartPr>
            <p14:xfrm>
              <a:off x="4758760" y="2178960"/>
              <a:ext cx="2559600" cy="260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F2709E9-5DAD-7D3C-E58D-E2762B9ACB9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52640" y="2172840"/>
                <a:ext cx="257184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BB8A826-994E-BFB3-6850-D4B2E4E8D0B2}"/>
                  </a:ext>
                </a:extLst>
              </p14:cNvPr>
              <p14:cNvContentPartPr/>
              <p14:nvPr/>
            </p14:nvContentPartPr>
            <p14:xfrm>
              <a:off x="4618720" y="2765040"/>
              <a:ext cx="1980000" cy="116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BB8A826-994E-BFB3-6850-D4B2E4E8D0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12600" y="2758920"/>
                <a:ext cx="199224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CB908C4-800F-FD67-08DF-0569B67402A4}"/>
                  </a:ext>
                </a:extLst>
              </p14:cNvPr>
              <p14:cNvContentPartPr/>
              <p14:nvPr/>
            </p14:nvContentPartPr>
            <p14:xfrm>
              <a:off x="2361880" y="1904160"/>
              <a:ext cx="362520" cy="839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CB908C4-800F-FD67-08DF-0569B67402A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55760" y="1898040"/>
                <a:ext cx="37476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928B72A-5267-7119-29D2-2218CC56D948}"/>
                  </a:ext>
                </a:extLst>
              </p14:cNvPr>
              <p14:cNvContentPartPr/>
              <p14:nvPr/>
            </p14:nvContentPartPr>
            <p14:xfrm>
              <a:off x="1199800" y="2377920"/>
              <a:ext cx="110520" cy="29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928B72A-5267-7119-29D2-2218CC56D94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93680" y="2371800"/>
                <a:ext cx="122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102A0D7-438E-0599-AD4C-6460BBDE3A81}"/>
                  </a:ext>
                </a:extLst>
              </p14:cNvPr>
              <p14:cNvContentPartPr/>
              <p14:nvPr/>
            </p14:nvContentPartPr>
            <p14:xfrm>
              <a:off x="1700200" y="2374680"/>
              <a:ext cx="142560" cy="25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102A0D7-438E-0599-AD4C-6460BBDE3A8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94080" y="2368560"/>
                <a:ext cx="154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68048FB-E473-7E2A-7BBC-8574D63DD967}"/>
                  </a:ext>
                </a:extLst>
              </p14:cNvPr>
              <p14:cNvContentPartPr/>
              <p14:nvPr/>
            </p14:nvContentPartPr>
            <p14:xfrm>
              <a:off x="1174600" y="2558280"/>
              <a:ext cx="126000" cy="13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68048FB-E473-7E2A-7BBC-8574D63DD96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68480" y="2552160"/>
                <a:ext cx="1382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B50A4C-84B8-EC5D-E423-344BB865244B}"/>
                  </a:ext>
                </a:extLst>
              </p14:cNvPr>
              <p14:cNvContentPartPr/>
              <p14:nvPr/>
            </p14:nvContentPartPr>
            <p14:xfrm>
              <a:off x="1676080" y="2533080"/>
              <a:ext cx="226080" cy="13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B50A4C-84B8-EC5D-E423-344BB86524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69960" y="2526960"/>
                <a:ext cx="2383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56B0D5-4196-734A-2AC2-511B70CCBF18}"/>
                  </a:ext>
                </a:extLst>
              </p14:cNvPr>
              <p14:cNvContentPartPr/>
              <p14:nvPr/>
            </p14:nvContentPartPr>
            <p14:xfrm>
              <a:off x="1187200" y="2759160"/>
              <a:ext cx="210240" cy="9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56B0D5-4196-734A-2AC2-511B70CCBF1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81080" y="2753040"/>
                <a:ext cx="2224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80E0C93-E564-1AB1-BB03-09B074965510}"/>
                  </a:ext>
                </a:extLst>
              </p14:cNvPr>
              <p14:cNvContentPartPr/>
              <p14:nvPr/>
            </p14:nvContentPartPr>
            <p14:xfrm>
              <a:off x="1657000" y="2758080"/>
              <a:ext cx="309960" cy="10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80E0C93-E564-1AB1-BB03-09B07496551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50880" y="2751960"/>
                <a:ext cx="3222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6643878-393F-E4BF-9BA2-E58A56576AD0}"/>
                  </a:ext>
                </a:extLst>
              </p14:cNvPr>
              <p14:cNvContentPartPr/>
              <p14:nvPr/>
            </p14:nvContentPartPr>
            <p14:xfrm>
              <a:off x="795520" y="2057640"/>
              <a:ext cx="1443240" cy="8236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6643878-393F-E4BF-9BA2-E58A56576AD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89400" y="2051520"/>
                <a:ext cx="1455480" cy="83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58F2C31-775B-0216-5777-60BDE2F91D87}"/>
                  </a:ext>
                </a:extLst>
              </p14:cNvPr>
              <p14:cNvContentPartPr/>
              <p14:nvPr/>
            </p14:nvContentPartPr>
            <p14:xfrm>
              <a:off x="2309680" y="2163840"/>
              <a:ext cx="601920" cy="320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58F2C31-775B-0216-5777-60BDE2F91D8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303560" y="2157720"/>
                <a:ext cx="6141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C5361F6-EEA4-6C54-9B09-3D83376FAFD1}"/>
                  </a:ext>
                </a:extLst>
              </p14:cNvPr>
              <p14:cNvContentPartPr/>
              <p14:nvPr/>
            </p14:nvContentPartPr>
            <p14:xfrm>
              <a:off x="2998360" y="1538880"/>
              <a:ext cx="1067040" cy="759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C5361F6-EEA4-6C54-9B09-3D83376FAFD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992240" y="1532760"/>
                <a:ext cx="107928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2F685B3-E26D-D10A-CD35-CA6C468FE976}"/>
                  </a:ext>
                </a:extLst>
              </p14:cNvPr>
              <p14:cNvContentPartPr/>
              <p14:nvPr/>
            </p14:nvContentPartPr>
            <p14:xfrm>
              <a:off x="3418480" y="1846320"/>
              <a:ext cx="693720" cy="445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2F685B3-E26D-D10A-CD35-CA6C468FE97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412360" y="1840200"/>
                <a:ext cx="705960" cy="45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F432167-B414-FD9B-48FD-4A8818F41094}"/>
              </a:ext>
            </a:extLst>
          </p:cNvPr>
          <p:cNvGrpSpPr/>
          <p:nvPr/>
        </p:nvGrpSpPr>
        <p:grpSpPr>
          <a:xfrm>
            <a:off x="1073080" y="2885640"/>
            <a:ext cx="1332000" cy="725400"/>
            <a:chOff x="1073080" y="2885640"/>
            <a:chExt cx="133200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525061-2789-9FB7-835A-2827F54F398C}"/>
                    </a:ext>
                  </a:extLst>
                </p14:cNvPr>
                <p14:cNvContentPartPr/>
                <p14:nvPr/>
              </p14:nvContentPartPr>
              <p14:xfrm>
                <a:off x="1080640" y="2914320"/>
                <a:ext cx="138960" cy="133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525061-2789-9FB7-835A-2827F54F398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74520" y="2908200"/>
                  <a:ext cx="151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BC409C3-7B26-FD12-04F0-C814597AC77C}"/>
                    </a:ext>
                  </a:extLst>
                </p14:cNvPr>
                <p14:cNvContentPartPr/>
                <p14:nvPr/>
              </p14:nvContentPartPr>
              <p14:xfrm>
                <a:off x="1073080" y="2965440"/>
                <a:ext cx="138600" cy="120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BC409C3-7B26-FD12-04F0-C814597AC77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66960" y="2959320"/>
                  <a:ext cx="150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1509F8F-ACD1-EDBD-5C75-53082B21D1E6}"/>
                    </a:ext>
                  </a:extLst>
                </p14:cNvPr>
                <p14:cNvContentPartPr/>
                <p14:nvPr/>
              </p14:nvContentPartPr>
              <p14:xfrm>
                <a:off x="1257040" y="3010440"/>
                <a:ext cx="11880" cy="1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1509F8F-ACD1-EDBD-5C75-53082B21D1E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50920" y="3004320"/>
                  <a:ext cx="24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73CA9D1-51B9-0318-C549-AF577AB1CAAA}"/>
                    </a:ext>
                  </a:extLst>
                </p14:cNvPr>
                <p14:cNvContentPartPr/>
                <p14:nvPr/>
              </p14:nvContentPartPr>
              <p14:xfrm>
                <a:off x="1282600" y="3092160"/>
                <a:ext cx="684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73CA9D1-51B9-0318-C549-AF577AB1CAA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76480" y="3086040"/>
                  <a:ext cx="19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9CAE71-9465-F9D1-58B1-DD57CA106F85}"/>
                    </a:ext>
                  </a:extLst>
                </p14:cNvPr>
                <p14:cNvContentPartPr/>
                <p14:nvPr/>
              </p14:nvContentPartPr>
              <p14:xfrm>
                <a:off x="1354240" y="2977680"/>
                <a:ext cx="67320" cy="159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9CAE71-9465-F9D1-58B1-DD57CA106F8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348120" y="2971560"/>
                  <a:ext cx="79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EC885E-DFE3-062F-F829-253BC7513533}"/>
                    </a:ext>
                  </a:extLst>
                </p14:cNvPr>
                <p14:cNvContentPartPr/>
                <p14:nvPr/>
              </p14:nvContentPartPr>
              <p14:xfrm>
                <a:off x="1550080" y="3059040"/>
                <a:ext cx="124560" cy="8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CEC885E-DFE3-062F-F829-253BC751353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43960" y="3052920"/>
                  <a:ext cx="136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C653453-AA94-0F8D-4B6F-8E22975281E0}"/>
                    </a:ext>
                  </a:extLst>
                </p14:cNvPr>
                <p14:cNvContentPartPr/>
                <p14:nvPr/>
              </p14:nvContentPartPr>
              <p14:xfrm>
                <a:off x="1631800" y="3032400"/>
                <a:ext cx="84600" cy="75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C653453-AA94-0F8D-4B6F-8E22975281E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25680" y="3026280"/>
                  <a:ext cx="96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B22D415-6885-D582-EF55-DF74E75FA49A}"/>
                    </a:ext>
                  </a:extLst>
                </p14:cNvPr>
                <p14:cNvContentPartPr/>
                <p14:nvPr/>
              </p14:nvContentPartPr>
              <p14:xfrm>
                <a:off x="1708120" y="2988120"/>
                <a:ext cx="167760" cy="169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B22D415-6885-D582-EF55-DF74E75FA49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702000" y="2982000"/>
                  <a:ext cx="180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C2F80C-2CFA-BE6C-DFDD-1A039FCB1D6A}"/>
                    </a:ext>
                  </a:extLst>
                </p14:cNvPr>
                <p14:cNvContentPartPr/>
                <p14:nvPr/>
              </p14:nvContentPartPr>
              <p14:xfrm>
                <a:off x="1949320" y="2951760"/>
                <a:ext cx="168480" cy="58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C2F80C-2CFA-BE6C-DFDD-1A039FCB1D6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43200" y="2945640"/>
                  <a:ext cx="1807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CD253A-D4F3-CBD6-BD01-D1265F51CD40}"/>
                    </a:ext>
                  </a:extLst>
                </p14:cNvPr>
                <p14:cNvContentPartPr/>
                <p14:nvPr/>
              </p14:nvContentPartPr>
              <p14:xfrm>
                <a:off x="1987480" y="3052920"/>
                <a:ext cx="86760" cy="7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CD253A-D4F3-CBD6-BD01-D1265F51CD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81360" y="3046800"/>
                  <a:ext cx="99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934605-6F62-0BF4-F222-1D92039E1E66}"/>
                    </a:ext>
                  </a:extLst>
                </p14:cNvPr>
                <p14:cNvContentPartPr/>
                <p14:nvPr/>
              </p14:nvContentPartPr>
              <p14:xfrm>
                <a:off x="1229320" y="3210360"/>
                <a:ext cx="60840" cy="5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934605-6F62-0BF4-F222-1D92039E1E6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23200" y="3204240"/>
                  <a:ext cx="730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76E12C-89FC-FA35-B215-203086CBD2CA}"/>
                    </a:ext>
                  </a:extLst>
                </p14:cNvPr>
                <p14:cNvContentPartPr/>
                <p14:nvPr/>
              </p14:nvContentPartPr>
              <p14:xfrm>
                <a:off x="2230120" y="2885640"/>
                <a:ext cx="66600" cy="209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76E12C-89FC-FA35-B215-203086CBD2C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24000" y="2879520"/>
                  <a:ext cx="78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63A765-2439-CD1E-8A7F-6213F326476F}"/>
                    </a:ext>
                  </a:extLst>
                </p14:cNvPr>
                <p14:cNvContentPartPr/>
                <p14:nvPr/>
              </p14:nvContentPartPr>
              <p14:xfrm>
                <a:off x="2224720" y="2976000"/>
                <a:ext cx="180360" cy="56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63A765-2439-CD1E-8A7F-6213F326476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218600" y="2969880"/>
                  <a:ext cx="192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B8D74B-930C-7F7E-5DB1-69C0CDC71244}"/>
                    </a:ext>
                  </a:extLst>
                </p14:cNvPr>
                <p14:cNvContentPartPr/>
                <p14:nvPr/>
              </p14:nvContentPartPr>
              <p14:xfrm>
                <a:off x="1163080" y="3220440"/>
                <a:ext cx="194760" cy="294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B8D74B-930C-7F7E-5DB1-69C0CDC7124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56960" y="3214320"/>
                  <a:ext cx="2070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C528C13-B870-FF7A-2A28-BBF8271C230D}"/>
                    </a:ext>
                  </a:extLst>
                </p14:cNvPr>
                <p14:cNvContentPartPr/>
                <p14:nvPr/>
              </p14:nvContentPartPr>
              <p14:xfrm>
                <a:off x="1356040" y="3433920"/>
                <a:ext cx="114840" cy="17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C528C13-B870-FF7A-2A28-BBF8271C230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349920" y="3427800"/>
                  <a:ext cx="127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80887C-7A45-21D0-7A7C-62C4AD12FA32}"/>
                    </a:ext>
                  </a:extLst>
                </p14:cNvPr>
                <p14:cNvContentPartPr/>
                <p14:nvPr/>
              </p14:nvContentPartPr>
              <p14:xfrm>
                <a:off x="1645840" y="3357600"/>
                <a:ext cx="88920" cy="234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80887C-7A45-21D0-7A7C-62C4AD12FA3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39720" y="3351480"/>
                  <a:ext cx="101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01353D7-5FA2-5E35-C1CC-01C21CF92478}"/>
                    </a:ext>
                  </a:extLst>
                </p14:cNvPr>
                <p14:cNvContentPartPr/>
                <p14:nvPr/>
              </p14:nvContentPartPr>
              <p14:xfrm>
                <a:off x="1590040" y="3468120"/>
                <a:ext cx="119520" cy="52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01353D7-5FA2-5E35-C1CC-01C21CF924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83920" y="3462000"/>
                  <a:ext cx="131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996F45-5320-78D0-2C83-CE628198F5D9}"/>
                    </a:ext>
                  </a:extLst>
                </p14:cNvPr>
                <p14:cNvContentPartPr/>
                <p14:nvPr/>
              </p14:nvContentPartPr>
              <p14:xfrm>
                <a:off x="1731880" y="3419160"/>
                <a:ext cx="112320" cy="169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996F45-5320-78D0-2C83-CE628198F5D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725760" y="3413040"/>
                  <a:ext cx="124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A483656-35F9-47EA-24E8-4F83D1C664AA}"/>
                    </a:ext>
                  </a:extLst>
                </p14:cNvPr>
                <p14:cNvContentPartPr/>
                <p14:nvPr/>
              </p14:nvContentPartPr>
              <p14:xfrm>
                <a:off x="1814320" y="3438960"/>
                <a:ext cx="99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A483656-35F9-47EA-24E8-4F83D1C664A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08200" y="3432840"/>
                  <a:ext cx="111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DBF1CF-3702-563E-96DD-1423B7350E3F}"/>
                    </a:ext>
                  </a:extLst>
                </p14:cNvPr>
                <p14:cNvContentPartPr/>
                <p14:nvPr/>
              </p14:nvContentPartPr>
              <p14:xfrm>
                <a:off x="1955800" y="3316920"/>
                <a:ext cx="52200" cy="208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DBF1CF-3702-563E-96DD-1423B7350E3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49680" y="3310800"/>
                  <a:ext cx="64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5797754-E1D2-3C21-E4E6-54FD91B89DFD}"/>
                    </a:ext>
                  </a:extLst>
                </p14:cNvPr>
                <p14:cNvContentPartPr/>
                <p14:nvPr/>
              </p14:nvContentPartPr>
              <p14:xfrm>
                <a:off x="1930240" y="3383160"/>
                <a:ext cx="79200" cy="30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5797754-E1D2-3C21-E4E6-54FD91B89DF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924120" y="3377040"/>
                  <a:ext cx="9144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60FB98E-1ACB-5396-CC58-8915A651CB67}"/>
                  </a:ext>
                </a:extLst>
              </p14:cNvPr>
              <p14:cNvContentPartPr/>
              <p14:nvPr/>
            </p14:nvContentPartPr>
            <p14:xfrm>
              <a:off x="10757360" y="2641560"/>
              <a:ext cx="442800" cy="781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60FB98E-1ACB-5396-CC58-8915A651CB6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751240" y="2635440"/>
                <a:ext cx="4550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5A2E927-41F5-EC40-EEA8-56D2EFD81E5A}"/>
                  </a:ext>
                </a:extLst>
              </p14:cNvPr>
              <p14:cNvContentPartPr/>
              <p14:nvPr/>
            </p14:nvContentPartPr>
            <p14:xfrm>
              <a:off x="5374940" y="3834840"/>
              <a:ext cx="1641600" cy="1145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5A2E927-41F5-EC40-EEA8-56D2EFD81E5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368820" y="3828720"/>
                <a:ext cx="165384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9FFFEF2-5001-D386-DE58-916EF6AE7599}"/>
                  </a:ext>
                </a:extLst>
              </p14:cNvPr>
              <p14:cNvContentPartPr/>
              <p14:nvPr/>
            </p14:nvContentPartPr>
            <p14:xfrm>
              <a:off x="5277000" y="4887480"/>
              <a:ext cx="2418840" cy="7999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9FFFEF2-5001-D386-DE58-916EF6AE759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70880" y="4881360"/>
                <a:ext cx="2431080" cy="81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94AF05DE-A8E8-5314-A6D4-2DA8D65400FF}"/>
              </a:ext>
            </a:extLst>
          </p:cNvPr>
          <p:cNvGrpSpPr/>
          <p:nvPr/>
        </p:nvGrpSpPr>
        <p:grpSpPr>
          <a:xfrm>
            <a:off x="5459880" y="4692360"/>
            <a:ext cx="1818720" cy="1006200"/>
            <a:chOff x="5459880" y="4692360"/>
            <a:chExt cx="1818720" cy="10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B4C541B-C0CD-2965-6B12-070F4044DBDC}"/>
                    </a:ext>
                  </a:extLst>
                </p14:cNvPr>
                <p14:cNvContentPartPr/>
                <p14:nvPr/>
              </p14:nvContentPartPr>
              <p14:xfrm>
                <a:off x="5459880" y="4692360"/>
                <a:ext cx="203760" cy="384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B4C541B-C0CD-2965-6B12-070F4044DBD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53760" y="4686240"/>
                  <a:ext cx="2160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B9B3C9-3991-51D3-A221-F4AF057DF0DE}"/>
                    </a:ext>
                  </a:extLst>
                </p14:cNvPr>
                <p14:cNvContentPartPr/>
                <p14:nvPr/>
              </p14:nvContentPartPr>
              <p14:xfrm>
                <a:off x="5562480" y="5211840"/>
                <a:ext cx="215640" cy="28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B9B3C9-3991-51D3-A221-F4AF057DF0D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56360" y="5205720"/>
                  <a:ext cx="2278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E21EE7-5D9C-0392-F7B6-FC1D38079B65}"/>
                    </a:ext>
                  </a:extLst>
                </p14:cNvPr>
                <p14:cNvContentPartPr/>
                <p14:nvPr/>
              </p14:nvContentPartPr>
              <p14:xfrm>
                <a:off x="5880000" y="5349000"/>
                <a:ext cx="36720" cy="4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E21EE7-5D9C-0392-F7B6-FC1D38079B6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873880" y="5342880"/>
                  <a:ext cx="489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099F95D-DBBE-862B-861A-199427006443}"/>
                    </a:ext>
                  </a:extLst>
                </p14:cNvPr>
                <p14:cNvContentPartPr/>
                <p14:nvPr/>
              </p14:nvContentPartPr>
              <p14:xfrm>
                <a:off x="5943360" y="5416320"/>
                <a:ext cx="1188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099F95D-DBBE-862B-861A-19942700644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937240" y="5410200"/>
                  <a:ext cx="24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6842AA4-5073-EC16-2F7D-998E30663661}"/>
                    </a:ext>
                  </a:extLst>
                </p14:cNvPr>
                <p14:cNvContentPartPr/>
                <p14:nvPr/>
              </p14:nvContentPartPr>
              <p14:xfrm>
                <a:off x="6350160" y="5253960"/>
                <a:ext cx="184680" cy="178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6842AA4-5073-EC16-2F7D-998E306636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44040" y="5247840"/>
                  <a:ext cx="196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8FEBBC-5EAB-4CE3-15CC-E3C927ACA697}"/>
                    </a:ext>
                  </a:extLst>
                </p14:cNvPr>
                <p14:cNvContentPartPr/>
                <p14:nvPr/>
              </p14:nvContentPartPr>
              <p14:xfrm>
                <a:off x="6324600" y="5314800"/>
                <a:ext cx="203040" cy="108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8FEBBC-5EAB-4CE3-15CC-E3C927ACA69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18480" y="5308680"/>
                  <a:ext cx="215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4F60807-988C-ECF3-BFE3-A5F7725B9B70}"/>
                    </a:ext>
                  </a:extLst>
                </p14:cNvPr>
                <p14:cNvContentPartPr/>
                <p14:nvPr/>
              </p14:nvContentPartPr>
              <p14:xfrm>
                <a:off x="6718080" y="5308680"/>
                <a:ext cx="95760" cy="25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4F60807-988C-ECF3-BFE3-A5F7725B9B7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11960" y="5302560"/>
                  <a:ext cx="108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0434B1F-F631-7AE4-ED08-F7010ADDF0B9}"/>
                    </a:ext>
                  </a:extLst>
                </p14:cNvPr>
                <p14:cNvContentPartPr/>
                <p14:nvPr/>
              </p14:nvContentPartPr>
              <p14:xfrm>
                <a:off x="6737160" y="5270160"/>
                <a:ext cx="22320" cy="132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0434B1F-F631-7AE4-ED08-F7010ADDF0B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31040" y="5264040"/>
                  <a:ext cx="34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C6CA465-BDF3-052E-8A36-213B818E31CB}"/>
                    </a:ext>
                  </a:extLst>
                </p14:cNvPr>
                <p14:cNvContentPartPr/>
                <p14:nvPr/>
              </p14:nvContentPartPr>
              <p14:xfrm>
                <a:off x="6913200" y="5193120"/>
                <a:ext cx="199440" cy="270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C6CA465-BDF3-052E-8A36-213B818E31C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07080" y="5187000"/>
                  <a:ext cx="2116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80E8F75-EAD1-AB5C-2CFA-F61FD4C56695}"/>
                    </a:ext>
                  </a:extLst>
                </p14:cNvPr>
                <p14:cNvContentPartPr/>
                <p14:nvPr/>
              </p14:nvContentPartPr>
              <p14:xfrm>
                <a:off x="6150360" y="5270880"/>
                <a:ext cx="292680" cy="232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80E8F75-EAD1-AB5C-2CFA-F61FD4C5669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44240" y="5264760"/>
                  <a:ext cx="3049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665FF0-C5F4-02BA-97E0-054BE91652E7}"/>
                    </a:ext>
                  </a:extLst>
                </p14:cNvPr>
                <p14:cNvContentPartPr/>
                <p14:nvPr/>
              </p14:nvContentPartPr>
              <p14:xfrm>
                <a:off x="5669400" y="5473560"/>
                <a:ext cx="1550880" cy="225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665FF0-C5F4-02BA-97E0-054BE91652E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63280" y="5467440"/>
                  <a:ext cx="1563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8A587EF-5FF3-5929-2B93-6D42D88E7E38}"/>
                    </a:ext>
                  </a:extLst>
                </p14:cNvPr>
                <p14:cNvContentPartPr/>
                <p14:nvPr/>
              </p14:nvContentPartPr>
              <p14:xfrm>
                <a:off x="6836880" y="5059560"/>
                <a:ext cx="441720" cy="456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8A587EF-5FF3-5929-2B93-6D42D88E7E3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830760" y="5053440"/>
                  <a:ext cx="453960" cy="46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3EED6EE-309D-9728-D3F7-416F1D5F066A}"/>
              </a:ext>
            </a:extLst>
          </p:cNvPr>
          <p:cNvGrpSpPr/>
          <p:nvPr/>
        </p:nvGrpSpPr>
        <p:grpSpPr>
          <a:xfrm>
            <a:off x="5881440" y="3480240"/>
            <a:ext cx="3042720" cy="781200"/>
            <a:chOff x="5881440" y="3480240"/>
            <a:chExt cx="3042720" cy="78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8B210C7-4ED6-61BE-7FEF-51D31E81C684}"/>
                    </a:ext>
                  </a:extLst>
                </p14:cNvPr>
                <p14:cNvContentPartPr/>
                <p14:nvPr/>
              </p14:nvContentPartPr>
              <p14:xfrm>
                <a:off x="5881440" y="3991440"/>
                <a:ext cx="77040" cy="186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8B210C7-4ED6-61BE-7FEF-51D31E81C68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75320" y="3985320"/>
                  <a:ext cx="892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F2B0FD5-E2E5-4BB5-239C-AD5DF4DCAD55}"/>
                    </a:ext>
                  </a:extLst>
                </p14:cNvPr>
                <p14:cNvContentPartPr/>
                <p14:nvPr/>
              </p14:nvContentPartPr>
              <p14:xfrm>
                <a:off x="5994120" y="3739080"/>
                <a:ext cx="207360" cy="210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F2B0FD5-E2E5-4BB5-239C-AD5DF4DCAD5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988000" y="3732960"/>
                  <a:ext cx="219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A9FD03-BAF0-7CF2-9771-5738D3A458CC}"/>
                    </a:ext>
                  </a:extLst>
                </p14:cNvPr>
                <p14:cNvContentPartPr/>
                <p14:nvPr/>
              </p14:nvContentPartPr>
              <p14:xfrm>
                <a:off x="6315960" y="3657360"/>
                <a:ext cx="78840" cy="202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A9FD03-BAF0-7CF2-9771-5738D3A458C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309840" y="3651240"/>
                  <a:ext cx="91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3D176D7-AEAE-0BD5-FA89-86C07FFB814B}"/>
                    </a:ext>
                  </a:extLst>
                </p14:cNvPr>
                <p14:cNvContentPartPr/>
                <p14:nvPr/>
              </p14:nvContentPartPr>
              <p14:xfrm>
                <a:off x="6413160" y="3587520"/>
                <a:ext cx="119160" cy="192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3D176D7-AEAE-0BD5-FA89-86C07FFB814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07040" y="3581400"/>
                  <a:ext cx="131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D88E95-BD29-C39F-8B9B-F520D93F2FAB}"/>
                    </a:ext>
                  </a:extLst>
                </p14:cNvPr>
                <p14:cNvContentPartPr/>
                <p14:nvPr/>
              </p14:nvContentPartPr>
              <p14:xfrm>
                <a:off x="6546720" y="3594360"/>
                <a:ext cx="42840" cy="56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D88E95-BD29-C39F-8B9B-F520D93F2FA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540600" y="3588240"/>
                  <a:ext cx="55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D1593D-76ED-BDC6-261D-B31E42B036C9}"/>
                    </a:ext>
                  </a:extLst>
                </p14:cNvPr>
                <p14:cNvContentPartPr/>
                <p14:nvPr/>
              </p14:nvContentPartPr>
              <p14:xfrm>
                <a:off x="6629160" y="3583920"/>
                <a:ext cx="108000" cy="250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D1593D-76ED-BDC6-261D-B31E42B036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623040" y="3577800"/>
                  <a:ext cx="1202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0EDDF8-93B8-28EC-EF13-83F0E1024337}"/>
                    </a:ext>
                  </a:extLst>
                </p14:cNvPr>
                <p14:cNvContentPartPr/>
                <p14:nvPr/>
              </p14:nvContentPartPr>
              <p14:xfrm>
                <a:off x="6787920" y="3480240"/>
                <a:ext cx="128520" cy="196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0EDDF8-93B8-28EC-EF13-83F0E102433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781800" y="3474120"/>
                  <a:ext cx="140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B828C28-54B9-CC92-E477-B242CFB020BC}"/>
                    </a:ext>
                  </a:extLst>
                </p14:cNvPr>
                <p14:cNvContentPartPr/>
                <p14:nvPr/>
              </p14:nvContentPartPr>
              <p14:xfrm>
                <a:off x="6439440" y="3551160"/>
                <a:ext cx="193320" cy="13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828C28-54B9-CC92-E477-B242CFB020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33320" y="3545040"/>
                  <a:ext cx="205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FF51AB9-71C3-D7A8-7124-4423B0112CEB}"/>
                    </a:ext>
                  </a:extLst>
                </p14:cNvPr>
                <p14:cNvContentPartPr/>
                <p14:nvPr/>
              </p14:nvContentPartPr>
              <p14:xfrm>
                <a:off x="6740040" y="3934560"/>
                <a:ext cx="372960" cy="326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FF51AB9-71C3-D7A8-7124-4423B0112CE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33920" y="3928440"/>
                  <a:ext cx="385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F20BD20-8113-BBEC-37D7-8AB205D6737F}"/>
                    </a:ext>
                  </a:extLst>
                </p14:cNvPr>
                <p14:cNvContentPartPr/>
                <p14:nvPr/>
              </p14:nvContentPartPr>
              <p14:xfrm>
                <a:off x="6972240" y="3962280"/>
                <a:ext cx="180720" cy="113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F20BD20-8113-BBEC-37D7-8AB205D673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66120" y="3956160"/>
                  <a:ext cx="192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205C2E-17E5-A5D9-0A85-DED3FDF7A32A}"/>
                    </a:ext>
                  </a:extLst>
                </p14:cNvPr>
                <p14:cNvContentPartPr/>
                <p14:nvPr/>
              </p14:nvContentPartPr>
              <p14:xfrm>
                <a:off x="6602880" y="3778320"/>
                <a:ext cx="328320" cy="159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205C2E-17E5-A5D9-0A85-DED3FDF7A32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596760" y="3772200"/>
                  <a:ext cx="340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9D6C18-9955-B7DD-3A37-2805A445EE2A}"/>
                    </a:ext>
                  </a:extLst>
                </p14:cNvPr>
                <p14:cNvContentPartPr/>
                <p14:nvPr/>
              </p14:nvContentPartPr>
              <p14:xfrm>
                <a:off x="7245120" y="3885960"/>
                <a:ext cx="282600" cy="351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9D6C18-9955-B7DD-3A37-2805A445EE2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39000" y="3879840"/>
                  <a:ext cx="2948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48E71B-B0FE-F44F-ACD4-C2A20E6F68F6}"/>
                    </a:ext>
                  </a:extLst>
                </p14:cNvPr>
                <p14:cNvContentPartPr/>
                <p14:nvPr/>
              </p14:nvContentPartPr>
              <p14:xfrm>
                <a:off x="7518360" y="4006920"/>
                <a:ext cx="67680" cy="19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48E71B-B0FE-F44F-ACD4-C2A20E6F68F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512240" y="4000800"/>
                  <a:ext cx="79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568A39-AC92-CCAF-164D-BF5BE06ADF61}"/>
                    </a:ext>
                  </a:extLst>
                </p14:cNvPr>
                <p14:cNvContentPartPr/>
                <p14:nvPr/>
              </p14:nvContentPartPr>
              <p14:xfrm>
                <a:off x="7721400" y="3930600"/>
                <a:ext cx="44280" cy="71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568A39-AC92-CCAF-164D-BF5BE06ADF6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715280" y="3924480"/>
                  <a:ext cx="56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45BF080-08B3-98DC-AC20-FDDA2B015208}"/>
                    </a:ext>
                  </a:extLst>
                </p14:cNvPr>
                <p14:cNvContentPartPr/>
                <p14:nvPr/>
              </p14:nvContentPartPr>
              <p14:xfrm>
                <a:off x="7885920" y="3953640"/>
                <a:ext cx="70560" cy="49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45BF080-08B3-98DC-AC20-FDDA2B01520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879800" y="3947520"/>
                  <a:ext cx="82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2A383E8-83B2-104D-9677-AD0FFBE50217}"/>
                    </a:ext>
                  </a:extLst>
                </p14:cNvPr>
                <p14:cNvContentPartPr/>
                <p14:nvPr/>
              </p14:nvContentPartPr>
              <p14:xfrm>
                <a:off x="7632480" y="3892440"/>
                <a:ext cx="32760" cy="9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2A383E8-83B2-104D-9677-AD0FFBE5021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626360" y="3886320"/>
                  <a:ext cx="45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A1B6132-34DF-4E2C-2202-9ECE5B5F8362}"/>
                    </a:ext>
                  </a:extLst>
                </p14:cNvPr>
                <p14:cNvContentPartPr/>
                <p14:nvPr/>
              </p14:nvContentPartPr>
              <p14:xfrm>
                <a:off x="7975560" y="3911520"/>
                <a:ext cx="120960" cy="165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A1B6132-34DF-4E2C-2202-9ECE5B5F836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69440" y="3905400"/>
                  <a:ext cx="133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2328C50-41F2-62B2-8E72-E1247A0FDF6E}"/>
                    </a:ext>
                  </a:extLst>
                </p14:cNvPr>
                <p14:cNvContentPartPr/>
                <p14:nvPr/>
              </p14:nvContentPartPr>
              <p14:xfrm>
                <a:off x="7981680" y="3768240"/>
                <a:ext cx="766440" cy="219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2328C50-41F2-62B2-8E72-E1247A0FDF6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75560" y="3762120"/>
                  <a:ext cx="778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E1666EA-36D6-38F6-ACD2-5AEFC8268042}"/>
                    </a:ext>
                  </a:extLst>
                </p14:cNvPr>
                <p14:cNvContentPartPr/>
                <p14:nvPr/>
              </p14:nvContentPartPr>
              <p14:xfrm>
                <a:off x="8661360" y="3634320"/>
                <a:ext cx="262800" cy="148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E1666EA-36D6-38F6-ACD2-5AEFC82680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55240" y="3628200"/>
                  <a:ext cx="275040" cy="16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8B3E0C7-D1E8-E771-9795-6A4EBF88C5DF}"/>
                  </a:ext>
                </a:extLst>
              </p14:cNvPr>
              <p14:cNvContentPartPr/>
              <p14:nvPr/>
            </p14:nvContentPartPr>
            <p14:xfrm>
              <a:off x="5970000" y="4496880"/>
              <a:ext cx="565920" cy="90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8B3E0C7-D1E8-E771-9795-6A4EBF88C5D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963880" y="4490760"/>
                <a:ext cx="5781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AEF01B4-F567-37D1-F39F-E78C56618682}"/>
                  </a:ext>
                </a:extLst>
              </p14:cNvPr>
              <p14:cNvContentPartPr/>
              <p14:nvPr/>
            </p14:nvContentPartPr>
            <p14:xfrm>
              <a:off x="5399040" y="4574280"/>
              <a:ext cx="207360" cy="615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AEF01B4-F567-37D1-F39F-E78C5661868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392920" y="4568160"/>
                <a:ext cx="21960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B517662-ACC6-F12D-FF1A-7520CCA59777}"/>
              </a:ext>
            </a:extLst>
          </p:cNvPr>
          <p:cNvGrpSpPr/>
          <p:nvPr/>
        </p:nvGrpSpPr>
        <p:grpSpPr>
          <a:xfrm>
            <a:off x="2660520" y="3427320"/>
            <a:ext cx="1702800" cy="398160"/>
            <a:chOff x="2660520" y="3427320"/>
            <a:chExt cx="170280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CAF89A6-8049-90F9-3031-260A11BA675C}"/>
                    </a:ext>
                  </a:extLst>
                </p14:cNvPr>
                <p14:cNvContentPartPr/>
                <p14:nvPr/>
              </p14:nvContentPartPr>
              <p14:xfrm>
                <a:off x="2660520" y="3427320"/>
                <a:ext cx="318600" cy="398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CAF89A6-8049-90F9-3031-260A11BA675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54400" y="3421200"/>
                  <a:ext cx="3308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ADC0C7D-1681-4696-31BE-2DB7840C689B}"/>
                    </a:ext>
                  </a:extLst>
                </p14:cNvPr>
                <p14:cNvContentPartPr/>
                <p14:nvPr/>
              </p14:nvContentPartPr>
              <p14:xfrm>
                <a:off x="3087120" y="3622800"/>
                <a:ext cx="60480" cy="3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ADC0C7D-1681-4696-31BE-2DB7840C689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081000" y="3616680"/>
                  <a:ext cx="727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FD88B2-72E4-8195-0D28-BFAB966EB82E}"/>
                    </a:ext>
                  </a:extLst>
                </p14:cNvPr>
                <p14:cNvContentPartPr/>
                <p14:nvPr/>
              </p14:nvContentPartPr>
              <p14:xfrm>
                <a:off x="3086040" y="3708120"/>
                <a:ext cx="120600" cy="12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FD88B2-72E4-8195-0D28-BFAB966EB82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079920" y="3702000"/>
                  <a:ext cx="132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8BA573-1F56-273F-81C8-EF4ABC9BEC04}"/>
                    </a:ext>
                  </a:extLst>
                </p14:cNvPr>
                <p14:cNvContentPartPr/>
                <p14:nvPr/>
              </p14:nvContentPartPr>
              <p14:xfrm>
                <a:off x="3353880" y="3562320"/>
                <a:ext cx="1188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8BA573-1F56-273F-81C8-EF4ABC9BEC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347760" y="3556200"/>
                  <a:ext cx="24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09FE401-CAC6-E68C-A7A1-9550CC788097}"/>
                    </a:ext>
                  </a:extLst>
                </p14:cNvPr>
                <p14:cNvContentPartPr/>
                <p14:nvPr/>
              </p14:nvContentPartPr>
              <p14:xfrm>
                <a:off x="3333720" y="3464040"/>
                <a:ext cx="307080" cy="209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09FE401-CAC6-E68C-A7A1-9550CC7880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27600" y="3457920"/>
                  <a:ext cx="319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01C7A6-269A-CE4E-1859-05ACE571C203}"/>
                    </a:ext>
                  </a:extLst>
                </p14:cNvPr>
                <p14:cNvContentPartPr/>
                <p14:nvPr/>
              </p14:nvContentPartPr>
              <p14:xfrm>
                <a:off x="3688680" y="3477360"/>
                <a:ext cx="116280" cy="156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01C7A6-269A-CE4E-1859-05ACE571C20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82560" y="3471240"/>
                  <a:ext cx="128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BF52C48-5FD9-C8FF-BBCD-BCFD140E7267}"/>
                    </a:ext>
                  </a:extLst>
                </p14:cNvPr>
                <p14:cNvContentPartPr/>
                <p14:nvPr/>
              </p14:nvContentPartPr>
              <p14:xfrm>
                <a:off x="3644760" y="3486000"/>
                <a:ext cx="256320" cy="186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BF52C48-5FD9-C8FF-BBCD-BCFD140E726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38640" y="3479880"/>
                  <a:ext cx="268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AC0EA55-49C6-28B6-930C-C71B8B2C504D}"/>
                    </a:ext>
                  </a:extLst>
                </p14:cNvPr>
                <p14:cNvContentPartPr/>
                <p14:nvPr/>
              </p14:nvContentPartPr>
              <p14:xfrm>
                <a:off x="3955800" y="3554400"/>
                <a:ext cx="126360" cy="27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AC0EA55-49C6-28B6-930C-C71B8B2C504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49680" y="3548280"/>
                  <a:ext cx="138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D24F93C-1906-0107-78DA-BB6F186546B7}"/>
                    </a:ext>
                  </a:extLst>
                </p14:cNvPr>
                <p14:cNvContentPartPr/>
                <p14:nvPr/>
              </p14:nvContentPartPr>
              <p14:xfrm>
                <a:off x="3987480" y="3505080"/>
                <a:ext cx="136080" cy="22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D24F93C-1906-0107-78DA-BB6F186546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81360" y="3498960"/>
                  <a:ext cx="1483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A095F2-0E35-20A9-31DD-E8AFCCC96E5D}"/>
                    </a:ext>
                  </a:extLst>
                </p14:cNvPr>
                <p14:cNvContentPartPr/>
                <p14:nvPr/>
              </p14:nvContentPartPr>
              <p14:xfrm>
                <a:off x="4127160" y="3473400"/>
                <a:ext cx="236160" cy="254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A095F2-0E35-20A9-31DD-E8AFCCC96E5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21040" y="3467280"/>
                  <a:ext cx="24840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935ABD0-BCEB-DE5D-012E-18FBAA9FA9D5}"/>
              </a:ext>
            </a:extLst>
          </p:cNvPr>
          <p:cNvGrpSpPr/>
          <p:nvPr/>
        </p:nvGrpSpPr>
        <p:grpSpPr>
          <a:xfrm>
            <a:off x="3124200" y="2907480"/>
            <a:ext cx="614160" cy="127080"/>
            <a:chOff x="3124200" y="2907480"/>
            <a:chExt cx="61416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0ACA10-7C47-C349-0540-BBC3481C203F}"/>
                    </a:ext>
                  </a:extLst>
                </p14:cNvPr>
                <p14:cNvContentPartPr/>
                <p14:nvPr/>
              </p14:nvContentPartPr>
              <p14:xfrm>
                <a:off x="3124200" y="2907480"/>
                <a:ext cx="374760" cy="127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0ACA10-7C47-C349-0540-BBC3481C203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18080" y="2901360"/>
                  <a:ext cx="387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5EEB644-48F1-0498-B0D4-68EC184BDC55}"/>
                    </a:ext>
                  </a:extLst>
                </p14:cNvPr>
                <p14:cNvContentPartPr/>
                <p14:nvPr/>
              </p14:nvContentPartPr>
              <p14:xfrm>
                <a:off x="3619200" y="2952480"/>
                <a:ext cx="867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5EEB644-48F1-0498-B0D4-68EC184BDC5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13080" y="2946360"/>
                  <a:ext cx="9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88915AE-7519-F1EC-BC07-4675E966C977}"/>
                    </a:ext>
                  </a:extLst>
                </p14:cNvPr>
                <p14:cNvContentPartPr/>
                <p14:nvPr/>
              </p14:nvContentPartPr>
              <p14:xfrm>
                <a:off x="3657360" y="2997120"/>
                <a:ext cx="81000" cy="18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88915AE-7519-F1EC-BC07-4675E966C97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51240" y="2991000"/>
                  <a:ext cx="932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DE4212C-03AE-665E-2FAF-E6139FF8285F}"/>
                  </a:ext>
                </a:extLst>
              </p14:cNvPr>
              <p14:cNvContentPartPr/>
              <p14:nvPr/>
            </p14:nvContentPartPr>
            <p14:xfrm>
              <a:off x="1072200" y="2171280"/>
              <a:ext cx="954720" cy="4136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DE4212C-03AE-665E-2FAF-E6139FF8285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66080" y="2165160"/>
                <a:ext cx="966960" cy="42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1DFBC5B-97EA-46C8-93DB-AF59EA54C2DC}"/>
              </a:ext>
            </a:extLst>
          </p:cNvPr>
          <p:cNvGrpSpPr/>
          <p:nvPr/>
        </p:nvGrpSpPr>
        <p:grpSpPr>
          <a:xfrm>
            <a:off x="3739440" y="2528400"/>
            <a:ext cx="3022560" cy="975240"/>
            <a:chOff x="3739440" y="2528400"/>
            <a:chExt cx="3022560" cy="97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A2E6B8-C188-03E4-4B0C-6E3987D75B0B}"/>
                    </a:ext>
                  </a:extLst>
                </p14:cNvPr>
                <p14:cNvContentPartPr/>
                <p14:nvPr/>
              </p14:nvContentPartPr>
              <p14:xfrm>
                <a:off x="3739440" y="2601120"/>
                <a:ext cx="142560" cy="182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A2E6B8-C188-03E4-4B0C-6E3987D75B0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733320" y="2595000"/>
                  <a:ext cx="154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ABD4F87-9BCA-162C-DA32-9F42A970DC42}"/>
                    </a:ext>
                  </a:extLst>
                </p14:cNvPr>
                <p14:cNvContentPartPr/>
                <p14:nvPr/>
              </p14:nvContentPartPr>
              <p14:xfrm>
                <a:off x="3911520" y="2749440"/>
                <a:ext cx="70920" cy="669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ABD4F87-9BCA-162C-DA32-9F42A970DC4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05400" y="2743320"/>
                  <a:ext cx="83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ABFCE23-F00A-B420-900F-3A89C5B9E94B}"/>
                    </a:ext>
                  </a:extLst>
                </p14:cNvPr>
                <p14:cNvContentPartPr/>
                <p14:nvPr/>
              </p14:nvContentPartPr>
              <p14:xfrm>
                <a:off x="3943200" y="2665560"/>
                <a:ext cx="67320" cy="7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ABFCE23-F00A-B420-900F-3A89C5B9E94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37080" y="2659440"/>
                  <a:ext cx="79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6C8486C-5D1E-F37C-B77C-4B6FF674AB81}"/>
                    </a:ext>
                  </a:extLst>
                </p14:cNvPr>
                <p14:cNvContentPartPr/>
                <p14:nvPr/>
              </p14:nvContentPartPr>
              <p14:xfrm>
                <a:off x="4006560" y="2528400"/>
                <a:ext cx="237960" cy="195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6C8486C-5D1E-F37C-B77C-4B6FF674AB8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00440" y="2522280"/>
                  <a:ext cx="25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0E8381D-3D81-B74B-1098-075847298DA4}"/>
                    </a:ext>
                  </a:extLst>
                </p14:cNvPr>
                <p14:cNvContentPartPr/>
                <p14:nvPr/>
              </p14:nvContentPartPr>
              <p14:xfrm>
                <a:off x="4298880" y="2660520"/>
                <a:ext cx="9720" cy="52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0E8381D-3D81-B74B-1098-075847298DA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92760" y="2654400"/>
                  <a:ext cx="21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D36209B-BD37-FB9A-70E4-CDFFD2981830}"/>
                    </a:ext>
                  </a:extLst>
                </p14:cNvPr>
                <p14:cNvContentPartPr/>
                <p14:nvPr/>
              </p14:nvContentPartPr>
              <p14:xfrm>
                <a:off x="3916560" y="2834400"/>
                <a:ext cx="504720" cy="111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D36209B-BD37-FB9A-70E4-CDFFD298183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10440" y="2828280"/>
                  <a:ext cx="516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78EBA98-1FC0-C454-AEBC-E952EC3299B0}"/>
                    </a:ext>
                  </a:extLst>
                </p14:cNvPr>
                <p14:cNvContentPartPr/>
                <p14:nvPr/>
              </p14:nvContentPartPr>
              <p14:xfrm>
                <a:off x="3992520" y="2946360"/>
                <a:ext cx="184320" cy="155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78EBA98-1FC0-C454-AEBC-E952EC3299B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86400" y="2940240"/>
                  <a:ext cx="196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AFC1C7-2F0C-A20D-6C4A-DA47EB932046}"/>
                    </a:ext>
                  </a:extLst>
                </p14:cNvPr>
                <p14:cNvContentPartPr/>
                <p14:nvPr/>
              </p14:nvContentPartPr>
              <p14:xfrm>
                <a:off x="4197000" y="3049680"/>
                <a:ext cx="93240" cy="113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AFC1C7-2F0C-A20D-6C4A-DA47EB9320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90880" y="3043560"/>
                  <a:ext cx="105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5BA001-AE52-E585-4189-41785CB75DB7}"/>
                    </a:ext>
                  </a:extLst>
                </p14:cNvPr>
                <p14:cNvContentPartPr/>
                <p14:nvPr/>
              </p14:nvContentPartPr>
              <p14:xfrm>
                <a:off x="4298880" y="2985960"/>
                <a:ext cx="92160" cy="36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5BA001-AE52-E585-4189-41785CB75DB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92760" y="2979840"/>
                  <a:ext cx="104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E5911C5-85B3-46FA-9841-232F57DDB521}"/>
                    </a:ext>
                  </a:extLst>
                </p14:cNvPr>
                <p14:cNvContentPartPr/>
                <p14:nvPr/>
              </p14:nvContentPartPr>
              <p14:xfrm>
                <a:off x="4365480" y="2914320"/>
                <a:ext cx="61200" cy="116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E5911C5-85B3-46FA-9841-232F57DDB52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59360" y="2908200"/>
                  <a:ext cx="73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D81E2E3-D5A5-76F7-BF8A-4C43B21F009E}"/>
                    </a:ext>
                  </a:extLst>
                </p14:cNvPr>
                <p14:cNvContentPartPr/>
                <p14:nvPr/>
              </p14:nvContentPartPr>
              <p14:xfrm>
                <a:off x="4349640" y="2952480"/>
                <a:ext cx="122400" cy="62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D81E2E3-D5A5-76F7-BF8A-4C43B21F009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43520" y="2946360"/>
                  <a:ext cx="134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8CAA9D2-8D3C-E9DD-9CB7-38C4C8C51E59}"/>
                    </a:ext>
                  </a:extLst>
                </p14:cNvPr>
                <p14:cNvContentPartPr/>
                <p14:nvPr/>
              </p14:nvContentPartPr>
              <p14:xfrm>
                <a:off x="4508400" y="3003240"/>
                <a:ext cx="36720" cy="46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8CAA9D2-8D3C-E9DD-9CB7-38C4C8C51E5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02280" y="2997120"/>
                  <a:ext cx="48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405165C-3BFB-9FC1-61A8-4096067E781F}"/>
                    </a:ext>
                  </a:extLst>
                </p14:cNvPr>
                <p14:cNvContentPartPr/>
                <p14:nvPr/>
              </p14:nvContentPartPr>
              <p14:xfrm>
                <a:off x="4635480" y="2933400"/>
                <a:ext cx="12600" cy="5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405165C-3BFB-9FC1-61A8-4096067E78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29360" y="2927280"/>
                  <a:ext cx="24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2FEA6C9-0192-D313-905C-A11FF5C17466}"/>
                    </a:ext>
                  </a:extLst>
                </p14:cNvPr>
                <p14:cNvContentPartPr/>
                <p14:nvPr/>
              </p14:nvContentPartPr>
              <p14:xfrm>
                <a:off x="4775160" y="3054000"/>
                <a:ext cx="54720" cy="4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2FEA6C9-0192-D313-905C-A11FF5C1746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69040" y="3047880"/>
                  <a:ext cx="669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304D750-07B7-12EA-3168-9312DA422DA1}"/>
                    </a:ext>
                  </a:extLst>
                </p14:cNvPr>
                <p14:cNvContentPartPr/>
                <p14:nvPr/>
              </p14:nvContentPartPr>
              <p14:xfrm>
                <a:off x="4616400" y="2951400"/>
                <a:ext cx="17640" cy="7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304D750-07B7-12EA-3168-9312DA422DA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10280" y="2945280"/>
                  <a:ext cx="29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B2DB351-B0F8-D66C-5C25-8C10C131A51B}"/>
                    </a:ext>
                  </a:extLst>
                </p14:cNvPr>
                <p14:cNvContentPartPr/>
                <p14:nvPr/>
              </p14:nvContentPartPr>
              <p14:xfrm>
                <a:off x="4648080" y="2946360"/>
                <a:ext cx="253800" cy="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B2DB351-B0F8-D66C-5C25-8C10C131A51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41960" y="2940240"/>
                  <a:ext cx="266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F91C07A-6E89-A939-3D3A-485DFAC22C7B}"/>
                    </a:ext>
                  </a:extLst>
                </p14:cNvPr>
                <p14:cNvContentPartPr/>
                <p14:nvPr/>
              </p14:nvContentPartPr>
              <p14:xfrm>
                <a:off x="4800360" y="3086040"/>
                <a:ext cx="49320" cy="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F91C07A-6E89-A939-3D3A-485DFAC22C7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794240" y="3079920"/>
                  <a:ext cx="61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59EC5D9-3E14-2BD0-0E7A-DE2FC435F0D8}"/>
                    </a:ext>
                  </a:extLst>
                </p14:cNvPr>
                <p14:cNvContentPartPr/>
                <p14:nvPr/>
              </p14:nvContentPartPr>
              <p14:xfrm>
                <a:off x="5035080" y="2919360"/>
                <a:ext cx="285840" cy="273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59EC5D9-3E14-2BD0-0E7A-DE2FC435F0D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28960" y="2913240"/>
                  <a:ext cx="2980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FA53487-FB56-FC12-535F-2B7A92176AF2}"/>
                    </a:ext>
                  </a:extLst>
                </p14:cNvPr>
                <p14:cNvContentPartPr/>
                <p14:nvPr/>
              </p14:nvContentPartPr>
              <p14:xfrm>
                <a:off x="5453760" y="3069120"/>
                <a:ext cx="106920" cy="23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FA53487-FB56-FC12-535F-2B7A92176AF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47640" y="3063000"/>
                  <a:ext cx="119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7BBC806-5ED5-6804-9158-41420D0EC2CF}"/>
                    </a:ext>
                  </a:extLst>
                </p14:cNvPr>
                <p14:cNvContentPartPr/>
                <p14:nvPr/>
              </p14:nvContentPartPr>
              <p14:xfrm>
                <a:off x="5695680" y="2939880"/>
                <a:ext cx="19440" cy="108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7BBC806-5ED5-6804-9158-41420D0EC2C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89560" y="2933760"/>
                  <a:ext cx="316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0F8D2B9-0367-EAED-742E-D1BF77C7B24E}"/>
                    </a:ext>
                  </a:extLst>
                </p14:cNvPr>
                <p14:cNvContentPartPr/>
                <p14:nvPr/>
              </p14:nvContentPartPr>
              <p14:xfrm>
                <a:off x="5143440" y="3203760"/>
                <a:ext cx="832680" cy="111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0F8D2B9-0367-EAED-742E-D1BF77C7B24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37320" y="3197640"/>
                  <a:ext cx="844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A2052B8-9868-AFD9-C083-87BB3FBB7964}"/>
                    </a:ext>
                  </a:extLst>
                </p14:cNvPr>
                <p14:cNvContentPartPr/>
                <p14:nvPr/>
              </p14:nvContentPartPr>
              <p14:xfrm>
                <a:off x="5314800" y="3441360"/>
                <a:ext cx="25560" cy="62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A2052B8-9868-AFD9-C083-87BB3FBB79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08680" y="3435240"/>
                  <a:ext cx="37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2316297-1809-CD78-4FBD-D7532502A5CA}"/>
                    </a:ext>
                  </a:extLst>
                </p14:cNvPr>
                <p14:cNvContentPartPr/>
                <p14:nvPr/>
              </p14:nvContentPartPr>
              <p14:xfrm>
                <a:off x="5486160" y="3447840"/>
                <a:ext cx="3708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2316297-1809-CD78-4FBD-D7532502A5C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80040" y="3441720"/>
                  <a:ext cx="49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AACA77F-FF3F-D25F-C451-6E8CE133DF47}"/>
                    </a:ext>
                  </a:extLst>
                </p14:cNvPr>
                <p14:cNvContentPartPr/>
                <p14:nvPr/>
              </p14:nvContentPartPr>
              <p14:xfrm>
                <a:off x="5720160" y="3313920"/>
                <a:ext cx="202320" cy="168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AACA77F-FF3F-D25F-C451-6E8CE133DF4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14040" y="3307800"/>
                  <a:ext cx="214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43EA38F-0F06-79AD-C380-67BAA575DAB4}"/>
                    </a:ext>
                  </a:extLst>
                </p14:cNvPr>
                <p14:cNvContentPartPr/>
                <p14:nvPr/>
              </p14:nvContentPartPr>
              <p14:xfrm>
                <a:off x="6171960" y="3035280"/>
                <a:ext cx="78840" cy="14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43EA38F-0F06-79AD-C380-67BAA575DA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165840" y="3029160"/>
                  <a:ext cx="910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51F77FE-D017-EAB0-E4D5-871FD2E7DB15}"/>
                    </a:ext>
                  </a:extLst>
                </p14:cNvPr>
                <p14:cNvContentPartPr/>
                <p14:nvPr/>
              </p14:nvContentPartPr>
              <p14:xfrm>
                <a:off x="6140280" y="3181080"/>
                <a:ext cx="76680" cy="6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51F77FE-D017-EAB0-E4D5-871FD2E7DB1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134160" y="3174960"/>
                  <a:ext cx="88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64D114C-C499-1E16-DF43-168DB68D80CE}"/>
                    </a:ext>
                  </a:extLst>
                </p14:cNvPr>
                <p14:cNvContentPartPr/>
                <p14:nvPr/>
              </p14:nvContentPartPr>
              <p14:xfrm>
                <a:off x="6487680" y="2946000"/>
                <a:ext cx="151200" cy="172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64D114C-C499-1E16-DF43-168DB68D80C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81560" y="2939880"/>
                  <a:ext cx="163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79032CB-1422-7C07-6718-E019D6D84AF8}"/>
                    </a:ext>
                  </a:extLst>
                </p14:cNvPr>
                <p14:cNvContentPartPr/>
                <p14:nvPr/>
              </p14:nvContentPartPr>
              <p14:xfrm>
                <a:off x="6476880" y="3177480"/>
                <a:ext cx="263160" cy="48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79032CB-1422-7C07-6718-E019D6D84AF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70760" y="3171360"/>
                  <a:ext cx="275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3A34932-7B4C-38DB-ED8B-CB732033554A}"/>
                    </a:ext>
                  </a:extLst>
                </p14:cNvPr>
                <p14:cNvContentPartPr/>
                <p14:nvPr/>
              </p14:nvContentPartPr>
              <p14:xfrm>
                <a:off x="6565800" y="3215280"/>
                <a:ext cx="196200" cy="68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3A34932-7B4C-38DB-ED8B-CB73203355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559680" y="3209160"/>
                  <a:ext cx="2084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D063836-951F-88C8-011B-968E733508A0}"/>
              </a:ext>
            </a:extLst>
          </p:cNvPr>
          <p:cNvGrpSpPr/>
          <p:nvPr/>
        </p:nvGrpSpPr>
        <p:grpSpPr>
          <a:xfrm>
            <a:off x="7426560" y="2781480"/>
            <a:ext cx="668520" cy="153720"/>
            <a:chOff x="7426560" y="2781480"/>
            <a:chExt cx="6685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971C572-CCA5-4FE8-6C6F-F125FD87F6A4}"/>
                    </a:ext>
                  </a:extLst>
                </p14:cNvPr>
                <p14:cNvContentPartPr/>
                <p14:nvPr/>
              </p14:nvContentPartPr>
              <p14:xfrm>
                <a:off x="7426560" y="2813880"/>
                <a:ext cx="267840" cy="113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971C572-CCA5-4FE8-6C6F-F125FD87F6A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20440" y="2807760"/>
                  <a:ext cx="280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385C3C1-883B-160B-3A4F-688393F3774F}"/>
                    </a:ext>
                  </a:extLst>
                </p14:cNvPr>
                <p14:cNvContentPartPr/>
                <p14:nvPr/>
              </p14:nvContentPartPr>
              <p14:xfrm>
                <a:off x="7784760" y="2838360"/>
                <a:ext cx="8280" cy="6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385C3C1-883B-160B-3A4F-688393F3774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78640" y="2832240"/>
                  <a:ext cx="20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04C4A2-D04B-11AE-4C8D-75C23F8A0495}"/>
                    </a:ext>
                  </a:extLst>
                </p14:cNvPr>
                <p14:cNvContentPartPr/>
                <p14:nvPr/>
              </p14:nvContentPartPr>
              <p14:xfrm>
                <a:off x="7797720" y="2901720"/>
                <a:ext cx="42120" cy="13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04C4A2-D04B-11AE-4C8D-75C23F8A049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791600" y="2895600"/>
                  <a:ext cx="543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AFBD7E4-E4AA-ADEF-C3C8-A99D1DB58A3B}"/>
                    </a:ext>
                  </a:extLst>
                </p14:cNvPr>
                <p14:cNvContentPartPr/>
                <p14:nvPr/>
              </p14:nvContentPartPr>
              <p14:xfrm>
                <a:off x="7899240" y="2781480"/>
                <a:ext cx="195840" cy="153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AFBD7E4-E4AA-ADEF-C3C8-A99D1DB58A3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93120" y="2775360"/>
                  <a:ext cx="20808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85D25FD-E2DC-5902-563A-CC120E48E222}"/>
                  </a:ext>
                </a:extLst>
              </p14:cNvPr>
              <p14:cNvContentPartPr/>
              <p14:nvPr/>
            </p14:nvContentPartPr>
            <p14:xfrm>
              <a:off x="4287360" y="3748080"/>
              <a:ext cx="177120" cy="684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85D25FD-E2DC-5902-563A-CC120E48E22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281240" y="3741960"/>
                <a:ext cx="1893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9703426-D972-F5F7-0801-3AB923AEB83F}"/>
                  </a:ext>
                </a:extLst>
              </p14:cNvPr>
              <p14:cNvContentPartPr/>
              <p14:nvPr/>
            </p14:nvContentPartPr>
            <p14:xfrm>
              <a:off x="1142760" y="2368200"/>
              <a:ext cx="820800" cy="194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9703426-D972-F5F7-0801-3AB923AEB83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136640" y="2362080"/>
                <a:ext cx="83304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47B36DE-5387-C9BF-0895-F0CCBFBEF767}"/>
              </a:ext>
            </a:extLst>
          </p:cNvPr>
          <p:cNvGrpSpPr/>
          <p:nvPr/>
        </p:nvGrpSpPr>
        <p:grpSpPr>
          <a:xfrm>
            <a:off x="583680" y="3746280"/>
            <a:ext cx="2493360" cy="1067040"/>
            <a:chOff x="583680" y="3746280"/>
            <a:chExt cx="2493360" cy="10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8C324A-C76E-E051-8898-E53B136ED882}"/>
                    </a:ext>
                  </a:extLst>
                </p14:cNvPr>
                <p14:cNvContentPartPr/>
                <p14:nvPr/>
              </p14:nvContentPartPr>
              <p14:xfrm>
                <a:off x="583680" y="4194120"/>
                <a:ext cx="256320" cy="279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8C324A-C76E-E051-8898-E53B136ED88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7560" y="4188000"/>
                  <a:ext cx="2685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E38B9F3-64DB-591C-686B-6900931696D8}"/>
                    </a:ext>
                  </a:extLst>
                </p14:cNvPr>
                <p14:cNvContentPartPr/>
                <p14:nvPr/>
              </p14:nvContentPartPr>
              <p14:xfrm>
                <a:off x="952320" y="4229040"/>
                <a:ext cx="55440" cy="25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E38B9F3-64DB-591C-686B-6900931696D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46200" y="4222920"/>
                  <a:ext cx="67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59A1776-9CC1-877C-CF82-E2C41F4B7A73}"/>
                    </a:ext>
                  </a:extLst>
                </p14:cNvPr>
                <p14:cNvContentPartPr/>
                <p14:nvPr/>
              </p14:nvContentPartPr>
              <p14:xfrm>
                <a:off x="945840" y="4298880"/>
                <a:ext cx="87840" cy="6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59A1776-9CC1-877C-CF82-E2C41F4B7A7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9720" y="4292760"/>
                  <a:ext cx="100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298011-6592-1F80-E58D-D07471C855DA}"/>
                    </a:ext>
                  </a:extLst>
                </p14:cNvPr>
                <p14:cNvContentPartPr/>
                <p14:nvPr/>
              </p14:nvContentPartPr>
              <p14:xfrm>
                <a:off x="1086240" y="4101240"/>
                <a:ext cx="276120" cy="200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298011-6592-1F80-E58D-D07471C855D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80120" y="4095120"/>
                  <a:ext cx="288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E16430A-4C60-F4FB-46C0-1EF63309773A}"/>
                    </a:ext>
                  </a:extLst>
                </p14:cNvPr>
                <p14:cNvContentPartPr/>
                <p14:nvPr/>
              </p14:nvContentPartPr>
              <p14:xfrm>
                <a:off x="1365600" y="4025640"/>
                <a:ext cx="108000" cy="196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E16430A-4C60-F4FB-46C0-1EF63309773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59480" y="4019520"/>
                  <a:ext cx="120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7D17113-3081-A089-A86F-E7A069657519}"/>
                    </a:ext>
                  </a:extLst>
                </p14:cNvPr>
                <p14:cNvContentPartPr/>
                <p14:nvPr/>
              </p14:nvContentPartPr>
              <p14:xfrm>
                <a:off x="1327080" y="4063800"/>
                <a:ext cx="193680" cy="155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7D17113-3081-A089-A86F-E7A0696575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320960" y="4057680"/>
                  <a:ext cx="205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9C3276E-363B-9A53-61DD-FFBED61B79DF}"/>
                    </a:ext>
                  </a:extLst>
                </p14:cNvPr>
                <p14:cNvContentPartPr/>
                <p14:nvPr/>
              </p14:nvContentPartPr>
              <p14:xfrm>
                <a:off x="1638120" y="4085760"/>
                <a:ext cx="228960" cy="421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9C3276E-363B-9A53-61DD-FFBED61B79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632000" y="4079640"/>
                  <a:ext cx="241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097BDEE-42FE-A470-D487-945686997DB7}"/>
                    </a:ext>
                  </a:extLst>
                </p14:cNvPr>
                <p14:cNvContentPartPr/>
                <p14:nvPr/>
              </p14:nvContentPartPr>
              <p14:xfrm>
                <a:off x="1720560" y="4025640"/>
                <a:ext cx="63360" cy="212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097BDEE-42FE-A470-D487-945686997DB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714440" y="4019520"/>
                  <a:ext cx="75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8F9BF0-5C3A-81CA-CB59-1CF2D548EB46}"/>
                    </a:ext>
                  </a:extLst>
                </p14:cNvPr>
                <p14:cNvContentPartPr/>
                <p14:nvPr/>
              </p14:nvContentPartPr>
              <p14:xfrm>
                <a:off x="1822440" y="3955800"/>
                <a:ext cx="267840" cy="195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8F9BF0-5C3A-81CA-CB59-1CF2D548EB4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816320" y="3949680"/>
                  <a:ext cx="280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9D21429-1287-5467-79FD-CDF74FAEA390}"/>
                    </a:ext>
                  </a:extLst>
                </p14:cNvPr>
                <p14:cNvContentPartPr/>
                <p14:nvPr/>
              </p14:nvContentPartPr>
              <p14:xfrm>
                <a:off x="1034760" y="4090800"/>
                <a:ext cx="176760" cy="51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9D21429-1287-5467-79FD-CDF74FAEA39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28640" y="4084680"/>
                  <a:ext cx="189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895F48E-1852-FD0A-1908-0C5B55C2BF82}"/>
                    </a:ext>
                  </a:extLst>
                </p14:cNvPr>
                <p14:cNvContentPartPr/>
                <p14:nvPr/>
              </p14:nvContentPartPr>
              <p14:xfrm>
                <a:off x="2399160" y="3905040"/>
                <a:ext cx="61200" cy="3517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895F48E-1852-FD0A-1908-0C5B55C2BF8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93040" y="3898920"/>
                  <a:ext cx="734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6A6F5EA-4CAE-F6B1-59CC-1EBE82C48888}"/>
                    </a:ext>
                  </a:extLst>
                </p14:cNvPr>
                <p14:cNvContentPartPr/>
                <p14:nvPr/>
              </p14:nvContentPartPr>
              <p14:xfrm>
                <a:off x="2481960" y="4005480"/>
                <a:ext cx="142920" cy="149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6A6F5EA-4CAE-F6B1-59CC-1EBE82C4888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75840" y="3999360"/>
                  <a:ext cx="155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2734220-9250-748D-E828-FC45FC006ED0}"/>
                    </a:ext>
                  </a:extLst>
                </p14:cNvPr>
                <p14:cNvContentPartPr/>
                <p14:nvPr/>
              </p14:nvContentPartPr>
              <p14:xfrm>
                <a:off x="2769960" y="4197000"/>
                <a:ext cx="36360" cy="9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2734220-9250-748D-E828-FC45FC006ED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763840" y="4190880"/>
                  <a:ext cx="48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88F2910-A5D9-7FD1-4716-19FB198756ED}"/>
                    </a:ext>
                  </a:extLst>
                </p14:cNvPr>
                <p14:cNvContentPartPr/>
                <p14:nvPr/>
              </p14:nvContentPartPr>
              <p14:xfrm>
                <a:off x="2850960" y="4044720"/>
                <a:ext cx="43920" cy="142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88F2910-A5D9-7FD1-4716-19FB198756E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844840" y="4038600"/>
                  <a:ext cx="56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8C702C8-FD6B-3586-D1F2-C30AC7C4987B}"/>
                    </a:ext>
                  </a:extLst>
                </p14:cNvPr>
                <p14:cNvContentPartPr/>
                <p14:nvPr/>
              </p14:nvContentPartPr>
              <p14:xfrm>
                <a:off x="2654040" y="3746280"/>
                <a:ext cx="423000" cy="4899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8C702C8-FD6B-3586-D1F2-C30AC7C4987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47920" y="3740160"/>
                  <a:ext cx="43524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8BBD102-7F92-6F7D-7006-89099A269964}"/>
                    </a:ext>
                  </a:extLst>
                </p14:cNvPr>
                <p14:cNvContentPartPr/>
                <p14:nvPr/>
              </p14:nvContentPartPr>
              <p14:xfrm>
                <a:off x="856920" y="4717920"/>
                <a:ext cx="20160" cy="95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8BBD102-7F92-6F7D-7006-89099A26996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50800" y="4711800"/>
                  <a:ext cx="32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6670B48-6CCB-5878-1680-EBA2863A39F6}"/>
                    </a:ext>
                  </a:extLst>
                </p14:cNvPr>
                <p14:cNvContentPartPr/>
                <p14:nvPr/>
              </p14:nvContentPartPr>
              <p14:xfrm>
                <a:off x="1094160" y="4662840"/>
                <a:ext cx="77040" cy="17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6670B48-6CCB-5878-1680-EBA2863A39F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88040" y="4656720"/>
                  <a:ext cx="89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4F7793A-BD0E-D0AE-2689-82D6F4BE6E6A}"/>
                    </a:ext>
                  </a:extLst>
                </p14:cNvPr>
                <p14:cNvContentPartPr/>
                <p14:nvPr/>
              </p14:nvContentPartPr>
              <p14:xfrm>
                <a:off x="1111080" y="4728720"/>
                <a:ext cx="101520" cy="151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4F7793A-BD0E-D0AE-2689-82D6F4BE6E6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4960" y="4722600"/>
                  <a:ext cx="113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2ACB1E7-91DD-E49B-EA3C-D3555B501E03}"/>
                    </a:ext>
                  </a:extLst>
                </p14:cNvPr>
                <p14:cNvContentPartPr/>
                <p14:nvPr/>
              </p14:nvContentPartPr>
              <p14:xfrm>
                <a:off x="1301520" y="4572840"/>
                <a:ext cx="164880" cy="179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2ACB1E7-91DD-E49B-EA3C-D3555B501E0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295400" y="4566720"/>
                  <a:ext cx="177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A55379C-8372-15D1-50B1-1BEBF65F254E}"/>
                    </a:ext>
                  </a:extLst>
                </p14:cNvPr>
                <p14:cNvContentPartPr/>
                <p14:nvPr/>
              </p14:nvContentPartPr>
              <p14:xfrm>
                <a:off x="1516080" y="4533600"/>
                <a:ext cx="75600" cy="2152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A55379C-8372-15D1-50B1-1BEBF65F254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09960" y="4527480"/>
                  <a:ext cx="87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B9F91B4-010C-FC4B-775B-399FF0ECB031}"/>
                    </a:ext>
                  </a:extLst>
                </p14:cNvPr>
                <p14:cNvContentPartPr/>
                <p14:nvPr/>
              </p14:nvContentPartPr>
              <p14:xfrm>
                <a:off x="1648920" y="4558440"/>
                <a:ext cx="67680" cy="122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B9F91B4-010C-FC4B-775B-399FF0ECB03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642800" y="4552320"/>
                  <a:ext cx="79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5F440F-D9AD-F570-8B91-CC91BACF934D}"/>
                    </a:ext>
                  </a:extLst>
                </p14:cNvPr>
                <p14:cNvContentPartPr/>
                <p14:nvPr/>
              </p14:nvContentPartPr>
              <p14:xfrm>
                <a:off x="1695360" y="4508040"/>
                <a:ext cx="235440" cy="266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5F440F-D9AD-F570-8B91-CC91BACF934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689240" y="4501920"/>
                  <a:ext cx="247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4067A94-E7BE-5AC8-7112-A91B745EC13F}"/>
                    </a:ext>
                  </a:extLst>
                </p14:cNvPr>
                <p14:cNvContentPartPr/>
                <p14:nvPr/>
              </p14:nvContentPartPr>
              <p14:xfrm>
                <a:off x="1860240" y="4632960"/>
                <a:ext cx="203760" cy="66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4067A94-E7BE-5AC8-7112-A91B745EC13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54120" y="4626840"/>
                  <a:ext cx="216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B55D308-0162-4565-AF5A-8537AB522672}"/>
                    </a:ext>
                  </a:extLst>
                </p14:cNvPr>
                <p14:cNvContentPartPr/>
                <p14:nvPr/>
              </p14:nvContentPartPr>
              <p14:xfrm>
                <a:off x="1987320" y="4603440"/>
                <a:ext cx="73080" cy="159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B55D308-0162-4565-AF5A-8537AB52267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81200" y="4597320"/>
                  <a:ext cx="85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4A7234D-EFAE-477C-59C0-BE0E4E8B3E11}"/>
                    </a:ext>
                  </a:extLst>
                </p14:cNvPr>
                <p14:cNvContentPartPr/>
                <p14:nvPr/>
              </p14:nvContentPartPr>
              <p14:xfrm>
                <a:off x="2051040" y="4355760"/>
                <a:ext cx="304200" cy="256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4A7234D-EFAE-477C-59C0-BE0E4E8B3E1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044920" y="4349640"/>
                  <a:ext cx="31644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4A98958-5905-DD7F-59DD-EC0108A2397F}"/>
              </a:ext>
            </a:extLst>
          </p:cNvPr>
          <p:cNvGrpSpPr/>
          <p:nvPr/>
        </p:nvGrpSpPr>
        <p:grpSpPr>
          <a:xfrm>
            <a:off x="1149240" y="4946520"/>
            <a:ext cx="573840" cy="214560"/>
            <a:chOff x="1149240" y="4946520"/>
            <a:chExt cx="57384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EF0B377-BBAA-D916-899C-60279B1FCF71}"/>
                    </a:ext>
                  </a:extLst>
                </p14:cNvPr>
                <p14:cNvContentPartPr/>
                <p14:nvPr/>
              </p14:nvContentPartPr>
              <p14:xfrm>
                <a:off x="1149240" y="5035440"/>
                <a:ext cx="19800" cy="125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EF0B377-BBAA-D916-899C-60279B1FCF7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43120" y="5029320"/>
                  <a:ext cx="32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3DD220C-FF09-3298-78A2-EAABDB98B983}"/>
                    </a:ext>
                  </a:extLst>
                </p14:cNvPr>
                <p14:cNvContentPartPr/>
                <p14:nvPr/>
              </p14:nvContentPartPr>
              <p14:xfrm>
                <a:off x="1288920" y="5059200"/>
                <a:ext cx="68400" cy="14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3DD220C-FF09-3298-78A2-EAABDB98B98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282800" y="5053080"/>
                  <a:ext cx="80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DDC2082-6ECD-FFC5-9BF3-8E5F8F47E92C}"/>
                    </a:ext>
                  </a:extLst>
                </p14:cNvPr>
                <p14:cNvContentPartPr/>
                <p14:nvPr/>
              </p14:nvContentPartPr>
              <p14:xfrm>
                <a:off x="1327080" y="5134080"/>
                <a:ext cx="75600" cy="16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DDC2082-6ECD-FFC5-9BF3-8E5F8F47E92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320960" y="5127960"/>
                  <a:ext cx="87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431057C-4112-90AA-5C16-BD80E85662DC}"/>
                    </a:ext>
                  </a:extLst>
                </p14:cNvPr>
                <p14:cNvContentPartPr/>
                <p14:nvPr/>
              </p14:nvContentPartPr>
              <p14:xfrm>
                <a:off x="1453800" y="4946520"/>
                <a:ext cx="269280" cy="149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431057C-4112-90AA-5C16-BD80E85662D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447680" y="4940400"/>
                  <a:ext cx="28152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E8823E4C-03D1-25FD-ACBC-1B68AD9B4ED7}"/>
                  </a:ext>
                </a:extLst>
              </p14:cNvPr>
              <p14:cNvContentPartPr/>
              <p14:nvPr/>
            </p14:nvContentPartPr>
            <p14:xfrm>
              <a:off x="3207000" y="5565000"/>
              <a:ext cx="1369440" cy="1990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E8823E4C-03D1-25FD-ACBC-1B68AD9B4ED7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3200880" y="5558880"/>
                <a:ext cx="13816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1D807BB2-949C-0FDA-9CB3-0378AA0FDEDF}"/>
                  </a:ext>
                </a:extLst>
              </p14:cNvPr>
              <p14:cNvContentPartPr/>
              <p14:nvPr/>
            </p14:nvContentPartPr>
            <p14:xfrm>
              <a:off x="4686240" y="4696680"/>
              <a:ext cx="673920" cy="3819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1D807BB2-949C-0FDA-9CB3-0378AA0FDEDF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680120" y="4690560"/>
                <a:ext cx="686160" cy="39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23B697E-4152-72D3-E2C4-1D894BBCA441}"/>
              </a:ext>
            </a:extLst>
          </p:cNvPr>
          <p:cNvGrpSpPr/>
          <p:nvPr/>
        </p:nvGrpSpPr>
        <p:grpSpPr>
          <a:xfrm>
            <a:off x="9467040" y="4514810"/>
            <a:ext cx="1000800" cy="711430"/>
            <a:chOff x="9467040" y="4514810"/>
            <a:chExt cx="1000800" cy="71143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A6AE7F9-E2A9-18D8-2DE4-9EE6975CE5EB}"/>
                    </a:ext>
                  </a:extLst>
                </p14:cNvPr>
                <p14:cNvContentPartPr/>
                <p14:nvPr/>
              </p14:nvContentPartPr>
              <p14:xfrm>
                <a:off x="9467040" y="4556640"/>
                <a:ext cx="149400" cy="669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A6AE7F9-E2A9-18D8-2DE4-9EE6975CE5E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460920" y="4550520"/>
                  <a:ext cx="16164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3F2553C-C33A-00D1-54E2-302E8C145C23}"/>
                    </a:ext>
                  </a:extLst>
                </p14:cNvPr>
                <p14:cNvContentPartPr/>
                <p14:nvPr/>
              </p14:nvContentPartPr>
              <p14:xfrm>
                <a:off x="9778800" y="4686240"/>
                <a:ext cx="141480" cy="173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3F2553C-C33A-00D1-54E2-302E8C145C2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72680" y="4680120"/>
                  <a:ext cx="153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B4EEE1E-4778-6873-9656-2D66E5B1D7FD}"/>
                    </a:ext>
                  </a:extLst>
                </p14:cNvPr>
                <p14:cNvContentPartPr/>
                <p14:nvPr/>
              </p14:nvContentPartPr>
              <p14:xfrm>
                <a:off x="9761520" y="4717560"/>
                <a:ext cx="200880" cy="191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B4EEE1E-4778-6873-9656-2D66E5B1D7F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755400" y="4711440"/>
                  <a:ext cx="213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E5ABE73-A69D-B603-7994-6B382A2A202D}"/>
                    </a:ext>
                  </a:extLst>
                </p14:cNvPr>
                <p14:cNvContentPartPr/>
                <p14:nvPr/>
              </p14:nvContentPartPr>
              <p14:xfrm>
                <a:off x="9819840" y="4665360"/>
                <a:ext cx="289080" cy="308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E5ABE73-A69D-B603-7994-6B382A2A202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813720" y="4659240"/>
                  <a:ext cx="301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3A95AC8-EF07-545B-5677-0AB1A1FBA1C2}"/>
                    </a:ext>
                  </a:extLst>
                </p14:cNvPr>
                <p14:cNvContentPartPr/>
                <p14:nvPr/>
              </p14:nvContentPartPr>
              <p14:xfrm>
                <a:off x="10127280" y="4552610"/>
                <a:ext cx="155520" cy="241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3A95AC8-EF07-545B-5677-0AB1A1FBA1C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121160" y="4546490"/>
                  <a:ext cx="1677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D98191A-0DBB-268E-0F3F-E427C87D3476}"/>
                    </a:ext>
                  </a:extLst>
                </p14:cNvPr>
                <p14:cNvContentPartPr/>
                <p14:nvPr/>
              </p14:nvContentPartPr>
              <p14:xfrm>
                <a:off x="10291800" y="4514810"/>
                <a:ext cx="176040" cy="213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D98191A-0DBB-268E-0F3F-E427C87D34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85680" y="4508690"/>
                  <a:ext cx="18828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9E45CCBE-FF43-7D19-05A2-E10DF11E533A}"/>
                  </a:ext>
                </a:extLst>
              </p14:cNvPr>
              <p14:cNvContentPartPr/>
              <p14:nvPr/>
            </p14:nvContentPartPr>
            <p14:xfrm>
              <a:off x="5450160" y="6228770"/>
              <a:ext cx="418320" cy="518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9E45CCBE-FF43-7D19-05A2-E10DF11E533A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5444040" y="6222650"/>
                <a:ext cx="43056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57B6542-1692-5A26-C46B-A7659D17DD0B}"/>
              </a:ext>
            </a:extLst>
          </p:cNvPr>
          <p:cNvGrpSpPr/>
          <p:nvPr/>
        </p:nvGrpSpPr>
        <p:grpSpPr>
          <a:xfrm>
            <a:off x="7924800" y="4508330"/>
            <a:ext cx="1280520" cy="1047960"/>
            <a:chOff x="7924800" y="4508330"/>
            <a:chExt cx="1280520" cy="10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1E42850-C147-06C0-4A23-3EE952613D68}"/>
                    </a:ext>
                  </a:extLst>
                </p14:cNvPr>
                <p14:cNvContentPartPr/>
                <p14:nvPr/>
              </p14:nvContentPartPr>
              <p14:xfrm>
                <a:off x="7924800" y="4805330"/>
                <a:ext cx="254880" cy="2793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1E42850-C147-06C0-4A23-3EE952613D6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918680" y="4799210"/>
                  <a:ext cx="2671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7EA1013-FBE9-9A06-DEF4-2C57F255D4B2}"/>
                    </a:ext>
                  </a:extLst>
                </p14:cNvPr>
                <p14:cNvContentPartPr/>
                <p14:nvPr/>
              </p14:nvContentPartPr>
              <p14:xfrm>
                <a:off x="8337360" y="4867970"/>
                <a:ext cx="71640" cy="72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7EA1013-FBE9-9A06-DEF4-2C57F255D4B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31240" y="4861850"/>
                  <a:ext cx="838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4630190-AEF3-56E1-F7A3-33A244851722}"/>
                    </a:ext>
                  </a:extLst>
                </p14:cNvPr>
                <p14:cNvContentPartPr/>
                <p14:nvPr/>
              </p14:nvContentPartPr>
              <p14:xfrm>
                <a:off x="8400720" y="5003690"/>
                <a:ext cx="6840" cy="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4630190-AEF3-56E1-F7A3-33A24485172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394600" y="4997570"/>
                  <a:ext cx="19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028A9BC-2651-5BE7-CE8D-246EE487A5F7}"/>
                    </a:ext>
                  </a:extLst>
                </p14:cNvPr>
                <p14:cNvContentPartPr/>
                <p14:nvPr/>
              </p14:nvContentPartPr>
              <p14:xfrm>
                <a:off x="8553360" y="4794170"/>
                <a:ext cx="70200" cy="207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028A9BC-2651-5BE7-CE8D-246EE487A5F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547240" y="4788050"/>
                  <a:ext cx="82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355E96D-9C33-2B87-5DAD-038DAD965533}"/>
                    </a:ext>
                  </a:extLst>
                </p14:cNvPr>
                <p14:cNvContentPartPr/>
                <p14:nvPr/>
              </p14:nvContentPartPr>
              <p14:xfrm>
                <a:off x="8698080" y="4793090"/>
                <a:ext cx="162360" cy="185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355E96D-9C33-2B87-5DAD-038DAD96553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691960" y="4786970"/>
                  <a:ext cx="174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7690BB2-F83E-F9E2-6E94-0DAA6E13ED76}"/>
                    </a:ext>
                  </a:extLst>
                </p14:cNvPr>
                <p14:cNvContentPartPr/>
                <p14:nvPr/>
              </p14:nvContentPartPr>
              <p14:xfrm>
                <a:off x="8172120" y="5295650"/>
                <a:ext cx="331200" cy="2606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7690BB2-F83E-F9E2-6E94-0DAA6E13ED7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166000" y="5289530"/>
                  <a:ext cx="3434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5471302-AA23-DE71-64E0-CCDCAE776311}"/>
                    </a:ext>
                  </a:extLst>
                </p14:cNvPr>
                <p14:cNvContentPartPr/>
                <p14:nvPr/>
              </p14:nvContentPartPr>
              <p14:xfrm>
                <a:off x="8680440" y="5418050"/>
                <a:ext cx="41040" cy="24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5471302-AA23-DE71-64E0-CCDCAE77631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74320" y="5411930"/>
                  <a:ext cx="53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7EBFC8-254C-3265-0987-3989EB9C5BB8}"/>
                    </a:ext>
                  </a:extLst>
                </p14:cNvPr>
                <p14:cNvContentPartPr/>
                <p14:nvPr/>
              </p14:nvContentPartPr>
              <p14:xfrm>
                <a:off x="8712120" y="5518130"/>
                <a:ext cx="28440" cy="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7EBFC8-254C-3265-0987-3989EB9C5BB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06000" y="5512010"/>
                  <a:ext cx="40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6A4C62B-5E71-8003-EFDA-1040091EEF57}"/>
                    </a:ext>
                  </a:extLst>
                </p14:cNvPr>
                <p14:cNvContentPartPr/>
                <p14:nvPr/>
              </p14:nvContentPartPr>
              <p14:xfrm>
                <a:off x="8864400" y="5440730"/>
                <a:ext cx="360" cy="1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6A4C62B-5E71-8003-EFDA-1040091EEF5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58280" y="543461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F9B0572-C156-550D-78E1-6BE8FB0222B8}"/>
                    </a:ext>
                  </a:extLst>
                </p14:cNvPr>
                <p14:cNvContentPartPr/>
                <p14:nvPr/>
              </p14:nvContentPartPr>
              <p14:xfrm>
                <a:off x="8889960" y="5441090"/>
                <a:ext cx="60840" cy="26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F9B0572-C156-550D-78E1-6BE8FB0222B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83840" y="5434970"/>
                  <a:ext cx="73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AE30F35-942E-CD4F-AE1F-0B1F3D85C160}"/>
                    </a:ext>
                  </a:extLst>
                </p14:cNvPr>
                <p14:cNvContentPartPr/>
                <p14:nvPr/>
              </p14:nvContentPartPr>
              <p14:xfrm>
                <a:off x="8973480" y="5296730"/>
                <a:ext cx="231840" cy="178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AE30F35-942E-CD4F-AE1F-0B1F3D85C1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967360" y="5290610"/>
                  <a:ext cx="244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D411DC3-46D8-A930-9218-9A82A15A550B}"/>
                    </a:ext>
                  </a:extLst>
                </p14:cNvPr>
                <p14:cNvContentPartPr/>
                <p14:nvPr/>
              </p14:nvContentPartPr>
              <p14:xfrm>
                <a:off x="8477040" y="4508330"/>
                <a:ext cx="46080" cy="9626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D411DC3-46D8-A930-9218-9A82A15A550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470920" y="4502210"/>
                  <a:ext cx="58320" cy="9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0BFEA67-09D1-95F6-22B4-A553355E8FFD}"/>
                    </a:ext>
                  </a:extLst>
                </p14:cNvPr>
                <p14:cNvContentPartPr/>
                <p14:nvPr/>
              </p14:nvContentPartPr>
              <p14:xfrm>
                <a:off x="8178600" y="4749530"/>
                <a:ext cx="951840" cy="4104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0BFEA67-09D1-95F6-22B4-A553355E8FF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172480" y="4743410"/>
                  <a:ext cx="96408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7AEBF5E-B538-D47C-925C-1A62B5F9464E}"/>
              </a:ext>
            </a:extLst>
          </p:cNvPr>
          <p:cNvGrpSpPr/>
          <p:nvPr/>
        </p:nvGrpSpPr>
        <p:grpSpPr>
          <a:xfrm>
            <a:off x="2704800" y="4556640"/>
            <a:ext cx="1921320" cy="1057680"/>
            <a:chOff x="2704800" y="4556640"/>
            <a:chExt cx="1921320" cy="10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39F9388-D5F8-F39E-1B28-B1C7EB586C8D}"/>
                    </a:ext>
                  </a:extLst>
                </p14:cNvPr>
                <p14:cNvContentPartPr/>
                <p14:nvPr/>
              </p14:nvContentPartPr>
              <p14:xfrm>
                <a:off x="2704800" y="4648080"/>
                <a:ext cx="123480" cy="213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39F9388-D5F8-F39E-1B28-B1C7EB586C8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698680" y="4641960"/>
                  <a:ext cx="135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2C3C178-D82F-5B8A-7C8C-681AE4A8C10C}"/>
                    </a:ext>
                  </a:extLst>
                </p14:cNvPr>
                <p14:cNvContentPartPr/>
                <p14:nvPr/>
              </p14:nvContentPartPr>
              <p14:xfrm>
                <a:off x="2736840" y="4749600"/>
                <a:ext cx="360" cy="1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2C3C178-D82F-5B8A-7C8C-681AE4A8C10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730720" y="474348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B848B44-BFEF-BD1B-EE58-C280E4F1D018}"/>
                    </a:ext>
                  </a:extLst>
                </p14:cNvPr>
                <p14:cNvContentPartPr/>
                <p14:nvPr/>
              </p14:nvContentPartPr>
              <p14:xfrm>
                <a:off x="2889120" y="4682280"/>
                <a:ext cx="33120" cy="4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B848B44-BFEF-BD1B-EE58-C280E4F1D01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883000" y="4676160"/>
                  <a:ext cx="45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691DCA1-CF09-C9C9-4ABD-50BA02001C11}"/>
                    </a:ext>
                  </a:extLst>
                </p14:cNvPr>
                <p14:cNvContentPartPr/>
                <p14:nvPr/>
              </p14:nvContentPartPr>
              <p14:xfrm>
                <a:off x="2889120" y="4765800"/>
                <a:ext cx="54000" cy="158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691DCA1-CF09-C9C9-4ABD-50BA02001C1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2883000" y="4759680"/>
                  <a:ext cx="66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8E375D8-6AD8-5F6D-8A4B-7EBCBA22B8A4}"/>
                    </a:ext>
                  </a:extLst>
                </p14:cNvPr>
                <p14:cNvContentPartPr/>
                <p14:nvPr/>
              </p14:nvContentPartPr>
              <p14:xfrm>
                <a:off x="2990640" y="4616400"/>
                <a:ext cx="51840" cy="96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8E375D8-6AD8-5F6D-8A4B-7EBCBA22B8A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984520" y="4610280"/>
                  <a:ext cx="64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86C5954-9B83-7169-074F-013DAB79D4EE}"/>
                    </a:ext>
                  </a:extLst>
                </p14:cNvPr>
                <p14:cNvContentPartPr/>
                <p14:nvPr/>
              </p14:nvContentPartPr>
              <p14:xfrm>
                <a:off x="2984160" y="5030400"/>
                <a:ext cx="299160" cy="415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86C5954-9B83-7169-074F-013DAB79D4E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978040" y="5024280"/>
                  <a:ext cx="3114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D5C9901-5E9C-7145-666C-20456DB23AA0}"/>
                    </a:ext>
                  </a:extLst>
                </p14:cNvPr>
                <p14:cNvContentPartPr/>
                <p14:nvPr/>
              </p14:nvContentPartPr>
              <p14:xfrm>
                <a:off x="3378000" y="5244960"/>
                <a:ext cx="6840" cy="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D5C9901-5E9C-7145-666C-20456DB23AA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71880" y="5238840"/>
                  <a:ext cx="19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D98D2A0-3596-67C1-0C0B-0E8848A28DA5}"/>
                    </a:ext>
                  </a:extLst>
                </p14:cNvPr>
                <p14:cNvContentPartPr/>
                <p14:nvPr/>
              </p14:nvContentPartPr>
              <p14:xfrm>
                <a:off x="3371520" y="5244960"/>
                <a:ext cx="101520" cy="136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D98D2A0-3596-67C1-0C0B-0E8848A28DA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365400" y="5238840"/>
                  <a:ext cx="1137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88FEE96-7D5D-5473-D912-B657552178BA}"/>
                    </a:ext>
                  </a:extLst>
                </p14:cNvPr>
                <p14:cNvContentPartPr/>
                <p14:nvPr/>
              </p14:nvContentPartPr>
              <p14:xfrm>
                <a:off x="3422640" y="5352960"/>
                <a:ext cx="42840" cy="6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88FEE96-7D5D-5473-D912-B657552178B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416520" y="5346840"/>
                  <a:ext cx="55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A9342FB-EBD0-7D99-F32B-8F2BF94150FA}"/>
                    </a:ext>
                  </a:extLst>
                </p14:cNvPr>
                <p14:cNvContentPartPr/>
                <p14:nvPr/>
              </p14:nvContentPartPr>
              <p14:xfrm>
                <a:off x="3587520" y="5187000"/>
                <a:ext cx="132120" cy="238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A9342FB-EBD0-7D99-F32B-8F2BF94150F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581400" y="5180880"/>
                  <a:ext cx="1443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34536B4-B8BA-7CEF-B853-3167E5874330}"/>
                    </a:ext>
                  </a:extLst>
                </p14:cNvPr>
                <p14:cNvContentPartPr/>
                <p14:nvPr/>
              </p14:nvContentPartPr>
              <p14:xfrm>
                <a:off x="3769680" y="5200320"/>
                <a:ext cx="129240" cy="229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34536B4-B8BA-7CEF-B853-3167E587433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63560" y="5194200"/>
                  <a:ext cx="141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BC90AF1-09F0-21D9-A069-4AF91627C7CC}"/>
                    </a:ext>
                  </a:extLst>
                </p14:cNvPr>
                <p14:cNvContentPartPr/>
                <p14:nvPr/>
              </p14:nvContentPartPr>
              <p14:xfrm>
                <a:off x="3771840" y="5244960"/>
                <a:ext cx="155160" cy="103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BC90AF1-09F0-21D9-A069-4AF91627C7C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765720" y="5238840"/>
                  <a:ext cx="167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D31ECB1-143B-3D3D-EDA4-F948261735E8}"/>
                    </a:ext>
                  </a:extLst>
                </p14:cNvPr>
                <p14:cNvContentPartPr/>
                <p14:nvPr/>
              </p14:nvContentPartPr>
              <p14:xfrm>
                <a:off x="4000440" y="5315880"/>
                <a:ext cx="132840" cy="180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D31ECB1-143B-3D3D-EDA4-F948261735E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994320" y="5309760"/>
                  <a:ext cx="145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916A7FC-1943-251A-2DF6-0E32FCBA036F}"/>
                    </a:ext>
                  </a:extLst>
                </p14:cNvPr>
                <p14:cNvContentPartPr/>
                <p14:nvPr/>
              </p14:nvContentPartPr>
              <p14:xfrm>
                <a:off x="4101960" y="5244960"/>
                <a:ext cx="20160" cy="178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916A7FC-1943-251A-2DF6-0E32FCBA036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095840" y="5238840"/>
                  <a:ext cx="32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25D3C8F-1E79-61B0-FC6A-5C608FE21075}"/>
                    </a:ext>
                  </a:extLst>
                </p14:cNvPr>
                <p14:cNvContentPartPr/>
                <p14:nvPr/>
              </p14:nvContentPartPr>
              <p14:xfrm>
                <a:off x="4237320" y="5162520"/>
                <a:ext cx="55440" cy="1346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25D3C8F-1E79-61B0-FC6A-5C608FE2107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231200" y="5156400"/>
                  <a:ext cx="67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6675EC4-66D6-0126-9CBE-FA8303C66A3B}"/>
                    </a:ext>
                  </a:extLst>
                </p14:cNvPr>
                <p14:cNvContentPartPr/>
                <p14:nvPr/>
              </p14:nvContentPartPr>
              <p14:xfrm>
                <a:off x="2882640" y="5105280"/>
                <a:ext cx="65880" cy="4021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6675EC4-66D6-0126-9CBE-FA8303C66A3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876520" y="5099160"/>
                  <a:ext cx="781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CBAF5B6-BC6C-682A-77CC-DB28C5356EB7}"/>
                    </a:ext>
                  </a:extLst>
                </p14:cNvPr>
                <p14:cNvContentPartPr/>
                <p14:nvPr/>
              </p14:nvContentPartPr>
              <p14:xfrm>
                <a:off x="2889120" y="4923840"/>
                <a:ext cx="1737000" cy="658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CBAF5B6-BC6C-682A-77CC-DB28C5356EB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883000" y="4917720"/>
                  <a:ext cx="174924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47CC871-5054-3FF0-0E20-71869F58BB75}"/>
                    </a:ext>
                  </a:extLst>
                </p14:cNvPr>
                <p14:cNvContentPartPr/>
                <p14:nvPr/>
              </p14:nvContentPartPr>
              <p14:xfrm>
                <a:off x="4228320" y="5159640"/>
                <a:ext cx="237600" cy="2563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47CC871-5054-3FF0-0E20-71869F58BB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22200" y="5153520"/>
                  <a:ext cx="249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6D2EC3B-8889-F97D-5E84-16EB397C48C6}"/>
                    </a:ext>
                  </a:extLst>
                </p14:cNvPr>
                <p14:cNvContentPartPr/>
                <p14:nvPr/>
              </p14:nvContentPartPr>
              <p14:xfrm>
                <a:off x="3619200" y="4556640"/>
                <a:ext cx="633960" cy="430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6D2EC3B-8889-F97D-5E84-16EB397C48C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613080" y="4550520"/>
                  <a:ext cx="6462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3821A94-3423-32DB-B035-3ECBDF37D1B6}"/>
                    </a:ext>
                  </a:extLst>
                </p14:cNvPr>
                <p14:cNvContentPartPr/>
                <p14:nvPr/>
              </p14:nvContentPartPr>
              <p14:xfrm>
                <a:off x="3479520" y="4616400"/>
                <a:ext cx="59400" cy="378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3821A94-3423-32DB-B035-3ECBDF37D1B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473400" y="4610280"/>
                  <a:ext cx="716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FAFEB3E-40DF-F185-7CFA-BFB515B0F857}"/>
                    </a:ext>
                  </a:extLst>
                </p14:cNvPr>
                <p14:cNvContentPartPr/>
                <p14:nvPr/>
              </p14:nvContentPartPr>
              <p14:xfrm>
                <a:off x="4272960" y="4584360"/>
                <a:ext cx="30240" cy="213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FAFEB3E-40DF-F185-7CFA-BFB515B0F85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266840" y="4578240"/>
                  <a:ext cx="42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FEA60E5-1CBF-39CF-3ABE-E7E6504F78D0}"/>
                    </a:ext>
                  </a:extLst>
                </p14:cNvPr>
                <p14:cNvContentPartPr/>
                <p14:nvPr/>
              </p14:nvContentPartPr>
              <p14:xfrm>
                <a:off x="3459000" y="5027520"/>
                <a:ext cx="294480" cy="586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FEA60E5-1CBF-39CF-3ABE-E7E6504F78D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452880" y="5021400"/>
                  <a:ext cx="30672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508449C-E76A-CB08-C5DF-23C16464AC7F}"/>
                    </a:ext>
                  </a:extLst>
                </p14:cNvPr>
                <p14:cNvContentPartPr/>
                <p14:nvPr/>
              </p14:nvContentPartPr>
              <p14:xfrm>
                <a:off x="4195920" y="5008440"/>
                <a:ext cx="369720" cy="581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508449C-E76A-CB08-C5DF-23C16464AC7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189800" y="5002320"/>
                  <a:ext cx="3819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99E7C51-07C0-1D49-50D4-300B783630CB}"/>
                    </a:ext>
                  </a:extLst>
                </p14:cNvPr>
                <p14:cNvContentPartPr/>
                <p14:nvPr/>
              </p14:nvContentPartPr>
              <p14:xfrm>
                <a:off x="3541800" y="5440680"/>
                <a:ext cx="279360" cy="78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99E7C51-07C0-1D49-50D4-300B783630C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535680" y="5434560"/>
                  <a:ext cx="291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8FB066D-831D-52B6-C7B4-AA0DBA7185E6}"/>
                    </a:ext>
                  </a:extLst>
                </p14:cNvPr>
                <p14:cNvContentPartPr/>
                <p14:nvPr/>
              </p14:nvContentPartPr>
              <p14:xfrm>
                <a:off x="4320840" y="5389200"/>
                <a:ext cx="142920" cy="52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8FB066D-831D-52B6-C7B4-AA0DBA7185E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314720" y="5383080"/>
                  <a:ext cx="1551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F8812F8B-1134-0DF6-04A9-59582997E1B3}"/>
                  </a:ext>
                </a:extLst>
              </p14:cNvPr>
              <p14:cNvContentPartPr/>
              <p14:nvPr/>
            </p14:nvContentPartPr>
            <p14:xfrm>
              <a:off x="5877840" y="4450320"/>
              <a:ext cx="179280" cy="2556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F8812F8B-1134-0DF6-04A9-59582997E1B3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5871720" y="4444200"/>
                <a:ext cx="191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6DB9C465-694B-0116-FA0D-1045E1C095E7}"/>
                  </a:ext>
                </a:extLst>
              </p14:cNvPr>
              <p14:cNvContentPartPr/>
              <p14:nvPr/>
            </p14:nvContentPartPr>
            <p14:xfrm>
              <a:off x="6532680" y="4419000"/>
              <a:ext cx="157680" cy="6912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6DB9C465-694B-0116-FA0D-1045E1C095E7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6526560" y="4412880"/>
                <a:ext cx="169920" cy="8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choose a model shape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 rule with adjustable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w x + 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1234440"/>
            <a:ext cx="2377440" cy="123444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slope.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y changes when x increases by 1.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23560" y="1344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66760" y="1234440"/>
            <a:ext cx="2377440" cy="123444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starting value.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predicts when x = 0.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03920" y="1344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Important: the computer is not choosing from words. It is changing numbers.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10012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Learning means changing w and b so predictions become less wrong on the examples.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" y="3904488"/>
            <a:ext cx="9738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Definition of learning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If w and b are terrible at first, is the model still allowed to make predictions?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6C2BA81-2F98-47EE-2DB4-5260F70A3156}"/>
                  </a:ext>
                </a:extLst>
              </p14:cNvPr>
              <p14:cNvContentPartPr/>
              <p14:nvPr/>
            </p14:nvContentPartPr>
            <p14:xfrm>
              <a:off x="545520" y="862680"/>
              <a:ext cx="2809440" cy="392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6C2BA81-2F98-47EE-2DB4-5260F70A31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400" y="856560"/>
                <a:ext cx="282168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3A10C-6029-C3FB-BAC9-A56CAC4A4B06}"/>
              </a:ext>
            </a:extLst>
          </p:cNvPr>
          <p:cNvGrpSpPr/>
          <p:nvPr/>
        </p:nvGrpSpPr>
        <p:grpSpPr>
          <a:xfrm>
            <a:off x="2184960" y="1649640"/>
            <a:ext cx="1250640" cy="671760"/>
            <a:chOff x="2184960" y="1649640"/>
            <a:chExt cx="1250640" cy="67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1A4651-D0D2-45D0-FDEC-162039A572FB}"/>
                    </a:ext>
                  </a:extLst>
                </p14:cNvPr>
                <p14:cNvContentPartPr/>
                <p14:nvPr/>
              </p14:nvContentPartPr>
              <p14:xfrm>
                <a:off x="2940600" y="1968240"/>
                <a:ext cx="61920" cy="249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1A4651-D0D2-45D0-FDEC-162039A572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34480" y="1962120"/>
                  <a:ext cx="74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91BC4A-BE8A-46F3-39BE-C3FD61089619}"/>
                    </a:ext>
                  </a:extLst>
                </p14:cNvPr>
                <p14:cNvContentPartPr/>
                <p14:nvPr/>
              </p14:nvContentPartPr>
              <p14:xfrm>
                <a:off x="2184960" y="2019000"/>
                <a:ext cx="169920" cy="30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91BC4A-BE8A-46F3-39BE-C3FD610896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78840" y="2012880"/>
                  <a:ext cx="1821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5956AB-91D5-E6AC-C511-BF9EB9AFC021}"/>
                    </a:ext>
                  </a:extLst>
                </p14:cNvPr>
                <p14:cNvContentPartPr/>
                <p14:nvPr/>
              </p14:nvContentPartPr>
              <p14:xfrm>
                <a:off x="2577360" y="1650000"/>
                <a:ext cx="319680" cy="377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5956AB-91D5-E6AC-C511-BF9EB9AFC0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71240" y="1643880"/>
                  <a:ext cx="33192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1ADFED3-4772-3686-9A79-C303192DA103}"/>
                    </a:ext>
                  </a:extLst>
                </p14:cNvPr>
                <p14:cNvContentPartPr/>
                <p14:nvPr/>
              </p14:nvContentPartPr>
              <p14:xfrm>
                <a:off x="3223920" y="1649640"/>
                <a:ext cx="211680" cy="28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1ADFED3-4772-3686-9A79-C303192DA1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17800" y="1643520"/>
                  <a:ext cx="22392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7FF6FE6-0D66-8C0A-9ED7-5C961507CDDD}"/>
              </a:ext>
            </a:extLst>
          </p:cNvPr>
          <p:cNvGrpSpPr/>
          <p:nvPr/>
        </p:nvGrpSpPr>
        <p:grpSpPr>
          <a:xfrm>
            <a:off x="2711280" y="1115400"/>
            <a:ext cx="2789280" cy="1538280"/>
            <a:chOff x="2711280" y="1115400"/>
            <a:chExt cx="2789280" cy="153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17DE9C-E89A-69A2-CB4E-0C0A3ADAEE1F}"/>
                    </a:ext>
                  </a:extLst>
                </p14:cNvPr>
                <p14:cNvContentPartPr/>
                <p14:nvPr/>
              </p14:nvContentPartPr>
              <p14:xfrm>
                <a:off x="2711280" y="1535520"/>
                <a:ext cx="625680" cy="158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17DE9C-E89A-69A2-CB4E-0C0A3ADAEE1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05160" y="1529400"/>
                  <a:ext cx="637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62CFE6-DD2C-2424-DCDC-5D71F7FA5ED5}"/>
                    </a:ext>
                  </a:extLst>
                </p14:cNvPr>
                <p14:cNvContentPartPr/>
                <p14:nvPr/>
              </p14:nvContentPartPr>
              <p14:xfrm>
                <a:off x="3028800" y="1350120"/>
                <a:ext cx="604440" cy="27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A62CFE6-DD2C-2424-DCDC-5D71F7FA5ED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22680" y="1344000"/>
                  <a:ext cx="6166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919B6E-C73F-454F-13A4-1561AD6F7620}"/>
                    </a:ext>
                  </a:extLst>
                </p14:cNvPr>
                <p14:cNvContentPartPr/>
                <p14:nvPr/>
              </p14:nvContentPartPr>
              <p14:xfrm>
                <a:off x="3594000" y="1188840"/>
                <a:ext cx="624600" cy="352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919B6E-C73F-454F-13A4-1561AD6F76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87880" y="1182720"/>
                  <a:ext cx="6368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D5ED92-7E38-CAD0-AFFF-896FD88C1564}"/>
                    </a:ext>
                  </a:extLst>
                </p14:cNvPr>
                <p14:cNvContentPartPr/>
                <p14:nvPr/>
              </p14:nvContentPartPr>
              <p14:xfrm>
                <a:off x="4177920" y="1115400"/>
                <a:ext cx="472320" cy="31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D5ED92-7E38-CAD0-AFFF-896FD88C15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71800" y="1109280"/>
                  <a:ext cx="484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F14C6B-BB9D-D6DD-C9C6-EE1DC2F29817}"/>
                    </a:ext>
                  </a:extLst>
                </p14:cNvPr>
                <p14:cNvContentPartPr/>
                <p14:nvPr/>
              </p14:nvContentPartPr>
              <p14:xfrm>
                <a:off x="4600560" y="1143480"/>
                <a:ext cx="114120" cy="17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F14C6B-BB9D-D6DD-C9C6-EE1DC2F2981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94440" y="1137360"/>
                  <a:ext cx="126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F81409-1317-004E-4FBB-8BBC4EBEC288}"/>
                    </a:ext>
                  </a:extLst>
                </p14:cNvPr>
                <p14:cNvContentPartPr/>
                <p14:nvPr/>
              </p14:nvContentPartPr>
              <p14:xfrm>
                <a:off x="3753840" y="1555680"/>
                <a:ext cx="491400" cy="663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F81409-1317-004E-4FBB-8BBC4EBEC2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47720" y="1549560"/>
                  <a:ext cx="50364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D85F3FD-60E4-A3C7-D504-3A95C68776F9}"/>
                    </a:ext>
                  </a:extLst>
                </p14:cNvPr>
                <p14:cNvContentPartPr/>
                <p14:nvPr/>
              </p14:nvContentPartPr>
              <p14:xfrm>
                <a:off x="3562320" y="2150760"/>
                <a:ext cx="313200" cy="502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D85F3FD-60E4-A3C7-D504-3A95C68776F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56200" y="2144640"/>
                  <a:ext cx="32544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81DBAF-F422-6F6B-5508-447C9BACA1EE}"/>
                    </a:ext>
                  </a:extLst>
                </p14:cNvPr>
                <p14:cNvContentPartPr/>
                <p14:nvPr/>
              </p14:nvContentPartPr>
              <p14:xfrm>
                <a:off x="3963000" y="1140240"/>
                <a:ext cx="1537560" cy="1392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81DBAF-F422-6F6B-5508-447C9BACA1E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56880" y="1134120"/>
                  <a:ext cx="1549800" cy="140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82679BD-8D57-FB40-5E03-96C2795EBED4}"/>
                  </a:ext>
                </a:extLst>
              </p14:cNvPr>
              <p14:cNvContentPartPr/>
              <p14:nvPr/>
            </p14:nvContentPartPr>
            <p14:xfrm>
              <a:off x="5981520" y="1359840"/>
              <a:ext cx="451080" cy="375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82679BD-8D57-FB40-5E03-96C2795EBED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75400" y="1353720"/>
                <a:ext cx="4633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D9274FE-1CFE-942F-1FD1-4B445BBF30B4}"/>
                  </a:ext>
                </a:extLst>
              </p14:cNvPr>
              <p14:cNvContentPartPr/>
              <p14:nvPr/>
            </p14:nvContentPartPr>
            <p14:xfrm>
              <a:off x="6182040" y="2235000"/>
              <a:ext cx="240840" cy="93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D9274FE-1CFE-942F-1FD1-4B445BBF30B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175920" y="2228880"/>
                <a:ext cx="2530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484A61D-2DD0-C0F7-DDBF-506F08776347}"/>
                  </a:ext>
                </a:extLst>
              </p14:cNvPr>
              <p14:cNvContentPartPr/>
              <p14:nvPr/>
            </p14:nvContentPartPr>
            <p14:xfrm>
              <a:off x="9589800" y="1777800"/>
              <a:ext cx="121680" cy="85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484A61D-2DD0-C0F7-DDBF-506F0877634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583680" y="1771680"/>
                <a:ext cx="1339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FBE47A3-C5F4-DF18-811C-49D73A94CCFB}"/>
                  </a:ext>
                </a:extLst>
              </p14:cNvPr>
              <p14:cNvContentPartPr/>
              <p14:nvPr/>
            </p14:nvContentPartPr>
            <p14:xfrm>
              <a:off x="10257600" y="2202600"/>
              <a:ext cx="266400" cy="54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FBE47A3-C5F4-DF18-811C-49D73A94CCF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251480" y="2196480"/>
                <a:ext cx="2786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EFF7AB9-DC07-EC04-94D5-3FDCE4661DF4}"/>
                  </a:ext>
                </a:extLst>
              </p14:cNvPr>
              <p14:cNvContentPartPr/>
              <p14:nvPr/>
            </p14:nvContentPartPr>
            <p14:xfrm>
              <a:off x="5085480" y="3315000"/>
              <a:ext cx="1533960" cy="232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EFF7AB9-DC07-EC04-94D5-3FDCE4661DF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079360" y="3308880"/>
                <a:ext cx="154620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0AD896F-F1F0-4B6F-2DD2-3B439CE9C615}"/>
                  </a:ext>
                </a:extLst>
              </p14:cNvPr>
              <p14:cNvContentPartPr/>
              <p14:nvPr/>
            </p14:nvContentPartPr>
            <p14:xfrm>
              <a:off x="7850640" y="3275040"/>
              <a:ext cx="2212920" cy="317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0AD896F-F1F0-4B6F-2DD2-3B439CE9C61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844520" y="3268920"/>
                <a:ext cx="222516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9E18BBC-FE82-1E11-193F-7AD74973C3B9}"/>
                  </a:ext>
                </a:extLst>
              </p14:cNvPr>
              <p14:cNvContentPartPr/>
              <p14:nvPr/>
            </p14:nvContentPartPr>
            <p14:xfrm>
              <a:off x="2451000" y="3092160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9E18BBC-FE82-1E11-193F-7AD74973C3B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44880" y="3086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36CFF83-35B4-52C2-7785-B7C20DBC30EC}"/>
                  </a:ext>
                </a:extLst>
              </p14:cNvPr>
              <p14:cNvContentPartPr/>
              <p14:nvPr/>
            </p14:nvContentPartPr>
            <p14:xfrm>
              <a:off x="1015320" y="3898560"/>
              <a:ext cx="159480" cy="683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36CFF83-35B4-52C2-7785-B7C20DBC30E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09200" y="3892440"/>
                <a:ext cx="171720" cy="69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8D76DDE-9846-5624-2A78-BB4C0F2D424C}"/>
                  </a:ext>
                </a:extLst>
              </p14:cNvPr>
              <p14:cNvContentPartPr/>
              <p14:nvPr/>
            </p14:nvContentPartPr>
            <p14:xfrm>
              <a:off x="2241480" y="2019000"/>
              <a:ext cx="140400" cy="30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8D76DDE-9846-5624-2A78-BB4C0F2D424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35360" y="2012880"/>
                <a:ext cx="1526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BF453AB-A165-43F5-DE74-4343CAB34EF6}"/>
                  </a:ext>
                </a:extLst>
              </p14:cNvPr>
              <p14:cNvContentPartPr/>
              <p14:nvPr/>
            </p14:nvContentPartPr>
            <p14:xfrm>
              <a:off x="1962120" y="4175690"/>
              <a:ext cx="525960" cy="2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BF453AB-A165-43F5-DE74-4343CAB34EF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956000" y="4169570"/>
                <a:ext cx="53820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EC7DACB-2CD6-D4CE-3767-7A35BCC9BB47}"/>
                  </a:ext>
                </a:extLst>
              </p14:cNvPr>
              <p14:cNvContentPartPr/>
              <p14:nvPr/>
            </p14:nvContentPartPr>
            <p14:xfrm>
              <a:off x="2004960" y="4126730"/>
              <a:ext cx="1324080" cy="370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EC7DACB-2CD6-D4CE-3767-7A35BCC9BB4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998840" y="4120610"/>
                <a:ext cx="1336320" cy="38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BE7D740-8889-E8CB-162D-32DC5D3F6B55}"/>
              </a:ext>
            </a:extLst>
          </p:cNvPr>
          <p:cNvGrpSpPr/>
          <p:nvPr/>
        </p:nvGrpSpPr>
        <p:grpSpPr>
          <a:xfrm>
            <a:off x="2806680" y="4514810"/>
            <a:ext cx="78120" cy="287280"/>
            <a:chOff x="2806680" y="4514810"/>
            <a:chExt cx="7812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CAEEAE-90C4-8257-63EE-C2984783F3A8}"/>
                    </a:ext>
                  </a:extLst>
                </p14:cNvPr>
                <p14:cNvContentPartPr/>
                <p14:nvPr/>
              </p14:nvContentPartPr>
              <p14:xfrm>
                <a:off x="2825040" y="4514810"/>
                <a:ext cx="45360" cy="28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CAEEAE-90C4-8257-63EE-C2984783F3A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18920" y="4508690"/>
                  <a:ext cx="576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5F0F13-6FCA-00B7-F06D-5703F6407C1E}"/>
                    </a:ext>
                  </a:extLst>
                </p14:cNvPr>
                <p14:cNvContentPartPr/>
                <p14:nvPr/>
              </p14:nvContentPartPr>
              <p14:xfrm>
                <a:off x="2806680" y="4736930"/>
                <a:ext cx="78120" cy="65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5F0F13-6FCA-00B7-F06D-5703F6407C1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800560" y="4730810"/>
                  <a:ext cx="9036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DF75DB7-94AB-6519-00E5-05FBB6984D54}"/>
                  </a:ext>
                </a:extLst>
              </p14:cNvPr>
              <p14:cNvContentPartPr/>
              <p14:nvPr/>
            </p14:nvContentPartPr>
            <p14:xfrm>
              <a:off x="4897920" y="3885890"/>
              <a:ext cx="232200" cy="340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DF75DB7-94AB-6519-00E5-05FBB6984D5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891800" y="3879770"/>
                <a:ext cx="24444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A1F786B3-94F5-A371-410F-B6C77A9CF980}"/>
              </a:ext>
            </a:extLst>
          </p:cNvPr>
          <p:cNvGrpSpPr/>
          <p:nvPr/>
        </p:nvGrpSpPr>
        <p:grpSpPr>
          <a:xfrm>
            <a:off x="7272120" y="3997850"/>
            <a:ext cx="1201320" cy="919080"/>
            <a:chOff x="7272120" y="3997850"/>
            <a:chExt cx="1201320" cy="91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B65175A-647C-748D-373D-283A73965233}"/>
                    </a:ext>
                  </a:extLst>
                </p14:cNvPr>
                <p14:cNvContentPartPr/>
                <p14:nvPr/>
              </p14:nvContentPartPr>
              <p14:xfrm>
                <a:off x="7272120" y="3997850"/>
                <a:ext cx="583920" cy="608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B65175A-647C-748D-373D-283A7396523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6000" y="3991730"/>
                  <a:ext cx="5961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E81564-B2DC-6EEB-2FA2-30586C0AC317}"/>
                    </a:ext>
                  </a:extLst>
                </p14:cNvPr>
                <p14:cNvContentPartPr/>
                <p14:nvPr/>
              </p14:nvContentPartPr>
              <p14:xfrm>
                <a:off x="7802040" y="4122050"/>
                <a:ext cx="195120" cy="234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E81564-B2DC-6EEB-2FA2-30586C0AC31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95920" y="4115930"/>
                  <a:ext cx="207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F9C0CB-0C9E-F492-7CA5-87E213CCA15B}"/>
                    </a:ext>
                  </a:extLst>
                </p14:cNvPr>
                <p14:cNvContentPartPr/>
                <p14:nvPr/>
              </p14:nvContentPartPr>
              <p14:xfrm>
                <a:off x="7980600" y="4056170"/>
                <a:ext cx="159840" cy="180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F9C0CB-0C9E-F492-7CA5-87E213CCA1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74480" y="4050050"/>
                  <a:ext cx="172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FF93B1-26FF-05F7-1BFB-FB8E3FC7B5DC}"/>
                    </a:ext>
                  </a:extLst>
                </p14:cNvPr>
                <p14:cNvContentPartPr/>
                <p14:nvPr/>
              </p14:nvContentPartPr>
              <p14:xfrm>
                <a:off x="7587120" y="4450370"/>
                <a:ext cx="886320" cy="46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FF93B1-26FF-05F7-1BFB-FB8E3FC7B5D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81000" y="4444250"/>
                  <a:ext cx="89856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97F79B6-06AE-0709-3B3A-69539113D4DD}"/>
              </a:ext>
            </a:extLst>
          </p:cNvPr>
          <p:cNvGrpSpPr/>
          <p:nvPr/>
        </p:nvGrpSpPr>
        <p:grpSpPr>
          <a:xfrm>
            <a:off x="4121040" y="3924050"/>
            <a:ext cx="2300040" cy="693000"/>
            <a:chOff x="4121040" y="3924050"/>
            <a:chExt cx="230004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BF7D46F-2559-0AE0-2D79-7B0D8A299935}"/>
                    </a:ext>
                  </a:extLst>
                </p14:cNvPr>
                <p14:cNvContentPartPr/>
                <p14:nvPr/>
              </p14:nvContentPartPr>
              <p14:xfrm>
                <a:off x="4121040" y="4444250"/>
                <a:ext cx="2300040" cy="147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BF7D46F-2559-0AE0-2D79-7B0D8A29993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14920" y="4438130"/>
                  <a:ext cx="2312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CCC90E-425A-64BD-270F-05CBC9CB6E45}"/>
                    </a:ext>
                  </a:extLst>
                </p14:cNvPr>
                <p14:cNvContentPartPr/>
                <p14:nvPr/>
              </p14:nvContentPartPr>
              <p14:xfrm>
                <a:off x="4869480" y="3924050"/>
                <a:ext cx="207720" cy="272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CCC90E-425A-64BD-270F-05CBC9CB6E4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63360" y="3917930"/>
                  <a:ext cx="219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1BAC7A1-55F1-F226-E14D-84371B3B7013}"/>
                    </a:ext>
                  </a:extLst>
                </p14:cNvPr>
                <p14:cNvContentPartPr/>
                <p14:nvPr/>
              </p14:nvContentPartPr>
              <p14:xfrm>
                <a:off x="4754640" y="4075610"/>
                <a:ext cx="715320" cy="541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1BAC7A1-55F1-F226-E14D-84371B3B701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48520" y="4069490"/>
                  <a:ext cx="72756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8D0B679-5427-E25E-13D0-37B7EC470986}"/>
              </a:ext>
            </a:extLst>
          </p:cNvPr>
          <p:cNvGrpSpPr/>
          <p:nvPr/>
        </p:nvGrpSpPr>
        <p:grpSpPr>
          <a:xfrm>
            <a:off x="882840" y="6202850"/>
            <a:ext cx="2545200" cy="164880"/>
            <a:chOff x="882840" y="6202850"/>
            <a:chExt cx="254520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936F086-1DD2-5B97-EB16-471F7581085F}"/>
                    </a:ext>
                  </a:extLst>
                </p14:cNvPr>
                <p14:cNvContentPartPr/>
                <p14:nvPr/>
              </p14:nvContentPartPr>
              <p14:xfrm>
                <a:off x="882840" y="6202850"/>
                <a:ext cx="385920" cy="65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936F086-1DD2-5B97-EB16-471F758108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6720" y="6196730"/>
                  <a:ext cx="398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D51402B-6FC1-1148-0960-E3694684DF02}"/>
                    </a:ext>
                  </a:extLst>
                </p14:cNvPr>
                <p14:cNvContentPartPr/>
                <p14:nvPr/>
              </p14:nvContentPartPr>
              <p14:xfrm>
                <a:off x="1478640" y="6225170"/>
                <a:ext cx="202320" cy="68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D51402B-6FC1-1148-0960-E3694684DF0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472520" y="6219050"/>
                  <a:ext cx="214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556B95-2B64-C772-C7B0-D1053AEC552A}"/>
                    </a:ext>
                  </a:extLst>
                </p14:cNvPr>
                <p14:cNvContentPartPr/>
                <p14:nvPr/>
              </p14:nvContentPartPr>
              <p14:xfrm>
                <a:off x="1587360" y="6260810"/>
                <a:ext cx="35280" cy="100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556B95-2B64-C772-C7B0-D1053AEC55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81240" y="6254690"/>
                  <a:ext cx="47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1B6118-518B-12AD-0141-E9A269754BCA}"/>
                    </a:ext>
                  </a:extLst>
                </p14:cNvPr>
                <p14:cNvContentPartPr/>
                <p14:nvPr/>
              </p14:nvContentPartPr>
              <p14:xfrm>
                <a:off x="1993800" y="6241730"/>
                <a:ext cx="32760" cy="126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1B6118-518B-12AD-0141-E9A269754BC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87680" y="6235610"/>
                  <a:ext cx="45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AF2955F-CF6A-DB0A-589B-3A2B62AB7979}"/>
                    </a:ext>
                  </a:extLst>
                </p14:cNvPr>
                <p14:cNvContentPartPr/>
                <p14:nvPr/>
              </p14:nvContentPartPr>
              <p14:xfrm>
                <a:off x="1967880" y="6241370"/>
                <a:ext cx="142920" cy="6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AF2955F-CF6A-DB0A-589B-3A2B62AB797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961760" y="6235250"/>
                  <a:ext cx="155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B6C0E6-BC64-A3C8-A576-6F100C87C4C9}"/>
                    </a:ext>
                  </a:extLst>
                </p14:cNvPr>
                <p14:cNvContentPartPr/>
                <p14:nvPr/>
              </p14:nvContentPartPr>
              <p14:xfrm>
                <a:off x="2375400" y="6216530"/>
                <a:ext cx="1052640" cy="83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B6C0E6-BC64-A3C8-A576-6F100C87C4C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69280" y="6210410"/>
                  <a:ext cx="106488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CAFF622-DA8B-04FF-8900-A04C7BCA204A}"/>
                  </a:ext>
                </a:extLst>
              </p14:cNvPr>
              <p14:cNvContentPartPr/>
              <p14:nvPr/>
            </p14:nvContentPartPr>
            <p14:xfrm>
              <a:off x="3657360" y="6222290"/>
              <a:ext cx="3186000" cy="709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CAFF622-DA8B-04FF-8900-A04C7BCA204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651240" y="6216170"/>
                <a:ext cx="3198240" cy="8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start with a bad guess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468880" cy="132588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STARTING PARAMETERS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344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Bad starting parameters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49040" y="1389888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1×x + 0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58200" y="1234440"/>
            <a:ext cx="25603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X = 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= 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= 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0" y="1344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Try x =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10058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= prediction − actual = 2 − 5 = −3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4389120"/>
            <a:ext cx="8138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too low by 3. It needs to change its parameters.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48840" y="449884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Meaning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Should w increase, decrease, or stay the same? Why?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017499F-1021-EBF4-4E63-B69CEB11355E}"/>
                  </a:ext>
                </a:extLst>
              </p14:cNvPr>
              <p14:cNvContentPartPr/>
              <p14:nvPr/>
            </p14:nvContentPartPr>
            <p14:xfrm>
              <a:off x="487200" y="1745690"/>
              <a:ext cx="771480" cy="504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017499F-1021-EBF4-4E63-B69CEB1135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080" y="1739570"/>
                <a:ext cx="783720" cy="51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E1F0688-A25A-EE82-3C06-D30BB3899CA7}"/>
              </a:ext>
            </a:extLst>
          </p:cNvPr>
          <p:cNvGrpSpPr/>
          <p:nvPr/>
        </p:nvGrpSpPr>
        <p:grpSpPr>
          <a:xfrm>
            <a:off x="5090160" y="1369130"/>
            <a:ext cx="1738080" cy="875520"/>
            <a:chOff x="5090160" y="1369130"/>
            <a:chExt cx="1738080" cy="87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356319-5323-2F1D-1932-935768F9BB33}"/>
                    </a:ext>
                  </a:extLst>
                </p14:cNvPr>
                <p14:cNvContentPartPr/>
                <p14:nvPr/>
              </p14:nvContentPartPr>
              <p14:xfrm>
                <a:off x="5663640" y="1987250"/>
                <a:ext cx="64440" cy="17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356319-5323-2F1D-1932-935768F9BB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57520" y="1981130"/>
                  <a:ext cx="76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EFF571-7141-C87B-CF3B-32169B5F5D54}"/>
                    </a:ext>
                  </a:extLst>
                </p14:cNvPr>
                <p14:cNvContentPartPr/>
                <p14:nvPr/>
              </p14:nvContentPartPr>
              <p14:xfrm>
                <a:off x="5657520" y="1968170"/>
                <a:ext cx="214920" cy="10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EFF571-7141-C87B-CF3B-32169B5F5D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51400" y="1962050"/>
                  <a:ext cx="2271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B3148B-15F4-056F-036C-C309BF2E0150}"/>
                    </a:ext>
                  </a:extLst>
                </p14:cNvPr>
                <p14:cNvContentPartPr/>
                <p14:nvPr/>
              </p14:nvContentPartPr>
              <p14:xfrm>
                <a:off x="6419640" y="1981130"/>
                <a:ext cx="6840" cy="21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B3148B-15F4-056F-036C-C309BF2E01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13520" y="1975010"/>
                  <a:ext cx="19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5C01BA-94DB-A382-E913-C7CC3DA79F78}"/>
                    </a:ext>
                  </a:extLst>
                </p14:cNvPr>
                <p14:cNvContentPartPr/>
                <p14:nvPr/>
              </p14:nvContentPartPr>
              <p14:xfrm>
                <a:off x="6311640" y="2016050"/>
                <a:ext cx="196200" cy="4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5C01BA-94DB-A382-E913-C7CC3DA79F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05520" y="2009930"/>
                  <a:ext cx="208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B0055B-E731-6323-0402-BB820F690596}"/>
                    </a:ext>
                  </a:extLst>
                </p14:cNvPr>
                <p14:cNvContentPartPr/>
                <p14:nvPr/>
              </p14:nvContentPartPr>
              <p14:xfrm>
                <a:off x="5090160" y="1369130"/>
                <a:ext cx="1738080" cy="875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B0055B-E731-6323-0402-BB820F6905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84040" y="1363010"/>
                  <a:ext cx="1750320" cy="88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A8C8E76-A6A7-FD49-C057-F19E96CA5E75}"/>
                  </a:ext>
                </a:extLst>
              </p14:cNvPr>
              <p14:cNvContentPartPr/>
              <p14:nvPr/>
            </p14:nvContentPartPr>
            <p14:xfrm>
              <a:off x="8876280" y="1556690"/>
              <a:ext cx="227160" cy="43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A8C8E76-A6A7-FD49-C057-F19E96CA5E7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70160" y="1550570"/>
                <a:ext cx="2394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BCE2EC8-6C92-45BD-F975-E2CF10D560C4}"/>
                  </a:ext>
                </a:extLst>
              </p14:cNvPr>
              <p14:cNvContentPartPr/>
              <p14:nvPr/>
            </p14:nvContentPartPr>
            <p14:xfrm>
              <a:off x="1288920" y="1861610"/>
              <a:ext cx="152640" cy="324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BCE2EC8-6C92-45BD-F975-E2CF10D560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82800" y="1855490"/>
                <a:ext cx="1648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6AE87E0-861F-F9E2-73C1-7F0AB463D39B}"/>
                  </a:ext>
                </a:extLst>
              </p14:cNvPr>
              <p14:cNvContentPartPr/>
              <p14:nvPr/>
            </p14:nvContentPartPr>
            <p14:xfrm>
              <a:off x="6686400" y="1006970"/>
              <a:ext cx="599040" cy="405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6AE87E0-861F-F9E2-73C1-7F0AB463D39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80280" y="1000850"/>
                <a:ext cx="6112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D6AED82-9C17-DC2C-BBF5-9E8976D558CB}"/>
                  </a:ext>
                </a:extLst>
              </p14:cNvPr>
              <p14:cNvContentPartPr/>
              <p14:nvPr/>
            </p14:nvContentPartPr>
            <p14:xfrm>
              <a:off x="4070280" y="3728930"/>
              <a:ext cx="210240" cy="30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D6AED82-9C17-DC2C-BBF5-9E8976D558C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64160" y="3722810"/>
                <a:ext cx="2224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510EC0B-739E-2905-DF89-3DB69CDA5D85}"/>
                  </a:ext>
                </a:extLst>
              </p14:cNvPr>
              <p14:cNvContentPartPr/>
              <p14:nvPr/>
            </p14:nvContentPartPr>
            <p14:xfrm>
              <a:off x="4820160" y="3751970"/>
              <a:ext cx="456120" cy="43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510EC0B-739E-2905-DF89-3DB69CDA5D8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14040" y="3745850"/>
                <a:ext cx="4683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A0641F3-116B-1848-04FC-ED27C1E19093}"/>
                  </a:ext>
                </a:extLst>
              </p14:cNvPr>
              <p14:cNvContentPartPr/>
              <p14:nvPr/>
            </p14:nvContentPartPr>
            <p14:xfrm>
              <a:off x="6318120" y="3720290"/>
              <a:ext cx="275760" cy="70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A0641F3-116B-1848-04FC-ED27C1E1909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12000" y="3714170"/>
                <a:ext cx="28800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E7560AE-3528-15EF-E3BE-B33E2719BFEA}"/>
                  </a:ext>
                </a:extLst>
              </p14:cNvPr>
              <p14:cNvContentPartPr/>
              <p14:nvPr/>
            </p14:nvContentPartPr>
            <p14:xfrm>
              <a:off x="2285760" y="5079650"/>
              <a:ext cx="1104840" cy="55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E7560AE-3528-15EF-E3BE-B33E2719BFE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79640" y="5073530"/>
                <a:ext cx="11170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BE991CB-BE4B-3BFC-D500-D1006C04FC26}"/>
                  </a:ext>
                </a:extLst>
              </p14:cNvPr>
              <p14:cNvContentPartPr/>
              <p14:nvPr/>
            </p14:nvContentPartPr>
            <p14:xfrm>
              <a:off x="4215360" y="5091170"/>
              <a:ext cx="1136880" cy="102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BE991CB-BE4B-3BFC-D500-D1006C04FC2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209240" y="5085050"/>
                <a:ext cx="114912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DA2AC7B1-F496-81EB-5B29-1F49E5EA52F9}"/>
              </a:ext>
            </a:extLst>
          </p:cNvPr>
          <p:cNvGrpSpPr/>
          <p:nvPr/>
        </p:nvGrpSpPr>
        <p:grpSpPr>
          <a:xfrm>
            <a:off x="1898400" y="6197450"/>
            <a:ext cx="1328760" cy="51120"/>
            <a:chOff x="1898400" y="6197450"/>
            <a:chExt cx="132876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EF6FE84-8E15-9105-1337-E56D11800CAE}"/>
                    </a:ext>
                  </a:extLst>
                </p14:cNvPr>
                <p14:cNvContentPartPr/>
                <p14:nvPr/>
              </p14:nvContentPartPr>
              <p14:xfrm>
                <a:off x="1898400" y="6235250"/>
                <a:ext cx="519120" cy="13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EF6FE84-8E15-9105-1337-E56D11800CA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892280" y="6229130"/>
                  <a:ext cx="5313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8B334D-E2BD-984B-06FA-D3F4BFC69DF6}"/>
                    </a:ext>
                  </a:extLst>
                </p14:cNvPr>
                <p14:cNvContentPartPr/>
                <p14:nvPr/>
              </p14:nvContentPartPr>
              <p14:xfrm>
                <a:off x="2978040" y="6197450"/>
                <a:ext cx="249120" cy="33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8B334D-E2BD-984B-06FA-D3F4BFC69DF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71920" y="6191330"/>
                  <a:ext cx="26136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AC7B819-8775-4DE8-0E4B-6CDBFC192DC1}"/>
                  </a:ext>
                </a:extLst>
              </p14:cNvPr>
              <p14:cNvContentPartPr/>
              <p14:nvPr/>
            </p14:nvContentPartPr>
            <p14:xfrm>
              <a:off x="4000440" y="6229130"/>
              <a:ext cx="616680" cy="27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AC7B819-8775-4DE8-0E4B-6CDBFC192DC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994320" y="6223010"/>
                <a:ext cx="6289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9BC4F7A-1238-7E3B-2CF2-D122F08C5C5A}"/>
                  </a:ext>
                </a:extLst>
              </p14:cNvPr>
              <p14:cNvContentPartPr/>
              <p14:nvPr/>
            </p14:nvContentPartPr>
            <p14:xfrm>
              <a:off x="2057880" y="5561690"/>
              <a:ext cx="453240" cy="357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9BC4F7A-1238-7E3B-2CF2-D122F08C5C5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051760" y="5555570"/>
                <a:ext cx="4654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4D92FEC-1FCB-C06C-387F-AAE9EEC47355}"/>
                  </a:ext>
                </a:extLst>
              </p14:cNvPr>
              <p14:cNvContentPartPr/>
              <p14:nvPr/>
            </p14:nvContentPartPr>
            <p14:xfrm>
              <a:off x="585120" y="1639800"/>
              <a:ext cx="761760" cy="648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4D92FEC-1FCB-C06C-387F-AAE9EEC4735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79000" y="1633680"/>
                <a:ext cx="77400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6085CC3-80F7-55B7-2035-2DCE42931548}"/>
                  </a:ext>
                </a:extLst>
              </p14:cNvPr>
              <p14:cNvContentPartPr/>
              <p14:nvPr/>
            </p14:nvContentPartPr>
            <p14:xfrm>
              <a:off x="1047720" y="1947240"/>
              <a:ext cx="165600" cy="46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6085CC3-80F7-55B7-2035-2DCE4293154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41600" y="1941120"/>
                <a:ext cx="1778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24FAA67-BAE7-42EC-354A-5F93128F4673}"/>
                  </a:ext>
                </a:extLst>
              </p14:cNvPr>
              <p14:cNvContentPartPr/>
              <p14:nvPr/>
            </p14:nvContentPartPr>
            <p14:xfrm>
              <a:off x="990480" y="2196720"/>
              <a:ext cx="365400" cy="25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24FAA67-BAE7-42EC-354A-5F93128F467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84360" y="2190600"/>
                <a:ext cx="3776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623BBC4-C697-C72A-6840-8C9DC9A4AC95}"/>
                  </a:ext>
                </a:extLst>
              </p14:cNvPr>
              <p14:cNvContentPartPr/>
              <p14:nvPr/>
            </p14:nvContentPartPr>
            <p14:xfrm>
              <a:off x="8003280" y="3187440"/>
              <a:ext cx="580680" cy="8726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623BBC4-C697-C72A-6840-8C9DC9A4AC9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997160" y="3181320"/>
                <a:ext cx="592920" cy="88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2B39C95F-BBA7-A0C5-D189-ACD46512021C}"/>
              </a:ext>
            </a:extLst>
          </p:cNvPr>
          <p:cNvGrpSpPr/>
          <p:nvPr/>
        </p:nvGrpSpPr>
        <p:grpSpPr>
          <a:xfrm>
            <a:off x="8245920" y="1161410"/>
            <a:ext cx="1577160" cy="1439640"/>
            <a:chOff x="8245920" y="1161410"/>
            <a:chExt cx="1577160" cy="14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44C068-332E-E872-D906-3EB143213E87}"/>
                    </a:ext>
                  </a:extLst>
                </p14:cNvPr>
                <p14:cNvContentPartPr/>
                <p14:nvPr/>
              </p14:nvContentPartPr>
              <p14:xfrm>
                <a:off x="8591520" y="1809410"/>
                <a:ext cx="417600" cy="22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44C068-332E-E872-D906-3EB143213E8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85400" y="1803290"/>
                  <a:ext cx="429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8D953C-6C69-9AE3-ECBF-2EC1647FAFFA}"/>
                    </a:ext>
                  </a:extLst>
                </p14:cNvPr>
                <p14:cNvContentPartPr/>
                <p14:nvPr/>
              </p14:nvContentPartPr>
              <p14:xfrm>
                <a:off x="9180840" y="1941530"/>
                <a:ext cx="137520" cy="4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8D953C-6C69-9AE3-ECBF-2EC1647FAFF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74720" y="1935410"/>
                  <a:ext cx="149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CEE2BD0-63C5-B6D6-7078-DBBF6CD7E36D}"/>
                    </a:ext>
                  </a:extLst>
                </p14:cNvPr>
                <p14:cNvContentPartPr/>
                <p14:nvPr/>
              </p14:nvContentPartPr>
              <p14:xfrm>
                <a:off x="8399280" y="1986530"/>
                <a:ext cx="783720" cy="242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CEE2BD0-63C5-B6D6-7078-DBBF6CD7E36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93160" y="1980410"/>
                  <a:ext cx="795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A04CDC-0373-A102-BF2C-D5D3400011EC}"/>
                    </a:ext>
                  </a:extLst>
                </p14:cNvPr>
                <p14:cNvContentPartPr/>
                <p14:nvPr/>
              </p14:nvContentPartPr>
              <p14:xfrm>
                <a:off x="8245920" y="1161410"/>
                <a:ext cx="1577160" cy="1439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A04CDC-0373-A102-BF2C-D5D3400011E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39800" y="1155290"/>
                  <a:ext cx="1589400" cy="14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BEEE5A-F0DD-1490-0E7F-F40CED614243}"/>
                    </a:ext>
                  </a:extLst>
                </p14:cNvPr>
                <p14:cNvContentPartPr/>
                <p14:nvPr/>
              </p14:nvContentPartPr>
              <p14:xfrm>
                <a:off x="8928480" y="1593770"/>
                <a:ext cx="50400" cy="13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BEEE5A-F0DD-1490-0E7F-F40CED61424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22360" y="1587650"/>
                  <a:ext cx="62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D38BF4-EE1C-8BC5-D49D-1C898FE800DF}"/>
                    </a:ext>
                  </a:extLst>
                </p14:cNvPr>
                <p14:cNvContentPartPr/>
                <p14:nvPr/>
              </p14:nvContentPartPr>
              <p14:xfrm>
                <a:off x="9181200" y="1724810"/>
                <a:ext cx="222840" cy="276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D38BF4-EE1C-8BC5-D49D-1C898FE800D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75080" y="1718690"/>
                  <a:ext cx="235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F57AA66-32C2-E1FF-1C67-A847BCF99BC7}"/>
                    </a:ext>
                  </a:extLst>
                </p14:cNvPr>
                <p14:cNvContentPartPr/>
                <p14:nvPr/>
              </p14:nvContentPartPr>
              <p14:xfrm>
                <a:off x="8724760" y="1771560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F57AA66-32C2-E1FF-1C67-A847BCF99BC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18640" y="1765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B8DBBC6-1FBC-E413-AFCF-62D61646075D}"/>
                    </a:ext>
                  </a:extLst>
                </p14:cNvPr>
                <p14:cNvContentPartPr/>
                <p14:nvPr/>
              </p14:nvContentPartPr>
              <p14:xfrm>
                <a:off x="9193840" y="1757520"/>
                <a:ext cx="275040" cy="28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B8DBBC6-1FBC-E413-AFCF-62D61646075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187720" y="1751400"/>
                  <a:ext cx="287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75A42B-0F57-875C-C807-D768616A17E8}"/>
                    </a:ext>
                  </a:extLst>
                </p14:cNvPr>
                <p14:cNvContentPartPr/>
                <p14:nvPr/>
              </p14:nvContentPartPr>
              <p14:xfrm>
                <a:off x="8546920" y="2147040"/>
                <a:ext cx="537120" cy="103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75A42B-0F57-875C-C807-D768616A17E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40800" y="2140920"/>
                  <a:ext cx="549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EA90AC-E4F6-553B-5FE2-3ABAC1952397}"/>
                    </a:ext>
                  </a:extLst>
                </p14:cNvPr>
                <p14:cNvContentPartPr/>
                <p14:nvPr/>
              </p14:nvContentPartPr>
              <p14:xfrm>
                <a:off x="8996920" y="1955160"/>
                <a:ext cx="192600" cy="192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EA90AC-E4F6-553B-5FE2-3ABAC195239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990800" y="1949040"/>
                  <a:ext cx="20484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6F90AA-A773-F8FC-063C-C9014D3977CF}"/>
              </a:ext>
            </a:extLst>
          </p:cNvPr>
          <p:cNvGrpSpPr/>
          <p:nvPr/>
        </p:nvGrpSpPr>
        <p:grpSpPr>
          <a:xfrm>
            <a:off x="7137120" y="3276770"/>
            <a:ext cx="1617120" cy="675360"/>
            <a:chOff x="7137120" y="3276770"/>
            <a:chExt cx="161712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488F3F5-7E68-97E2-2188-E3100B1CD5F4}"/>
                    </a:ext>
                  </a:extLst>
                </p14:cNvPr>
                <p14:cNvContentPartPr/>
                <p14:nvPr/>
              </p14:nvContentPartPr>
              <p14:xfrm>
                <a:off x="7137120" y="3276770"/>
                <a:ext cx="546480" cy="150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488F3F5-7E68-97E2-2188-E3100B1CD5F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31000" y="3270650"/>
                  <a:ext cx="5587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679BD24-C1C0-590E-C141-354AD6FE67FD}"/>
                    </a:ext>
                  </a:extLst>
                </p14:cNvPr>
                <p14:cNvContentPartPr/>
                <p14:nvPr/>
              </p14:nvContentPartPr>
              <p14:xfrm>
                <a:off x="7933800" y="3301610"/>
                <a:ext cx="595080" cy="65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679BD24-C1C0-590E-C141-354AD6FE67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27680" y="3295490"/>
                  <a:ext cx="60732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D549408-26AB-72FD-3B59-196F0D1F7C02}"/>
                    </a:ext>
                  </a:extLst>
                </p14:cNvPr>
                <p14:cNvContentPartPr/>
                <p14:nvPr/>
              </p14:nvContentPartPr>
              <p14:xfrm>
                <a:off x="8621760" y="3404570"/>
                <a:ext cx="132480" cy="170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D549408-26AB-72FD-3B59-196F0D1F7C0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15640" y="3398450"/>
                  <a:ext cx="144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8C16FE-48E8-7A61-0958-DD3308036CC0}"/>
                    </a:ext>
                  </a:extLst>
                </p14:cNvPr>
                <p14:cNvContentPartPr/>
                <p14:nvPr/>
              </p14:nvContentPartPr>
              <p14:xfrm>
                <a:off x="7187880" y="3778250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68C16FE-48E8-7A61-0958-DD3308036CC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81760" y="37721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96204B-EE90-D0DF-BE39-9BBDFE01BEBA}"/>
                    </a:ext>
                  </a:extLst>
                </p14:cNvPr>
                <p14:cNvContentPartPr/>
                <p14:nvPr/>
              </p14:nvContentPartPr>
              <p14:xfrm>
                <a:off x="8088960" y="3732890"/>
                <a:ext cx="172440" cy="3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96204B-EE90-D0DF-BE39-9BBDFE01BEB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82840" y="3726770"/>
                  <a:ext cx="184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F90824-2C7F-4959-3EAA-5F09511DFFAB}"/>
                    </a:ext>
                  </a:extLst>
                </p14:cNvPr>
                <p14:cNvContentPartPr/>
                <p14:nvPr/>
              </p14:nvContentPartPr>
              <p14:xfrm>
                <a:off x="7213480" y="3727440"/>
                <a:ext cx="5544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F90824-2C7F-4959-3EAA-5F09511DFFA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07360" y="3721320"/>
                  <a:ext cx="67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E91015-32EA-8918-22F9-C0D6299786F6}"/>
                    </a:ext>
                  </a:extLst>
                </p14:cNvPr>
                <p14:cNvContentPartPr/>
                <p14:nvPr/>
              </p14:nvContentPartPr>
              <p14:xfrm>
                <a:off x="7657360" y="3682800"/>
                <a:ext cx="124920" cy="45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E91015-32EA-8918-22F9-C0D6299786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51240" y="3676680"/>
                  <a:ext cx="137160" cy="57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measure “how wrong”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gives the model one score to improve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3108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= 2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= 5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= −3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Example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80560" y="1481328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squared error = (−3)² = 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098280" y="1325880"/>
            <a:ext cx="2103120" cy="123444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negative cancellation.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errors matter more.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0" y="1435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Why square?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31546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For many examples, we average the squared errors.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3822192"/>
            <a:ext cx="8138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MSE = average((prediction − actual)²)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If loss gets smaller after training, what does that mean in plain English?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6835ED-4CF6-D62B-E4D0-17F6E91D691C}"/>
                  </a:ext>
                </a:extLst>
              </p14:cNvPr>
              <p14:cNvContentPartPr/>
              <p14:nvPr/>
            </p14:nvContentPartPr>
            <p14:xfrm>
              <a:off x="2861760" y="259320"/>
              <a:ext cx="1869480" cy="737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6835ED-4CF6-D62B-E4D0-17F6E91D6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5640" y="253200"/>
                <a:ext cx="1881720" cy="74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5C95874-00CC-1C38-A1B1-3DF2AB3DA386}"/>
                  </a:ext>
                </a:extLst>
              </p14:cNvPr>
              <p14:cNvContentPartPr/>
              <p14:nvPr/>
            </p14:nvContentPartPr>
            <p14:xfrm>
              <a:off x="6994920" y="2108280"/>
              <a:ext cx="438120" cy="116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5C95874-00CC-1C38-A1B1-3DF2AB3DA3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88800" y="2102160"/>
                <a:ext cx="4503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A5BF146-2BEC-9CB4-5C9B-597DEF501828}"/>
                  </a:ext>
                </a:extLst>
              </p14:cNvPr>
              <p14:cNvContentPartPr/>
              <p14:nvPr/>
            </p14:nvContentPartPr>
            <p14:xfrm>
              <a:off x="7442040" y="341760"/>
              <a:ext cx="141480" cy="231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A5BF146-2BEC-9CB4-5C9B-597DEF5018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35920" y="335640"/>
                <a:ext cx="153720" cy="24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0D3489D-8DAC-F1F4-3BC3-2666A09BA0EF}"/>
              </a:ext>
            </a:extLst>
          </p:cNvPr>
          <p:cNvGrpSpPr/>
          <p:nvPr/>
        </p:nvGrpSpPr>
        <p:grpSpPr>
          <a:xfrm>
            <a:off x="7382280" y="88680"/>
            <a:ext cx="693360" cy="702360"/>
            <a:chOff x="7382280" y="88680"/>
            <a:chExt cx="693360" cy="70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91C6D5-9BEA-E1DE-8C1B-4C83058EA44B}"/>
                    </a:ext>
                  </a:extLst>
                </p14:cNvPr>
                <p14:cNvContentPartPr/>
                <p14:nvPr/>
              </p14:nvContentPartPr>
              <p14:xfrm>
                <a:off x="7382280" y="285600"/>
                <a:ext cx="220320" cy="501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91C6D5-9BEA-E1DE-8C1B-4C83058EA4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76160" y="279480"/>
                  <a:ext cx="2325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ADAE0D6-59BB-9AB8-1416-11EB5806DD65}"/>
                    </a:ext>
                  </a:extLst>
                </p14:cNvPr>
                <p14:cNvContentPartPr/>
                <p14:nvPr/>
              </p14:nvContentPartPr>
              <p14:xfrm>
                <a:off x="7689720" y="215760"/>
                <a:ext cx="278640" cy="575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ADAE0D6-59BB-9AB8-1416-11EB5806DD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83600" y="209640"/>
                  <a:ext cx="29088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A7B2B31-F052-C38D-8B04-F9C32F4162D3}"/>
                    </a:ext>
                  </a:extLst>
                </p14:cNvPr>
                <p14:cNvContentPartPr/>
                <p14:nvPr/>
              </p14:nvContentPartPr>
              <p14:xfrm>
                <a:off x="7727880" y="88680"/>
                <a:ext cx="347760" cy="350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A7B2B31-F052-C38D-8B04-F9C32F4162D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21760" y="82560"/>
                  <a:ext cx="360000" cy="36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FC0908-02B6-17DC-0DAC-C017E4F9D005}"/>
              </a:ext>
            </a:extLst>
          </p:cNvPr>
          <p:cNvGrpSpPr/>
          <p:nvPr/>
        </p:nvGrpSpPr>
        <p:grpSpPr>
          <a:xfrm>
            <a:off x="5529720" y="82920"/>
            <a:ext cx="919800" cy="1010160"/>
            <a:chOff x="5529720" y="82920"/>
            <a:chExt cx="919800" cy="10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263C679-5671-1008-6C0E-D156490A75A9}"/>
                    </a:ext>
                  </a:extLst>
                </p14:cNvPr>
                <p14:cNvContentPartPr/>
                <p14:nvPr/>
              </p14:nvContentPartPr>
              <p14:xfrm>
                <a:off x="5719800" y="628320"/>
                <a:ext cx="3600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263C679-5671-1008-6C0E-D156490A75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13680" y="622200"/>
                  <a:ext cx="48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F5184A-E5D6-CE4B-5120-9F47FE2B9A20}"/>
                    </a:ext>
                  </a:extLst>
                </p14:cNvPr>
                <p14:cNvContentPartPr/>
                <p14:nvPr/>
              </p14:nvContentPartPr>
              <p14:xfrm>
                <a:off x="5826720" y="482160"/>
                <a:ext cx="199440" cy="288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F5184A-E5D6-CE4B-5120-9F47FE2B9A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20600" y="476040"/>
                  <a:ext cx="211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AB5BBA-8B44-A553-12F0-4A5744ECA8FF}"/>
                    </a:ext>
                  </a:extLst>
                </p14:cNvPr>
                <p14:cNvContentPartPr/>
                <p14:nvPr/>
              </p14:nvContentPartPr>
              <p14:xfrm>
                <a:off x="5529720" y="406200"/>
                <a:ext cx="262800" cy="64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AB5BBA-8B44-A553-12F0-4A5744ECA8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23600" y="400080"/>
                  <a:ext cx="27504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DE5E01-EE6A-D4EA-3543-862C1B7DD3EE}"/>
                    </a:ext>
                  </a:extLst>
                </p14:cNvPr>
                <p14:cNvContentPartPr/>
                <p14:nvPr/>
              </p14:nvContentPartPr>
              <p14:xfrm>
                <a:off x="6089520" y="336360"/>
                <a:ext cx="249480" cy="576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DE5E01-EE6A-D4EA-3543-862C1B7DD3E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83400" y="330240"/>
                  <a:ext cx="26172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3362A5-CA22-C684-BB66-8F9462C5B176}"/>
                    </a:ext>
                  </a:extLst>
                </p14:cNvPr>
                <p14:cNvContentPartPr/>
                <p14:nvPr/>
              </p14:nvContentPartPr>
              <p14:xfrm>
                <a:off x="6159360" y="82920"/>
                <a:ext cx="290160" cy="341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3362A5-CA22-C684-BB66-8F9462C5B1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53240" y="76800"/>
                  <a:ext cx="3024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217AFA-7328-46D6-A594-97FAF2ED7A61}"/>
                    </a:ext>
                  </a:extLst>
                </p14:cNvPr>
                <p14:cNvContentPartPr/>
                <p14:nvPr/>
              </p14:nvContentPartPr>
              <p14:xfrm>
                <a:off x="5995200" y="993360"/>
                <a:ext cx="290520" cy="99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217AFA-7328-46D6-A594-97FAF2ED7A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89080" y="987240"/>
                  <a:ext cx="30276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6DFAE2F-0047-AF31-BA47-F52D92D41339}"/>
                  </a:ext>
                </a:extLst>
              </p14:cNvPr>
              <p14:cNvContentPartPr/>
              <p14:nvPr/>
            </p14:nvContentPartPr>
            <p14:xfrm>
              <a:off x="7897440" y="2078040"/>
              <a:ext cx="273600" cy="680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6DFAE2F-0047-AF31-BA47-F52D92D4133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891320" y="2071920"/>
                <a:ext cx="2858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3B5C50B-175A-6FEE-6A08-054A90D6E1EB}"/>
                  </a:ext>
                </a:extLst>
              </p14:cNvPr>
              <p14:cNvContentPartPr/>
              <p14:nvPr/>
            </p14:nvContentPartPr>
            <p14:xfrm>
              <a:off x="9188440" y="2190720"/>
              <a:ext cx="1257480" cy="70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3B5C50B-175A-6FEE-6A08-054A90D6E1E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182320" y="2184600"/>
                <a:ext cx="12697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E67FF6-00BF-E2E9-AD03-2C1A3527D4BF}"/>
                  </a:ext>
                </a:extLst>
              </p14:cNvPr>
              <p14:cNvContentPartPr/>
              <p14:nvPr/>
            </p14:nvContentPartPr>
            <p14:xfrm>
              <a:off x="9270880" y="1962120"/>
              <a:ext cx="832680" cy="26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E67FF6-00BF-E2E9-AD03-2C1A3527D4B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64760" y="1956000"/>
                <a:ext cx="844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36F545D-0CF2-1B2B-D647-B3E455D30DBB}"/>
                  </a:ext>
                </a:extLst>
              </p14:cNvPr>
              <p14:cNvContentPartPr/>
              <p14:nvPr/>
            </p14:nvContentPartPr>
            <p14:xfrm>
              <a:off x="1388680" y="2211240"/>
              <a:ext cx="620280" cy="161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36F545D-0CF2-1B2B-D647-B3E455D30DB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382560" y="2205120"/>
                <a:ext cx="6325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1DEE973-D12F-24F0-5553-10E14B45A621}"/>
                  </a:ext>
                </a:extLst>
              </p14:cNvPr>
              <p14:cNvContentPartPr/>
              <p14:nvPr/>
            </p14:nvContentPartPr>
            <p14:xfrm>
              <a:off x="7822960" y="1383960"/>
              <a:ext cx="115200" cy="207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1DEE973-D12F-24F0-5553-10E14B45A62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16840" y="1377840"/>
                <a:ext cx="1274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C81E8F7-A6F7-4AE5-AD92-D112A2D7CB61}"/>
                  </a:ext>
                </a:extLst>
              </p14:cNvPr>
              <p14:cNvContentPartPr/>
              <p14:nvPr/>
            </p14:nvContentPartPr>
            <p14:xfrm>
              <a:off x="4889320" y="4302840"/>
              <a:ext cx="573120" cy="72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C81E8F7-A6F7-4AE5-AD92-D112A2D7CB6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883200" y="4296720"/>
                <a:ext cx="5853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295C750-3361-0DFD-BEBF-6CEB4D97F4AD}"/>
                  </a:ext>
                </a:extLst>
              </p14:cNvPr>
              <p14:cNvContentPartPr/>
              <p14:nvPr/>
            </p14:nvContentPartPr>
            <p14:xfrm>
              <a:off x="1390600" y="6235560"/>
              <a:ext cx="2032920" cy="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295C750-3361-0DFD-BEBF-6CEB4D97F4A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384480" y="6223320"/>
                <a:ext cx="2045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140DAFB-5674-5BF1-458C-81F1EFDFDB28}"/>
                  </a:ext>
                </a:extLst>
              </p14:cNvPr>
              <p14:cNvContentPartPr/>
              <p14:nvPr/>
            </p14:nvContentPartPr>
            <p14:xfrm>
              <a:off x="5003560" y="6140160"/>
              <a:ext cx="921240" cy="76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140DAFB-5674-5BF1-458C-81F1EFDFDB2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997440" y="6134040"/>
                <a:ext cx="93348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49555B96-6840-9029-C6D6-CFD50CE4F1BE}"/>
              </a:ext>
            </a:extLst>
          </p:cNvPr>
          <p:cNvGrpSpPr/>
          <p:nvPr/>
        </p:nvGrpSpPr>
        <p:grpSpPr>
          <a:xfrm>
            <a:off x="1956360" y="1631160"/>
            <a:ext cx="425520" cy="420120"/>
            <a:chOff x="1956360" y="1631160"/>
            <a:chExt cx="42552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3C3EF6-BF3B-4DA5-55AC-2152B5EC6AF3}"/>
                    </a:ext>
                  </a:extLst>
                </p14:cNvPr>
                <p14:cNvContentPartPr/>
                <p14:nvPr/>
              </p14:nvContentPartPr>
              <p14:xfrm>
                <a:off x="2025480" y="1631160"/>
                <a:ext cx="356400" cy="235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3C3EF6-BF3B-4DA5-55AC-2152B5EC6AF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19360" y="1625040"/>
                  <a:ext cx="368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C3F202-73C3-E632-801E-82B58DA9889D}"/>
                    </a:ext>
                  </a:extLst>
                </p14:cNvPr>
                <p14:cNvContentPartPr/>
                <p14:nvPr/>
              </p14:nvContentPartPr>
              <p14:xfrm>
                <a:off x="1956360" y="1999440"/>
                <a:ext cx="8064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C3F202-73C3-E632-801E-82B58DA9889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50240" y="1993320"/>
                  <a:ext cx="92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CDEA8B-27DE-609B-3BF9-E849FA02EEB5}"/>
                    </a:ext>
                  </a:extLst>
                </p14:cNvPr>
                <p14:cNvContentPartPr/>
                <p14:nvPr/>
              </p14:nvContentPartPr>
              <p14:xfrm>
                <a:off x="2235720" y="1848960"/>
                <a:ext cx="64800" cy="18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CDEA8B-27DE-609B-3BF9-E849FA02EEB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29600" y="1842840"/>
                  <a:ext cx="7704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F3AF362-C85F-084A-EEAF-BA04AC69AA7A}"/>
                  </a:ext>
                </a:extLst>
              </p14:cNvPr>
              <p14:cNvContentPartPr/>
              <p14:nvPr/>
            </p14:nvContentPartPr>
            <p14:xfrm>
              <a:off x="1272000" y="2273040"/>
              <a:ext cx="621360" cy="51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F3AF362-C85F-084A-EEAF-BA04AC69AA7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65880" y="2266920"/>
                <a:ext cx="633600" cy="6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training changes the numbers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improves by updating w and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108960" cy="310896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1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0</a:t>
            </a:r>
            <a:endParaRPr lang="en-US" sz="1150" dirty="0"/>
          </a:p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x = 3: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3</a:t>
            </a:r>
            <a:endParaRPr lang="en-US" sz="1150" dirty="0"/>
          </a:p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pattern suggests y = 7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527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Before training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2514600"/>
            <a:ext cx="640080" cy="640080"/>
          </a:xfrm>
          <a:prstGeom prst="triangl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0680" y="1417320"/>
            <a:ext cx="3108960" cy="310896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≈ 2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≈ 1</a:t>
            </a:r>
            <a:endParaRPr lang="en-US" sz="1150" dirty="0"/>
          </a:p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x = 3:</a:t>
            </a:r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= 7</a:t>
            </a:r>
            <a:endParaRPr lang="en-US" sz="1150" dirty="0"/>
          </a:p>
          <a:p>
            <a:pPr lvl="1"/>
            <a:endParaRPr lang="en-US" sz="1150" dirty="0"/>
          </a:p>
          <a:p>
            <a:pPr lvl="1"/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 better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77840" y="1527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After training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06840" y="1691640"/>
            <a:ext cx="22860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code.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data.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parameters changed.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0" y="1801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What changed?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Which two numbers did the model learn in this tiny example?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630420-170A-C61F-3804-ECF9E12B4A8F}"/>
                  </a:ext>
                </a:extLst>
              </p14:cNvPr>
              <p14:cNvContentPartPr/>
              <p14:nvPr/>
            </p14:nvContentPartPr>
            <p14:xfrm>
              <a:off x="933600" y="2251560"/>
              <a:ext cx="946440" cy="543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630420-170A-C61F-3804-ECF9E12B4A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480" y="2245440"/>
                <a:ext cx="95868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1BF3185-384F-DE54-F3A3-74B2DE2FAC2D}"/>
                  </a:ext>
                </a:extLst>
              </p14:cNvPr>
              <p14:cNvContentPartPr/>
              <p14:nvPr/>
            </p14:nvContentPartPr>
            <p14:xfrm>
              <a:off x="2704080" y="3657000"/>
              <a:ext cx="366840" cy="70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1BF3185-384F-DE54-F3A3-74B2DE2FAC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97960" y="3650880"/>
                <a:ext cx="3790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7C4F05D-64A6-76FF-67F9-403B25392893}"/>
                  </a:ext>
                </a:extLst>
              </p14:cNvPr>
              <p14:cNvContentPartPr/>
              <p14:nvPr/>
            </p14:nvContentPartPr>
            <p14:xfrm>
              <a:off x="5540880" y="1112160"/>
              <a:ext cx="1396800" cy="799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7C4F05D-64A6-76FF-67F9-403B253928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34760" y="1106040"/>
                <a:ext cx="1409040" cy="81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FF4A5D6-B727-5FB1-645C-86606D27BF4B}"/>
                  </a:ext>
                </a:extLst>
              </p14:cNvPr>
              <p14:cNvContentPartPr/>
              <p14:nvPr/>
            </p14:nvContentPartPr>
            <p14:xfrm>
              <a:off x="5804400" y="2399880"/>
              <a:ext cx="463320" cy="242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FF4A5D6-B727-5FB1-645C-86606D27BF4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98280" y="2393760"/>
                <a:ext cx="4755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4E2E181-9C7F-A8C7-BFAA-CEBBA1620CB5}"/>
                  </a:ext>
                </a:extLst>
              </p14:cNvPr>
              <p14:cNvContentPartPr/>
              <p14:nvPr/>
            </p14:nvContentPartPr>
            <p14:xfrm>
              <a:off x="5924280" y="2831160"/>
              <a:ext cx="208080" cy="47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4E2E181-9C7F-A8C7-BFAA-CEBBA1620C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18160" y="2825040"/>
                <a:ext cx="22032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2A1E4EE-C54D-0998-DADD-5CA0BB51A4FF}"/>
              </a:ext>
            </a:extLst>
          </p:cNvPr>
          <p:cNvGrpSpPr/>
          <p:nvPr/>
        </p:nvGrpSpPr>
        <p:grpSpPr>
          <a:xfrm>
            <a:off x="6743280" y="1860240"/>
            <a:ext cx="719640" cy="353880"/>
            <a:chOff x="6743280" y="1860240"/>
            <a:chExt cx="71964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66BCB4D-7BB7-3E7A-6E4C-F148AC379DDF}"/>
                    </a:ext>
                  </a:extLst>
                </p14:cNvPr>
                <p14:cNvContentPartPr/>
                <p14:nvPr/>
              </p14:nvContentPartPr>
              <p14:xfrm>
                <a:off x="6743280" y="2019000"/>
                <a:ext cx="6840" cy="87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66BCB4D-7BB7-3E7A-6E4C-F148AC379DD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37160" y="2012880"/>
                  <a:ext cx="19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034B42-EC62-C07E-8DB1-EE7018819490}"/>
                    </a:ext>
                  </a:extLst>
                </p14:cNvPr>
                <p14:cNvContentPartPr/>
                <p14:nvPr/>
              </p14:nvContentPartPr>
              <p14:xfrm>
                <a:off x="6807000" y="2107920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034B42-EC62-C07E-8DB1-EE70188194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00880" y="21018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927546-45F7-6900-8B57-0161218D3B01}"/>
                    </a:ext>
                  </a:extLst>
                </p14:cNvPr>
                <p14:cNvContentPartPr/>
                <p14:nvPr/>
              </p14:nvContentPartPr>
              <p14:xfrm>
                <a:off x="6843720" y="1904880"/>
                <a:ext cx="200520" cy="249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927546-45F7-6900-8B57-0161218D3B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37600" y="1898760"/>
                  <a:ext cx="2127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53F9BFA-9FE9-B821-5FFC-BE8E754FA709}"/>
                    </a:ext>
                  </a:extLst>
                </p14:cNvPr>
                <p14:cNvContentPartPr/>
                <p14:nvPr/>
              </p14:nvContentPartPr>
              <p14:xfrm>
                <a:off x="7090680" y="1860240"/>
                <a:ext cx="150480" cy="281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53F9BFA-9FE9-B821-5FFC-BE8E754FA70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84560" y="1854120"/>
                  <a:ext cx="1627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BFCA7BB-5369-E521-8664-669D01C1F601}"/>
                    </a:ext>
                  </a:extLst>
                </p14:cNvPr>
                <p14:cNvContentPartPr/>
                <p14:nvPr/>
              </p14:nvContentPartPr>
              <p14:xfrm>
                <a:off x="7282560" y="1923960"/>
                <a:ext cx="180360" cy="290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BFCA7BB-5369-E521-8664-669D01C1F60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76440" y="1917840"/>
                  <a:ext cx="19260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73A9052-3A34-0DCD-C55A-E33D7B0991F5}"/>
              </a:ext>
            </a:extLst>
          </p:cNvPr>
          <p:cNvGrpSpPr/>
          <p:nvPr/>
        </p:nvGrpSpPr>
        <p:grpSpPr>
          <a:xfrm>
            <a:off x="7061160" y="2343000"/>
            <a:ext cx="602640" cy="412560"/>
            <a:chOff x="7061160" y="2343000"/>
            <a:chExt cx="6026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8D7942-38B9-BCF0-D890-FB60FC174A10}"/>
                    </a:ext>
                  </a:extLst>
                </p14:cNvPr>
                <p14:cNvContentPartPr/>
                <p14:nvPr/>
              </p14:nvContentPartPr>
              <p14:xfrm>
                <a:off x="7061160" y="2343000"/>
                <a:ext cx="321480" cy="412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8D7942-38B9-BCF0-D890-FB60FC174A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55040" y="2336880"/>
                  <a:ext cx="3337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15A86B-F989-45B6-361B-5329465A1B5F}"/>
                    </a:ext>
                  </a:extLst>
                </p14:cNvPr>
                <p14:cNvContentPartPr/>
                <p14:nvPr/>
              </p14:nvContentPartPr>
              <p14:xfrm>
                <a:off x="7410360" y="2431920"/>
                <a:ext cx="3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15A86B-F989-45B6-361B-5329465A1B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04240" y="24258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B46739-4E26-5BB6-DA15-27986D41BF55}"/>
                    </a:ext>
                  </a:extLst>
                </p14:cNvPr>
                <p14:cNvContentPartPr/>
                <p14:nvPr/>
              </p14:nvContentPartPr>
              <p14:xfrm>
                <a:off x="7378680" y="2438400"/>
                <a:ext cx="120960" cy="171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B46739-4E26-5BB6-DA15-27986D41BF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72560" y="2432280"/>
                  <a:ext cx="133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A57B31-8A12-9325-F792-30A668D43FFA}"/>
                    </a:ext>
                  </a:extLst>
                </p14:cNvPr>
                <p14:cNvContentPartPr/>
                <p14:nvPr/>
              </p14:nvContentPartPr>
              <p14:xfrm>
                <a:off x="7556160" y="2393760"/>
                <a:ext cx="107640" cy="186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A57B31-8A12-9325-F792-30A668D43F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50040" y="2387640"/>
                  <a:ext cx="11988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23FFE27-AD0A-FB7A-A836-53ECE5C61B10}"/>
                  </a:ext>
                </a:extLst>
              </p14:cNvPr>
              <p14:cNvContentPartPr/>
              <p14:nvPr/>
            </p14:nvContentPartPr>
            <p14:xfrm>
              <a:off x="6292560" y="3042840"/>
              <a:ext cx="443520" cy="182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23FFE27-AD0A-FB7A-A836-53ECE5C61B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86440" y="3036720"/>
                <a:ext cx="45576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68B334F-1962-E8EC-6104-E18857CF8749}"/>
                  </a:ext>
                </a:extLst>
              </p14:cNvPr>
              <p14:cNvContentPartPr/>
              <p14:nvPr/>
            </p14:nvContentPartPr>
            <p14:xfrm>
              <a:off x="5888280" y="3790920"/>
              <a:ext cx="510840" cy="586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68B334F-1962-E8EC-6104-E18857CF874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82160" y="3784800"/>
                <a:ext cx="5230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5B65B55-B1A8-6BDB-E559-5CE46A0458ED}"/>
                  </a:ext>
                </a:extLst>
              </p14:cNvPr>
              <p14:cNvContentPartPr/>
              <p14:nvPr/>
            </p14:nvContentPartPr>
            <p14:xfrm>
              <a:off x="2196840" y="1205400"/>
              <a:ext cx="863280" cy="3009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5B65B55-B1A8-6BDB-E559-5CE46A0458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90720" y="1199280"/>
                <a:ext cx="8755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9B42329-5F51-0FC7-E5B2-7213D8623136}"/>
                  </a:ext>
                </a:extLst>
              </p14:cNvPr>
              <p14:cNvContentPartPr/>
              <p14:nvPr/>
            </p14:nvContentPartPr>
            <p14:xfrm>
              <a:off x="793200" y="1408440"/>
              <a:ext cx="1283760" cy="4752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B42329-5F51-0FC7-E5B2-7213D862313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7080" y="1402320"/>
                <a:ext cx="129600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A7BBBD7-5B7D-F0B2-A8A5-21B0E2542A08}"/>
                  </a:ext>
                </a:extLst>
              </p14:cNvPr>
              <p14:cNvContentPartPr/>
              <p14:nvPr/>
            </p14:nvContentPartPr>
            <p14:xfrm>
              <a:off x="5477520" y="1257240"/>
              <a:ext cx="1474920" cy="553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A7BBBD7-5B7D-F0B2-A8A5-21B0E2542A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71400" y="1251120"/>
                <a:ext cx="1487160" cy="56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B2565768-1615-ED7B-059C-DDDB5321094C}"/>
              </a:ext>
            </a:extLst>
          </p:cNvPr>
          <p:cNvGrpSpPr/>
          <p:nvPr/>
        </p:nvGrpSpPr>
        <p:grpSpPr>
          <a:xfrm>
            <a:off x="1034760" y="1701480"/>
            <a:ext cx="3126960" cy="1567080"/>
            <a:chOff x="1034760" y="1701480"/>
            <a:chExt cx="3126960" cy="15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8796B3-9EAB-0D3B-9238-745F10DF9135}"/>
                    </a:ext>
                  </a:extLst>
                </p14:cNvPr>
                <p14:cNvContentPartPr/>
                <p14:nvPr/>
              </p14:nvContentPartPr>
              <p14:xfrm>
                <a:off x="1962480" y="2638200"/>
                <a:ext cx="925200" cy="32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8796B3-9EAB-0D3B-9238-745F10DF91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56360" y="2632080"/>
                  <a:ext cx="937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C49EAA-EB03-B7A9-A6D9-5CE116C5C40C}"/>
                    </a:ext>
                  </a:extLst>
                </p14:cNvPr>
                <p14:cNvContentPartPr/>
                <p14:nvPr/>
              </p14:nvContentPartPr>
              <p14:xfrm>
                <a:off x="2152200" y="1707960"/>
                <a:ext cx="285120" cy="381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C49EAA-EB03-B7A9-A6D9-5CE116C5C4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46080" y="1701840"/>
                  <a:ext cx="2973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A7557A-3BED-D138-5920-C07843F55C15}"/>
                    </a:ext>
                  </a:extLst>
                </p14:cNvPr>
                <p14:cNvContentPartPr/>
                <p14:nvPr/>
              </p14:nvContentPartPr>
              <p14:xfrm>
                <a:off x="2652600" y="1853760"/>
                <a:ext cx="69480" cy="19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A7557A-3BED-D138-5920-C07843F55C1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46480" y="1847640"/>
                  <a:ext cx="81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8CC0A81-A368-409D-1189-FA6E0D430792}"/>
                    </a:ext>
                  </a:extLst>
                </p14:cNvPr>
                <p14:cNvContentPartPr/>
                <p14:nvPr/>
              </p14:nvContentPartPr>
              <p14:xfrm>
                <a:off x="2793720" y="1961760"/>
                <a:ext cx="42120" cy="12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8CC0A81-A368-409D-1189-FA6E0D4307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87600" y="1955640"/>
                  <a:ext cx="54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9A8AD6-E09F-87C8-4E23-601C86D430FD}"/>
                    </a:ext>
                  </a:extLst>
                </p14:cNvPr>
                <p14:cNvContentPartPr/>
                <p14:nvPr/>
              </p14:nvContentPartPr>
              <p14:xfrm>
                <a:off x="2886960" y="1752960"/>
                <a:ext cx="259200" cy="253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9A8AD6-E09F-87C8-4E23-601C86D430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80840" y="1746840"/>
                  <a:ext cx="271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5F6C11-7607-4263-4B0E-5EA2F0A612C0}"/>
                    </a:ext>
                  </a:extLst>
                </p14:cNvPr>
                <p14:cNvContentPartPr/>
                <p14:nvPr/>
              </p14:nvContentPartPr>
              <p14:xfrm>
                <a:off x="3289800" y="1771320"/>
                <a:ext cx="31320" cy="12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5F6C11-7607-4263-4B0E-5EA2F0A612C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83680" y="1765200"/>
                  <a:ext cx="43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15D484-D8FC-44E4-4792-1908557C5E63}"/>
                    </a:ext>
                  </a:extLst>
                </p14:cNvPr>
                <p14:cNvContentPartPr/>
                <p14:nvPr/>
              </p14:nvContentPartPr>
              <p14:xfrm>
                <a:off x="3231840" y="1809480"/>
                <a:ext cx="212040" cy="116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15D484-D8FC-44E4-4792-1908557C5E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25720" y="1803360"/>
                  <a:ext cx="224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332DD7-DB8B-981D-D8FA-C562A939A0A3}"/>
                    </a:ext>
                  </a:extLst>
                </p14:cNvPr>
                <p14:cNvContentPartPr/>
                <p14:nvPr/>
              </p14:nvContentPartPr>
              <p14:xfrm>
                <a:off x="3510120" y="1838280"/>
                <a:ext cx="80280" cy="35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332DD7-DB8B-981D-D8FA-C562A939A0A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4000" y="1832160"/>
                  <a:ext cx="92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D47CF0-557F-B513-6944-31FB315279A3}"/>
                    </a:ext>
                  </a:extLst>
                </p14:cNvPr>
                <p14:cNvContentPartPr/>
                <p14:nvPr/>
              </p14:nvContentPartPr>
              <p14:xfrm>
                <a:off x="3466920" y="1796880"/>
                <a:ext cx="101880" cy="121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D47CF0-557F-B513-6944-31FB315279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60800" y="1790760"/>
                  <a:ext cx="114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9306EA6-DCAB-1CFB-EE23-AD527188902A}"/>
                    </a:ext>
                  </a:extLst>
                </p14:cNvPr>
                <p14:cNvContentPartPr/>
                <p14:nvPr/>
              </p14:nvContentPartPr>
              <p14:xfrm>
                <a:off x="3619200" y="1701480"/>
                <a:ext cx="245880" cy="242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9306EA6-DCAB-1CFB-EE23-AD52718890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13080" y="1695360"/>
                  <a:ext cx="258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7ECE30C-F75A-DC48-09ED-7A40B416DA0E}"/>
                    </a:ext>
                  </a:extLst>
                </p14:cNvPr>
                <p14:cNvContentPartPr/>
                <p14:nvPr/>
              </p14:nvContentPartPr>
              <p14:xfrm>
                <a:off x="2552520" y="2237880"/>
                <a:ext cx="295560" cy="326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7ECE30C-F75A-DC48-09ED-7A40B416DA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46400" y="2231760"/>
                  <a:ext cx="307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A24B20-558D-6BC3-4BF4-2966CCAB5AAF}"/>
                    </a:ext>
                  </a:extLst>
                </p14:cNvPr>
                <p14:cNvContentPartPr/>
                <p14:nvPr/>
              </p14:nvContentPartPr>
              <p14:xfrm>
                <a:off x="2951040" y="2311680"/>
                <a:ext cx="175320" cy="69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A24B20-558D-6BC3-4BF4-2966CCAB5A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44920" y="2305560"/>
                  <a:ext cx="187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77F779-0485-03A8-D72E-B854E105C85B}"/>
                    </a:ext>
                  </a:extLst>
                </p14:cNvPr>
                <p14:cNvContentPartPr/>
                <p14:nvPr/>
              </p14:nvContentPartPr>
              <p14:xfrm>
                <a:off x="3016200" y="2409960"/>
                <a:ext cx="75240" cy="40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77F779-0485-03A8-D72E-B854E105C85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10080" y="2403840"/>
                  <a:ext cx="87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ED4D6F-1EB3-C24D-1D5C-7C4080361611}"/>
                    </a:ext>
                  </a:extLst>
                </p14:cNvPr>
                <p14:cNvContentPartPr/>
                <p14:nvPr/>
              </p14:nvContentPartPr>
              <p14:xfrm>
                <a:off x="3225720" y="2317440"/>
                <a:ext cx="13320" cy="88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ED4D6F-1EB3-C24D-1D5C-7C40803616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19600" y="2311320"/>
                  <a:ext cx="25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1F7BED3-80E2-5C5E-8714-2678DBA44894}"/>
                    </a:ext>
                  </a:extLst>
                </p14:cNvPr>
                <p14:cNvContentPartPr/>
                <p14:nvPr/>
              </p14:nvContentPartPr>
              <p14:xfrm>
                <a:off x="3327960" y="2247600"/>
                <a:ext cx="55800" cy="141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1F7BED3-80E2-5C5E-8714-2678DBA4489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21840" y="2241480"/>
                  <a:ext cx="68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DEAF8E-4014-2E6A-3622-1FC60BCED9D9}"/>
                    </a:ext>
                  </a:extLst>
                </p14:cNvPr>
                <p14:cNvContentPartPr/>
                <p14:nvPr/>
              </p14:nvContentPartPr>
              <p14:xfrm>
                <a:off x="3428760" y="2268120"/>
                <a:ext cx="147240" cy="172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DEAF8E-4014-2E6A-3622-1FC60BCED9D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22640" y="2262000"/>
                  <a:ext cx="159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88F1DF5-594E-7CFA-5258-7D479D5E35F0}"/>
                    </a:ext>
                  </a:extLst>
                </p14:cNvPr>
                <p14:cNvContentPartPr/>
                <p14:nvPr/>
              </p14:nvContentPartPr>
              <p14:xfrm>
                <a:off x="3486000" y="2251560"/>
                <a:ext cx="1440" cy="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88F1DF5-594E-7CFA-5258-7D479D5E35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79880" y="2245440"/>
                  <a:ext cx="136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BAF6FC-9E87-D6A9-52BD-F2F3AA1CF4CF}"/>
                    </a:ext>
                  </a:extLst>
                </p14:cNvPr>
                <p14:cNvContentPartPr/>
                <p14:nvPr/>
              </p14:nvContentPartPr>
              <p14:xfrm>
                <a:off x="3567000" y="2222040"/>
                <a:ext cx="195480" cy="185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BAF6FC-9E87-D6A9-52BD-F2F3AA1CF4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60880" y="2215920"/>
                  <a:ext cx="207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A585B6-08A6-CBE7-0792-6CF4ABA0FA8B}"/>
                    </a:ext>
                  </a:extLst>
                </p14:cNvPr>
                <p14:cNvContentPartPr/>
                <p14:nvPr/>
              </p14:nvContentPartPr>
              <p14:xfrm>
                <a:off x="3752760" y="2295840"/>
                <a:ext cx="120960" cy="34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A585B6-08A6-CBE7-0792-6CF4ABA0FA8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46640" y="2289720"/>
                  <a:ext cx="133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F3C529-C385-F4C2-A171-3D388F2E7C70}"/>
                    </a:ext>
                  </a:extLst>
                </p14:cNvPr>
                <p14:cNvContentPartPr/>
                <p14:nvPr/>
              </p14:nvContentPartPr>
              <p14:xfrm>
                <a:off x="3758880" y="2235000"/>
                <a:ext cx="159840" cy="223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F3C529-C385-F4C2-A171-3D388F2E7C7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52760" y="2228880"/>
                  <a:ext cx="172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2456631-E0C4-729B-B5D8-95643DA7EB0D}"/>
                    </a:ext>
                  </a:extLst>
                </p14:cNvPr>
                <p14:cNvContentPartPr/>
                <p14:nvPr/>
              </p14:nvContentPartPr>
              <p14:xfrm>
                <a:off x="3910440" y="2094240"/>
                <a:ext cx="251280" cy="255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2456631-E0C4-729B-B5D8-95643DA7EB0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04320" y="2088120"/>
                  <a:ext cx="263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4429B0-2B3D-77B5-B79A-AB08094BC079}"/>
                    </a:ext>
                  </a:extLst>
                </p14:cNvPr>
                <p14:cNvContentPartPr/>
                <p14:nvPr/>
              </p14:nvContentPartPr>
              <p14:xfrm>
                <a:off x="3104040" y="2665560"/>
                <a:ext cx="130320" cy="58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4429B0-2B3D-77B5-B79A-AB08094BC07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97920" y="2659440"/>
                  <a:ext cx="142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9BDB80-79C9-DAE5-F0C5-CCB2CF6F9B8C}"/>
                    </a:ext>
                  </a:extLst>
                </p14:cNvPr>
                <p14:cNvContentPartPr/>
                <p14:nvPr/>
              </p14:nvContentPartPr>
              <p14:xfrm>
                <a:off x="3250920" y="2759520"/>
                <a:ext cx="28080" cy="2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9BDB80-79C9-DAE5-F0C5-CCB2CF6F9B8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44800" y="2753400"/>
                  <a:ext cx="403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DF5825-A181-C608-5BBC-D7DFA65DD5B9}"/>
                    </a:ext>
                  </a:extLst>
                </p14:cNvPr>
                <p14:cNvContentPartPr/>
                <p14:nvPr/>
              </p14:nvContentPartPr>
              <p14:xfrm>
                <a:off x="3441360" y="2526240"/>
                <a:ext cx="149040" cy="180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DF5825-A181-C608-5BBC-D7DFA65DD5B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35240" y="2520120"/>
                  <a:ext cx="161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C6E1B8-1F24-AD79-8FDE-79DEA6B0A352}"/>
                    </a:ext>
                  </a:extLst>
                </p14:cNvPr>
                <p14:cNvContentPartPr/>
                <p14:nvPr/>
              </p14:nvContentPartPr>
              <p14:xfrm>
                <a:off x="1205040" y="2829000"/>
                <a:ext cx="920520" cy="439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C6E1B8-1F24-AD79-8FDE-79DEA6B0A3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98920" y="2822880"/>
                  <a:ext cx="9327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DE6A11F-30AC-FE8D-BD60-E32BF3D39CBB}"/>
                    </a:ext>
                  </a:extLst>
                </p14:cNvPr>
                <p14:cNvContentPartPr/>
                <p14:nvPr/>
              </p14:nvContentPartPr>
              <p14:xfrm>
                <a:off x="1644600" y="2166960"/>
                <a:ext cx="454320" cy="271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DE6A11F-30AC-FE8D-BD60-E32BF3D39C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38480" y="2160840"/>
                  <a:ext cx="466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AFE66E-3891-F647-06BA-0531D58481C2}"/>
                    </a:ext>
                  </a:extLst>
                </p14:cNvPr>
                <p14:cNvContentPartPr/>
                <p14:nvPr/>
              </p14:nvContentPartPr>
              <p14:xfrm>
                <a:off x="1727040" y="2501760"/>
                <a:ext cx="199800" cy="115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AFE66E-3891-F647-06BA-0531D58481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20920" y="2495640"/>
                  <a:ext cx="212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55E627-C0A0-B3B8-933C-3875DCDEA237}"/>
                    </a:ext>
                  </a:extLst>
                </p14:cNvPr>
                <p14:cNvContentPartPr/>
                <p14:nvPr/>
              </p14:nvContentPartPr>
              <p14:xfrm>
                <a:off x="1034760" y="2170560"/>
                <a:ext cx="890280" cy="739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55E627-C0A0-B3B8-933C-3875DCDEA23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8640" y="2164440"/>
                  <a:ext cx="902520" cy="75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AD094FD-1A9D-7D94-D879-F8068888E710}"/>
              </a:ext>
            </a:extLst>
          </p:cNvPr>
          <p:cNvGrpSpPr/>
          <p:nvPr/>
        </p:nvGrpSpPr>
        <p:grpSpPr>
          <a:xfrm>
            <a:off x="5447640" y="2346240"/>
            <a:ext cx="1328400" cy="629640"/>
            <a:chOff x="5447640" y="2346240"/>
            <a:chExt cx="132840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F968FA3-818E-A8B8-095E-697061DDF26E}"/>
                    </a:ext>
                  </a:extLst>
                </p14:cNvPr>
                <p14:cNvContentPartPr/>
                <p14:nvPr/>
              </p14:nvContentPartPr>
              <p14:xfrm>
                <a:off x="6349800" y="2659080"/>
                <a:ext cx="177120" cy="10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F968FA3-818E-A8B8-095E-697061DDF26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3680" y="2652960"/>
                  <a:ext cx="189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A78876-B44D-5A03-C54E-7E18D6B8A719}"/>
                    </a:ext>
                  </a:extLst>
                </p14:cNvPr>
                <p14:cNvContentPartPr/>
                <p14:nvPr/>
              </p14:nvContentPartPr>
              <p14:xfrm>
                <a:off x="6343320" y="2346240"/>
                <a:ext cx="432720" cy="137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A78876-B44D-5A03-C54E-7E18D6B8A71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37200" y="2340120"/>
                  <a:ext cx="444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A44E34-1513-D0C6-8735-29B7E92D5213}"/>
                    </a:ext>
                  </a:extLst>
                </p14:cNvPr>
                <p14:cNvContentPartPr/>
                <p14:nvPr/>
              </p14:nvContentPartPr>
              <p14:xfrm>
                <a:off x="5447640" y="2361000"/>
                <a:ext cx="993960" cy="614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A44E34-1513-D0C6-8735-29B7E92D52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41520" y="2354880"/>
                  <a:ext cx="1006200" cy="62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56B37F6-4AC3-36E9-C0E8-F1B9CDE5BC93}"/>
                  </a:ext>
                </a:extLst>
              </p14:cNvPr>
              <p14:cNvContentPartPr/>
              <p14:nvPr/>
            </p14:nvContentPartPr>
            <p14:xfrm>
              <a:off x="5850120" y="2285760"/>
              <a:ext cx="401400" cy="6530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56B37F6-4AC3-36E9-C0E8-F1B9CDE5BC9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796120" y="2178120"/>
                <a:ext cx="509040" cy="8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1639DCF-8911-D0E7-1312-DF8D538398C8}"/>
                  </a:ext>
                </a:extLst>
              </p14:cNvPr>
              <p14:cNvContentPartPr/>
              <p14:nvPr/>
            </p14:nvContentPartPr>
            <p14:xfrm>
              <a:off x="1241760" y="2284680"/>
              <a:ext cx="538200" cy="4219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1639DCF-8911-D0E7-1312-DF8D538398C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88120" y="2177040"/>
                <a:ext cx="645840" cy="63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46AD803-33AC-9A5A-01C8-75D9B34E1505}"/>
                  </a:ext>
                </a:extLst>
              </p14:cNvPr>
              <p14:cNvContentPartPr/>
              <p14:nvPr/>
            </p14:nvContentPartPr>
            <p14:xfrm>
              <a:off x="9359800" y="3231480"/>
              <a:ext cx="1318320" cy="968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46AD803-33AC-9A5A-01C8-75D9B34E150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305800" y="3123480"/>
                <a:ext cx="14259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7416183-08CF-8855-7782-794F31FB6FED}"/>
                  </a:ext>
                </a:extLst>
              </p14:cNvPr>
              <p14:cNvContentPartPr/>
              <p14:nvPr/>
            </p14:nvContentPartPr>
            <p14:xfrm>
              <a:off x="5886120" y="3321000"/>
              <a:ext cx="307800" cy="95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7416183-08CF-8855-7782-794F31FB6FE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880000" y="3314880"/>
                <a:ext cx="3200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3DF28EB-1069-9909-3C82-E917A95F7E22}"/>
                  </a:ext>
                </a:extLst>
              </p14:cNvPr>
              <p14:cNvContentPartPr/>
              <p14:nvPr/>
            </p14:nvContentPartPr>
            <p14:xfrm>
              <a:off x="6407040" y="3142080"/>
              <a:ext cx="140400" cy="36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3DF28EB-1069-9909-3C82-E917A95F7E2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400920" y="3135960"/>
                <a:ext cx="1526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94D40BF-7FF6-82E6-933E-986080CC8B91}"/>
                  </a:ext>
                </a:extLst>
              </p14:cNvPr>
              <p14:cNvContentPartPr/>
              <p14:nvPr/>
            </p14:nvContentPartPr>
            <p14:xfrm>
              <a:off x="1288920" y="2559240"/>
              <a:ext cx="54360" cy="205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94D40BF-7FF6-82E6-933E-986080CC8B9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282800" y="2553120"/>
                <a:ext cx="666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0DEADBC-6BA0-88DC-8BA7-0205BE4315DE}"/>
                  </a:ext>
                </a:extLst>
              </p14:cNvPr>
              <p14:cNvContentPartPr/>
              <p14:nvPr/>
            </p14:nvContentPartPr>
            <p14:xfrm>
              <a:off x="1238160" y="2743200"/>
              <a:ext cx="95400" cy="190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0DEADBC-6BA0-88DC-8BA7-0205BE4315D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232040" y="2737080"/>
                <a:ext cx="107640" cy="3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idea, now with physics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toy pattern to cart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108960" cy="192024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input number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output number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ŷ = w x + 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Toy example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325880"/>
            <a:ext cx="3108960" cy="192024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position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position ≈ w time + 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Physics example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0" y="1325880"/>
            <a:ext cx="3108960" cy="192024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→ measure loss → update parameters → repeat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5820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Same ML loop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context changes. The learning idea stays the same.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In the physics example, what does w mean physically?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F6AC-5930-9D6D-B055-EB7AE9B6CA26}"/>
              </a:ext>
            </a:extLst>
          </p:cNvPr>
          <p:cNvGrpSpPr/>
          <p:nvPr/>
        </p:nvGrpSpPr>
        <p:grpSpPr>
          <a:xfrm>
            <a:off x="734160" y="1953000"/>
            <a:ext cx="1905480" cy="694080"/>
            <a:chOff x="734160" y="1953000"/>
            <a:chExt cx="1905480" cy="69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653C4A-1B9A-0A22-A788-4368F9D99036}"/>
                    </a:ext>
                  </a:extLst>
                </p14:cNvPr>
                <p14:cNvContentPartPr/>
                <p14:nvPr/>
              </p14:nvContentPartPr>
              <p14:xfrm>
                <a:off x="1999920" y="1953000"/>
                <a:ext cx="462960" cy="16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653C4A-1B9A-0A22-A788-4368F9D9903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93800" y="1946880"/>
                  <a:ext cx="475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578269-2595-ED54-9652-4909FA787DB9}"/>
                    </a:ext>
                  </a:extLst>
                </p14:cNvPr>
                <p14:cNvContentPartPr/>
                <p14:nvPr/>
              </p14:nvContentPartPr>
              <p14:xfrm>
                <a:off x="2184240" y="2137320"/>
                <a:ext cx="455400" cy="155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578269-2595-ED54-9652-4909FA787DB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78120" y="2131200"/>
                  <a:ext cx="467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D3F6CE-1E47-C776-1845-0B25600B7982}"/>
                    </a:ext>
                  </a:extLst>
                </p14:cNvPr>
                <p14:cNvContentPartPr/>
                <p14:nvPr/>
              </p14:nvContentPartPr>
              <p14:xfrm>
                <a:off x="761880" y="2584440"/>
                <a:ext cx="291600" cy="59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D3F6CE-1E47-C776-1845-0B25600B798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5760" y="2578320"/>
                  <a:ext cx="303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EF0B795-A05A-78E7-F941-ACC40E279570}"/>
                    </a:ext>
                  </a:extLst>
                </p14:cNvPr>
                <p14:cNvContentPartPr/>
                <p14:nvPr/>
              </p14:nvContentPartPr>
              <p14:xfrm>
                <a:off x="734160" y="2341440"/>
                <a:ext cx="1389240" cy="305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EF0B795-A05A-78E7-F941-ACC40E27957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8040" y="2335320"/>
                  <a:ext cx="140148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D9B9C6B-9D22-ADD8-A214-6C1C56CDCE79}"/>
                  </a:ext>
                </a:extLst>
              </p14:cNvPr>
              <p14:cNvContentPartPr/>
              <p14:nvPr/>
            </p14:nvContentPartPr>
            <p14:xfrm>
              <a:off x="2132040" y="2592000"/>
              <a:ext cx="2414880" cy="2367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D9B9C6B-9D22-ADD8-A214-6C1C56CDCE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25920" y="2585880"/>
                <a:ext cx="2427120" cy="23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18FB996-D91D-92F6-0AAE-7B6950622618}"/>
                  </a:ext>
                </a:extLst>
              </p14:cNvPr>
              <p14:cNvContentPartPr/>
              <p14:nvPr/>
            </p14:nvContentPartPr>
            <p14:xfrm>
              <a:off x="2137080" y="2588400"/>
              <a:ext cx="216360" cy="127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18FB996-D91D-92F6-0AAE-7B69506226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30960" y="2582280"/>
                <a:ext cx="2286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7936F144-F867-EFF3-6D5F-3549474C76D7}"/>
              </a:ext>
            </a:extLst>
          </p:cNvPr>
          <p:cNvGrpSpPr/>
          <p:nvPr/>
        </p:nvGrpSpPr>
        <p:grpSpPr>
          <a:xfrm>
            <a:off x="4521000" y="2039040"/>
            <a:ext cx="1161720" cy="278640"/>
            <a:chOff x="4521000" y="2039040"/>
            <a:chExt cx="11617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DD1108-1CCC-6B29-81B0-FE3FB2F0FE7A}"/>
                    </a:ext>
                  </a:extLst>
                </p14:cNvPr>
                <p14:cNvContentPartPr/>
                <p14:nvPr/>
              </p14:nvContentPartPr>
              <p14:xfrm>
                <a:off x="5232000" y="2039040"/>
                <a:ext cx="214200" cy="107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DD1108-1CCC-6B29-81B0-FE3FB2F0FE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25880" y="2032920"/>
                  <a:ext cx="226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62ACAB-2C15-1C0B-A3FC-8B85663EE653}"/>
                    </a:ext>
                  </a:extLst>
                </p14:cNvPr>
                <p14:cNvContentPartPr/>
                <p14:nvPr/>
              </p14:nvContentPartPr>
              <p14:xfrm>
                <a:off x="5378160" y="2192400"/>
                <a:ext cx="304560" cy="125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62ACAB-2C15-1C0B-A3FC-8B85663EE65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72040" y="2186280"/>
                  <a:ext cx="316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D7EF8C-4A02-7471-C99C-62980E9A3B63}"/>
                    </a:ext>
                  </a:extLst>
                </p14:cNvPr>
                <p14:cNvContentPartPr/>
                <p14:nvPr/>
              </p14:nvContentPartPr>
              <p14:xfrm>
                <a:off x="4521000" y="2197080"/>
                <a:ext cx="404280" cy="2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D7EF8C-4A02-7471-C99C-62980E9A3B6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14880" y="2190960"/>
                  <a:ext cx="416520" cy="1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E29E44A-8E9D-8188-85D0-18AAEEFAACE6}"/>
                  </a:ext>
                </a:extLst>
              </p14:cNvPr>
              <p14:cNvContentPartPr/>
              <p14:nvPr/>
            </p14:nvContentPartPr>
            <p14:xfrm>
              <a:off x="4514520" y="2400120"/>
              <a:ext cx="367920" cy="6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E29E44A-8E9D-8188-85D0-18AAEEFAACE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08400" y="2394000"/>
                <a:ext cx="38016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EE8D2DB-63D4-5F22-0AA0-02D5F33621B7}"/>
                  </a:ext>
                </a:extLst>
              </p14:cNvPr>
              <p14:cNvContentPartPr/>
              <p14:nvPr/>
            </p14:nvContentPartPr>
            <p14:xfrm>
              <a:off x="8213920" y="1066680"/>
              <a:ext cx="1545120" cy="718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EE8D2DB-63D4-5F22-0AA0-02D5F33621B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07800" y="1060560"/>
                <a:ext cx="155736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01FAC02-665E-083B-EB86-17292A8520D2}"/>
                  </a:ext>
                </a:extLst>
              </p14:cNvPr>
              <p14:cNvContentPartPr/>
              <p14:nvPr/>
            </p14:nvContentPartPr>
            <p14:xfrm>
              <a:off x="8305720" y="2233440"/>
              <a:ext cx="506160" cy="46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01FAC02-665E-083B-EB86-17292A8520D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99600" y="2227320"/>
                <a:ext cx="5184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0665294-F450-AFFA-8378-90372085ABCD}"/>
                  </a:ext>
                </a:extLst>
              </p14:cNvPr>
              <p14:cNvContentPartPr/>
              <p14:nvPr/>
            </p14:nvContentPartPr>
            <p14:xfrm>
              <a:off x="8985040" y="2241000"/>
              <a:ext cx="701640" cy="961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0665294-F450-AFFA-8378-90372085ABC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78920" y="2234880"/>
                <a:ext cx="71388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9324CC56-36D6-CDE6-439B-31CECFA650EC}"/>
              </a:ext>
            </a:extLst>
          </p:cNvPr>
          <p:cNvGrpSpPr/>
          <p:nvPr/>
        </p:nvGrpSpPr>
        <p:grpSpPr>
          <a:xfrm>
            <a:off x="9175480" y="1538640"/>
            <a:ext cx="2080800" cy="469800"/>
            <a:chOff x="9175480" y="1538640"/>
            <a:chExt cx="20808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8138A04-505B-8317-C8B2-562D1B765C26}"/>
                    </a:ext>
                  </a:extLst>
                </p14:cNvPr>
                <p14:cNvContentPartPr/>
                <p14:nvPr/>
              </p14:nvContentPartPr>
              <p14:xfrm>
                <a:off x="9175480" y="1783800"/>
                <a:ext cx="146520" cy="210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138A04-505B-8317-C8B2-562D1B765C2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69360" y="1777680"/>
                  <a:ext cx="158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D59D84-6F7B-0F67-F30A-3081DBA08FB2}"/>
                    </a:ext>
                  </a:extLst>
                </p14:cNvPr>
                <p14:cNvContentPartPr/>
                <p14:nvPr/>
              </p14:nvContentPartPr>
              <p14:xfrm>
                <a:off x="9347200" y="1687680"/>
                <a:ext cx="553320" cy="320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D59D84-6F7B-0F67-F30A-3081DBA08FB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41080" y="1681560"/>
                  <a:ext cx="5655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ECA325B-6F3A-EEBA-CCBE-0A9EB1209C8B}"/>
                    </a:ext>
                  </a:extLst>
                </p14:cNvPr>
                <p14:cNvContentPartPr/>
                <p14:nvPr/>
              </p14:nvContentPartPr>
              <p14:xfrm>
                <a:off x="10098520" y="1782000"/>
                <a:ext cx="129960" cy="20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ECA325B-6F3A-EEBA-CCBE-0A9EB1209C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92400" y="1775880"/>
                  <a:ext cx="142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0D3B32-5182-F18D-6851-411FD8966E29}"/>
                    </a:ext>
                  </a:extLst>
                </p14:cNvPr>
                <p14:cNvContentPartPr/>
                <p14:nvPr/>
              </p14:nvContentPartPr>
              <p14:xfrm>
                <a:off x="10362040" y="1650960"/>
                <a:ext cx="289800" cy="290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0D3B32-5182-F18D-6851-411FD8966E2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55920" y="1644840"/>
                  <a:ext cx="302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9ED7C02-8A47-F1EB-B0D8-4EF3531750D3}"/>
                    </a:ext>
                  </a:extLst>
                </p14:cNvPr>
                <p14:cNvContentPartPr/>
                <p14:nvPr/>
              </p14:nvContentPartPr>
              <p14:xfrm>
                <a:off x="10684960" y="1688760"/>
                <a:ext cx="168480" cy="170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9ED7C02-8A47-F1EB-B0D8-4EF3531750D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678840" y="1682640"/>
                  <a:ext cx="180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9819CBE-D697-075F-124D-44ACB0565424}"/>
                    </a:ext>
                  </a:extLst>
                </p14:cNvPr>
                <p14:cNvContentPartPr/>
                <p14:nvPr/>
              </p14:nvContentPartPr>
              <p14:xfrm>
                <a:off x="10821040" y="1612800"/>
                <a:ext cx="96480" cy="26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9819CBE-D697-075F-124D-44ACB056542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814920" y="1606680"/>
                  <a:ext cx="108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DBC258C-D383-0672-83A7-ED7EF3DB9DA1}"/>
                    </a:ext>
                  </a:extLst>
                </p14:cNvPr>
                <p14:cNvContentPartPr/>
                <p14:nvPr/>
              </p14:nvContentPartPr>
              <p14:xfrm>
                <a:off x="10794400" y="1708560"/>
                <a:ext cx="221040" cy="120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DBC258C-D383-0672-83A7-ED7EF3DB9DA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788280" y="1702440"/>
                  <a:ext cx="233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573671-579E-5A6A-84BA-21F287FEED92}"/>
                    </a:ext>
                  </a:extLst>
                </p14:cNvPr>
                <p14:cNvContentPartPr/>
                <p14:nvPr/>
              </p14:nvContentPartPr>
              <p14:xfrm>
                <a:off x="11028760" y="1538640"/>
                <a:ext cx="227520" cy="297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573671-579E-5A6A-84BA-21F287FEED9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22640" y="1532520"/>
                  <a:ext cx="23976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575C43E-F5E9-F867-416C-3C6FE0B901FB}"/>
                  </a:ext>
                </a:extLst>
              </p14:cNvPr>
              <p14:cNvContentPartPr/>
              <p14:nvPr/>
            </p14:nvContentPartPr>
            <p14:xfrm>
              <a:off x="9010600" y="2310840"/>
              <a:ext cx="514080" cy="460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575C43E-F5E9-F867-416C-3C6FE0B901F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004480" y="2304720"/>
                <a:ext cx="52632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755F1F84-FBFB-12FF-4B5F-8160D60C5C57}"/>
              </a:ext>
            </a:extLst>
          </p:cNvPr>
          <p:cNvGrpSpPr/>
          <p:nvPr/>
        </p:nvGrpSpPr>
        <p:grpSpPr>
          <a:xfrm>
            <a:off x="9016720" y="2292120"/>
            <a:ext cx="1323720" cy="635760"/>
            <a:chOff x="9016720" y="2292120"/>
            <a:chExt cx="132372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C054CF1-3FBC-58CB-ACED-7559367363E7}"/>
                    </a:ext>
                  </a:extLst>
                </p14:cNvPr>
                <p14:cNvContentPartPr/>
                <p14:nvPr/>
              </p14:nvContentPartPr>
              <p14:xfrm>
                <a:off x="9234520" y="2292120"/>
                <a:ext cx="88920" cy="274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C054CF1-3FBC-58CB-ACED-7559367363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28400" y="2286000"/>
                  <a:ext cx="101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15E9F2A-C1A9-8786-DCFA-3783FB316048}"/>
                    </a:ext>
                  </a:extLst>
                </p14:cNvPr>
                <p14:cNvContentPartPr/>
                <p14:nvPr/>
              </p14:nvContentPartPr>
              <p14:xfrm>
                <a:off x="9016720" y="2626560"/>
                <a:ext cx="196200" cy="301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15E9F2A-C1A9-8786-DCFA-3783FB31604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10600" y="2620440"/>
                  <a:ext cx="2084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D88F6E-F6E1-86C9-1B79-4B4E0BD76B70}"/>
                    </a:ext>
                  </a:extLst>
                </p14:cNvPr>
                <p14:cNvContentPartPr/>
                <p14:nvPr/>
              </p14:nvContentPartPr>
              <p14:xfrm>
                <a:off x="9080440" y="2673720"/>
                <a:ext cx="228240" cy="61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D88F6E-F6E1-86C9-1B79-4B4E0BD76B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74320" y="2667600"/>
                  <a:ext cx="240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6FE6BA8-1450-632B-CC86-201A6E889F47}"/>
                    </a:ext>
                  </a:extLst>
                </p14:cNvPr>
                <p14:cNvContentPartPr/>
                <p14:nvPr/>
              </p14:nvContentPartPr>
              <p14:xfrm>
                <a:off x="9264400" y="2498400"/>
                <a:ext cx="1076040" cy="375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6FE6BA8-1450-632B-CC86-201A6E889F4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258280" y="2492280"/>
                  <a:ext cx="1088280" cy="3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84B9212-94A3-2B99-98BD-B3F5CF841827}"/>
                  </a:ext>
                </a:extLst>
              </p14:cNvPr>
              <p14:cNvContentPartPr/>
              <p14:nvPr/>
            </p14:nvContentPartPr>
            <p14:xfrm>
              <a:off x="10033000" y="2342880"/>
              <a:ext cx="843480" cy="26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84B9212-94A3-2B99-98BD-B3F5CF84182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026880" y="2336760"/>
                <a:ext cx="8557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B5874B2-165A-43F8-04FB-AEA4231AF672}"/>
                  </a:ext>
                </a:extLst>
              </p14:cNvPr>
              <p14:cNvContentPartPr/>
              <p14:nvPr/>
            </p14:nvContentPartPr>
            <p14:xfrm>
              <a:off x="8477080" y="2543760"/>
              <a:ext cx="93600" cy="28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B5874B2-165A-43F8-04FB-AEA4231AF67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470960" y="2537640"/>
                <a:ext cx="10584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61807DB-22BE-B229-69FE-FE642887BB3F}"/>
                  </a:ext>
                </a:extLst>
              </p14:cNvPr>
              <p14:cNvContentPartPr/>
              <p14:nvPr/>
            </p14:nvContentPartPr>
            <p14:xfrm>
              <a:off x="8193400" y="2048040"/>
              <a:ext cx="752760" cy="250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61807DB-22BE-B229-69FE-FE642887BB3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187280" y="2041920"/>
                <a:ext cx="765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2D9C0AD-2D9E-375A-DA80-699F733C0A3C}"/>
                  </a:ext>
                </a:extLst>
              </p14:cNvPr>
              <p14:cNvContentPartPr/>
              <p14:nvPr/>
            </p14:nvContentPartPr>
            <p14:xfrm>
              <a:off x="9073960" y="2255760"/>
              <a:ext cx="344160" cy="56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2D9C0AD-2D9E-375A-DA80-699F733C0A3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067840" y="2249640"/>
                <a:ext cx="356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9951DD8-BD1C-E366-6B64-ED89FC7AA9B4}"/>
                  </a:ext>
                </a:extLst>
              </p14:cNvPr>
              <p14:cNvContentPartPr/>
              <p14:nvPr/>
            </p14:nvContentPartPr>
            <p14:xfrm>
              <a:off x="10140640" y="2103840"/>
              <a:ext cx="1959840" cy="3117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9951DD8-BD1C-E366-6B64-ED89FC7AA9B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134520" y="2097720"/>
                <a:ext cx="1972080" cy="32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D9C59442-4BF6-71E3-D9AB-42DC744B7438}"/>
              </a:ext>
            </a:extLst>
          </p:cNvPr>
          <p:cNvGrpSpPr/>
          <p:nvPr/>
        </p:nvGrpSpPr>
        <p:grpSpPr>
          <a:xfrm>
            <a:off x="325560" y="4489250"/>
            <a:ext cx="9046600" cy="2110390"/>
            <a:chOff x="325560" y="4489250"/>
            <a:chExt cx="9046600" cy="211039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3238A64-D395-5ED2-8AD5-CD43123D2B36}"/>
                    </a:ext>
                  </a:extLst>
                </p14:cNvPr>
                <p14:cNvContentPartPr/>
                <p14:nvPr/>
              </p14:nvContentPartPr>
              <p14:xfrm>
                <a:off x="2884080" y="4979160"/>
                <a:ext cx="565560" cy="29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3238A64-D395-5ED2-8AD5-CD43123D2B3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877960" y="4973040"/>
                  <a:ext cx="577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0203E14-4932-C9E2-5A8E-D305AD6E155D}"/>
                    </a:ext>
                  </a:extLst>
                </p14:cNvPr>
                <p14:cNvContentPartPr/>
                <p14:nvPr/>
              </p14:nvContentPartPr>
              <p14:xfrm>
                <a:off x="3349200" y="4932720"/>
                <a:ext cx="10080" cy="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0203E14-4932-C9E2-5A8E-D305AD6E155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43080" y="4926600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E1711D6-FB22-C4D6-301D-C54A35F1C65A}"/>
                    </a:ext>
                  </a:extLst>
                </p14:cNvPr>
                <p14:cNvContentPartPr/>
                <p14:nvPr/>
              </p14:nvContentPartPr>
              <p14:xfrm>
                <a:off x="3346320" y="4908240"/>
                <a:ext cx="167040" cy="13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E1711D6-FB22-C4D6-301D-C54A35F1C6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340200" y="4902120"/>
                  <a:ext cx="179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FC830F-9BD0-36AC-56DC-2893AC2AB210}"/>
                    </a:ext>
                  </a:extLst>
                </p14:cNvPr>
                <p14:cNvContentPartPr/>
                <p14:nvPr/>
              </p14:nvContentPartPr>
              <p14:xfrm>
                <a:off x="3525240" y="4745520"/>
                <a:ext cx="23400" cy="634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FC830F-9BD0-36AC-56DC-2893AC2AB21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19120" y="4739400"/>
                  <a:ext cx="3564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BCB702-2B42-3812-7396-65B95D476489}"/>
                    </a:ext>
                  </a:extLst>
                </p14:cNvPr>
                <p14:cNvContentPartPr/>
                <p14:nvPr/>
              </p14:nvContentPartPr>
              <p14:xfrm>
                <a:off x="3511560" y="4634640"/>
                <a:ext cx="2001240" cy="802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BCB702-2B42-3812-7396-65B95D47648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05440" y="4628520"/>
                  <a:ext cx="201348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D162DF-2973-4783-302F-2794DFBBFFA8}"/>
                    </a:ext>
                  </a:extLst>
                </p14:cNvPr>
                <p14:cNvContentPartPr/>
                <p14:nvPr/>
              </p14:nvContentPartPr>
              <p14:xfrm>
                <a:off x="5418120" y="4883040"/>
                <a:ext cx="433800" cy="5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D162DF-2973-4783-302F-2794DFBBFFA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412000" y="4876920"/>
                  <a:ext cx="446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108CBA-22B9-AF50-F129-A70E26FF3D32}"/>
                    </a:ext>
                  </a:extLst>
                </p14:cNvPr>
                <p14:cNvContentPartPr/>
                <p14:nvPr/>
              </p14:nvContentPartPr>
              <p14:xfrm>
                <a:off x="5810160" y="4889160"/>
                <a:ext cx="91440" cy="12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108CBA-22B9-AF50-F129-A70E26FF3D3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04040" y="4883040"/>
                  <a:ext cx="103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28D6030-8E28-74A2-4A95-B4CA4F42D3F3}"/>
                    </a:ext>
                  </a:extLst>
                </p14:cNvPr>
                <p14:cNvContentPartPr/>
                <p14:nvPr/>
              </p14:nvContentPartPr>
              <p14:xfrm>
                <a:off x="2210160" y="4927320"/>
                <a:ext cx="424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28D6030-8E28-74A2-4A95-B4CA4F42D3F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204040" y="4921200"/>
                  <a:ext cx="54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45F7580-6D1D-CE3E-BF55-FD43AA1B7A66}"/>
                    </a:ext>
                  </a:extLst>
                </p14:cNvPr>
                <p14:cNvContentPartPr/>
                <p14:nvPr/>
              </p14:nvContentPartPr>
              <p14:xfrm>
                <a:off x="2336520" y="4925880"/>
                <a:ext cx="345960" cy="363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45F7580-6D1D-CE3E-BF55-FD43AA1B7A6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30400" y="4919760"/>
                  <a:ext cx="3582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1E9222-A12A-6898-70B2-7B9DEDE0AF75}"/>
                    </a:ext>
                  </a:extLst>
                </p14:cNvPr>
                <p14:cNvContentPartPr/>
                <p14:nvPr/>
              </p14:nvContentPartPr>
              <p14:xfrm>
                <a:off x="2754480" y="4914720"/>
                <a:ext cx="131400" cy="143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1E9222-A12A-6898-70B2-7B9DEDE0AF7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748360" y="4908600"/>
                  <a:ext cx="143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B5B75D-1FFB-924E-5FF2-E34E90DF0AF5}"/>
                    </a:ext>
                  </a:extLst>
                </p14:cNvPr>
                <p14:cNvContentPartPr/>
                <p14:nvPr/>
              </p14:nvContentPartPr>
              <p14:xfrm>
                <a:off x="2907480" y="4775040"/>
                <a:ext cx="128520" cy="258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B5B75D-1FFB-924E-5FF2-E34E90DF0A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01360" y="4768920"/>
                  <a:ext cx="140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00D65B-30CF-F88A-2FFA-CC0BE8DC315E}"/>
                    </a:ext>
                  </a:extLst>
                </p14:cNvPr>
                <p14:cNvContentPartPr/>
                <p14:nvPr/>
              </p14:nvContentPartPr>
              <p14:xfrm>
                <a:off x="2879760" y="4863960"/>
                <a:ext cx="168120" cy="57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00D65B-30CF-F88A-2FFA-CC0BE8DC315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73640" y="4857840"/>
                  <a:ext cx="180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1BD92D-8401-333A-C327-995C5CBA083D}"/>
                    </a:ext>
                  </a:extLst>
                </p14:cNvPr>
                <p14:cNvContentPartPr/>
                <p14:nvPr/>
              </p14:nvContentPartPr>
              <p14:xfrm>
                <a:off x="5991960" y="4933800"/>
                <a:ext cx="163440" cy="155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1BD92D-8401-333A-C327-995C5CBA083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85840" y="4927680"/>
                  <a:ext cx="175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276D5E-244D-E26C-541C-3F225AD50405}"/>
                    </a:ext>
                  </a:extLst>
                </p14:cNvPr>
                <p14:cNvContentPartPr/>
                <p14:nvPr/>
              </p14:nvContentPartPr>
              <p14:xfrm>
                <a:off x="6210120" y="4812120"/>
                <a:ext cx="551520" cy="47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276D5E-244D-E26C-541C-3F225AD5040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204000" y="4806000"/>
                  <a:ext cx="5637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8A362CE-EC0A-72BE-3FAF-C16520AB780A}"/>
                    </a:ext>
                  </a:extLst>
                </p14:cNvPr>
                <p14:cNvContentPartPr/>
                <p14:nvPr/>
              </p14:nvContentPartPr>
              <p14:xfrm>
                <a:off x="6653280" y="4810320"/>
                <a:ext cx="366480" cy="22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8A362CE-EC0A-72BE-3FAF-C16520AB780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647160" y="4804200"/>
                  <a:ext cx="378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0D66ED0-A50F-21EE-358A-DAEEFCD9C828}"/>
                    </a:ext>
                  </a:extLst>
                </p14:cNvPr>
                <p14:cNvContentPartPr/>
                <p14:nvPr/>
              </p14:nvContentPartPr>
              <p14:xfrm>
                <a:off x="6864240" y="4921560"/>
                <a:ext cx="146160" cy="63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0D66ED0-A50F-21EE-358A-DAEEFCD9C82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858120" y="4915440"/>
                  <a:ext cx="158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57574D3-0D5A-E4CD-E8AB-6979C8E49BC9}"/>
                    </a:ext>
                  </a:extLst>
                </p14:cNvPr>
                <p14:cNvContentPartPr/>
                <p14:nvPr/>
              </p14:nvContentPartPr>
              <p14:xfrm>
                <a:off x="3835200" y="4955400"/>
                <a:ext cx="808200" cy="273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57574D3-0D5A-E4CD-E8AB-6979C8E49BC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29080" y="4949280"/>
                  <a:ext cx="8204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A00BF8-E1E7-2370-80E3-2823BD843780}"/>
                    </a:ext>
                  </a:extLst>
                </p14:cNvPr>
                <p14:cNvContentPartPr/>
                <p14:nvPr/>
              </p14:nvContentPartPr>
              <p14:xfrm>
                <a:off x="4589400" y="4786200"/>
                <a:ext cx="576360" cy="446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A00BF8-E1E7-2370-80E3-2823BD84378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83280" y="4780080"/>
                  <a:ext cx="5886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5D9251-C042-7D02-F997-87ED57FD7CD8}"/>
                    </a:ext>
                  </a:extLst>
                </p14:cNvPr>
                <p14:cNvContentPartPr/>
                <p14:nvPr/>
              </p14:nvContentPartPr>
              <p14:xfrm>
                <a:off x="6162380" y="4936353"/>
                <a:ext cx="492840" cy="236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5D9251-C042-7D02-F997-87ED57FD7CD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56260" y="4930233"/>
                  <a:ext cx="505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FA404E-3674-E214-090D-3712AA34A6FA}"/>
                    </a:ext>
                  </a:extLst>
                </p14:cNvPr>
                <p14:cNvContentPartPr/>
                <p14:nvPr/>
              </p14:nvContentPartPr>
              <p14:xfrm>
                <a:off x="5346640" y="4489250"/>
                <a:ext cx="4025520" cy="19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FA404E-3674-E214-090D-3712AA34A6F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340520" y="4483130"/>
                  <a:ext cx="4037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3A8DDF-EC56-E914-103A-1FB1577B6F94}"/>
                    </a:ext>
                  </a:extLst>
                </p14:cNvPr>
                <p14:cNvContentPartPr/>
                <p14:nvPr/>
              </p14:nvContentPartPr>
              <p14:xfrm>
                <a:off x="325560" y="5238840"/>
                <a:ext cx="5328360" cy="136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3A8DDF-EC56-E914-103A-1FB1577B6F9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9440" y="5232720"/>
                  <a:ext cx="5340600" cy="137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BDAD2F9-E8A3-27C4-0D8A-147C301DB4FA}"/>
              </a:ext>
            </a:extLst>
          </p:cNvPr>
          <p:cNvGrpSpPr/>
          <p:nvPr/>
        </p:nvGrpSpPr>
        <p:grpSpPr>
          <a:xfrm>
            <a:off x="5070720" y="2546280"/>
            <a:ext cx="1146960" cy="199200"/>
            <a:chOff x="5070720" y="2546280"/>
            <a:chExt cx="1146960" cy="19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E247E7C-5610-1A71-920F-99E1BAF07B15}"/>
                    </a:ext>
                  </a:extLst>
                </p14:cNvPr>
                <p14:cNvContentPartPr/>
                <p14:nvPr/>
              </p14:nvContentPartPr>
              <p14:xfrm>
                <a:off x="5180520" y="2576520"/>
                <a:ext cx="373680" cy="39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E247E7C-5610-1A71-920F-99E1BAF07B1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74400" y="2570400"/>
                  <a:ext cx="385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44E571-AD2D-DD4A-2CBB-8CFB3F5CFC3C}"/>
                    </a:ext>
                  </a:extLst>
                </p14:cNvPr>
                <p14:cNvContentPartPr/>
                <p14:nvPr/>
              </p14:nvContentPartPr>
              <p14:xfrm>
                <a:off x="5714760" y="2546280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44E571-AD2D-DD4A-2CBB-8CFB3F5CFC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708640" y="25401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395DA72-ADE6-B829-08BB-4EB0DB129E1B}"/>
                    </a:ext>
                  </a:extLst>
                </p14:cNvPr>
                <p14:cNvContentPartPr/>
                <p14:nvPr/>
              </p14:nvContentPartPr>
              <p14:xfrm>
                <a:off x="5695680" y="2590560"/>
                <a:ext cx="522000" cy="26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395DA72-ADE6-B829-08BB-4EB0DB129E1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689560" y="2584440"/>
                  <a:ext cx="534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E71BCD-8473-31A5-56F9-719E2255AD2C}"/>
                    </a:ext>
                  </a:extLst>
                </p14:cNvPr>
                <p14:cNvContentPartPr/>
                <p14:nvPr/>
              </p14:nvContentPartPr>
              <p14:xfrm>
                <a:off x="5070720" y="2628120"/>
                <a:ext cx="954720" cy="117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E71BCD-8473-31A5-56F9-719E2255AD2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64600" y="2622000"/>
                  <a:ext cx="96696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1444698-8CCF-00CF-4A93-5D8B480D2FE8}"/>
                  </a:ext>
                </a:extLst>
              </p14:cNvPr>
              <p14:cNvContentPartPr/>
              <p14:nvPr/>
            </p14:nvContentPartPr>
            <p14:xfrm>
              <a:off x="5928240" y="2534810"/>
              <a:ext cx="36720" cy="54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1444698-8CCF-00CF-4A93-5D8B480D2FE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922120" y="2528690"/>
                <a:ext cx="4896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6CC5857-43C0-40E1-782B-0C3EA8BCDD4B}"/>
                  </a:ext>
                </a:extLst>
              </p14:cNvPr>
              <p14:cNvContentPartPr/>
              <p14:nvPr/>
            </p14:nvContentPartPr>
            <p14:xfrm>
              <a:off x="5714760" y="2539850"/>
              <a:ext cx="51120" cy="64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6CC5857-43C0-40E1-782B-0C3EA8BCDD4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708640" y="2533730"/>
                <a:ext cx="63360" cy="1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physics-flavored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cart moves; can the computer infer the rule?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measure a cart at different times. The measurements are slightly noisy.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Experiment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74920" y="1234440"/>
            <a:ext cx="6080760" cy="1737360"/>
          </a:xfrm>
          <a:prstGeom prst="rect">
            <a:avLst/>
          </a:prstGeom>
          <a:solidFill>
            <a:srgbClr val="0B1220"/>
          </a:solidFill>
          <a:ln w="6350">
            <a:solidFill>
              <a:srgbClr val="1E293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0.52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1.43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2.36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424160" cy="105156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 model that predicts position from time using only ordinary Python.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355848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If the cart moves at almost constant speed, what shape should time vs position roughly have?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9EFF8BE-BA9D-2D07-B9AB-58C6BB15A49B}"/>
                  </a:ext>
                </a:extLst>
              </p14:cNvPr>
              <p14:cNvContentPartPr/>
              <p14:nvPr/>
            </p14:nvContentPartPr>
            <p14:xfrm>
              <a:off x="577920" y="1363370"/>
              <a:ext cx="1399680" cy="397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9EFF8BE-BA9D-2D07-B9AB-58C6BB15A4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800" y="1357250"/>
                <a:ext cx="14119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CD2119-73CF-F9D0-47EA-E41C08667E9C}"/>
                  </a:ext>
                </a:extLst>
              </p14:cNvPr>
              <p14:cNvContentPartPr/>
              <p14:nvPr/>
            </p14:nvContentPartPr>
            <p14:xfrm>
              <a:off x="6559320" y="681890"/>
              <a:ext cx="145800" cy="888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CD2119-73CF-F9D0-47EA-E41C08667E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3200" y="675770"/>
                <a:ext cx="158040" cy="90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49F115-11AA-C15A-83B3-4E2AD5E720BD}"/>
                  </a:ext>
                </a:extLst>
              </p14:cNvPr>
              <p14:cNvContentPartPr/>
              <p14:nvPr/>
            </p14:nvContentPartPr>
            <p14:xfrm>
              <a:off x="6889440" y="452210"/>
              <a:ext cx="2058840" cy="626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49F115-11AA-C15A-83B3-4E2AD5E720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3320" y="446090"/>
                <a:ext cx="207108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8A09D8-1715-5F26-4671-0FDAD069B3CC}"/>
                  </a:ext>
                </a:extLst>
              </p14:cNvPr>
              <p14:cNvContentPartPr/>
              <p14:nvPr/>
            </p14:nvContentPartPr>
            <p14:xfrm>
              <a:off x="5592360" y="1644530"/>
              <a:ext cx="537480" cy="23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8A09D8-1715-5F26-4671-0FDAD069B3C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86240" y="1638410"/>
                <a:ext cx="54972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C482E74A-3E46-26D4-CB59-3171E45CECD0}"/>
              </a:ext>
            </a:extLst>
          </p:cNvPr>
          <p:cNvGrpSpPr/>
          <p:nvPr/>
        </p:nvGrpSpPr>
        <p:grpSpPr>
          <a:xfrm>
            <a:off x="5930760" y="2938730"/>
            <a:ext cx="2809440" cy="404640"/>
            <a:chOff x="5930760" y="2938730"/>
            <a:chExt cx="280944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CC9E94-DA7B-B346-238B-C4D2A8CD3C9C}"/>
                    </a:ext>
                  </a:extLst>
                </p14:cNvPr>
                <p14:cNvContentPartPr/>
                <p14:nvPr/>
              </p14:nvContentPartPr>
              <p14:xfrm>
                <a:off x="5930760" y="2938730"/>
                <a:ext cx="350640" cy="404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CC9E94-DA7B-B346-238B-C4D2A8CD3C9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24640" y="2932610"/>
                  <a:ext cx="3628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3447E5-D915-DCF0-14C3-82D738367F48}"/>
                    </a:ext>
                  </a:extLst>
                </p14:cNvPr>
                <p14:cNvContentPartPr/>
                <p14:nvPr/>
              </p14:nvContentPartPr>
              <p14:xfrm>
                <a:off x="6562200" y="3137090"/>
                <a:ext cx="111600" cy="4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3447E5-D915-DCF0-14C3-82D738367F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56080" y="3130970"/>
                  <a:ext cx="123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E1DE12E-FAA8-1D0C-C244-6BF62B6D951C}"/>
                    </a:ext>
                  </a:extLst>
                </p14:cNvPr>
                <p14:cNvContentPartPr/>
                <p14:nvPr/>
              </p14:nvContentPartPr>
              <p14:xfrm>
                <a:off x="6641760" y="3218810"/>
                <a:ext cx="162720" cy="1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E1DE12E-FAA8-1D0C-C244-6BF62B6D951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35640" y="3212690"/>
                  <a:ext cx="174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5F57C9-23D3-CA27-92FE-6AB472CF75AC}"/>
                    </a:ext>
                  </a:extLst>
                </p14:cNvPr>
                <p14:cNvContentPartPr/>
                <p14:nvPr/>
              </p14:nvContentPartPr>
              <p14:xfrm>
                <a:off x="6851640" y="2976170"/>
                <a:ext cx="474480" cy="308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5F57C9-23D3-CA27-92FE-6AB472CF75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45520" y="2970050"/>
                  <a:ext cx="4867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52305C-DB5A-22D8-1471-B07A3E7850DB}"/>
                    </a:ext>
                  </a:extLst>
                </p14:cNvPr>
                <p14:cNvContentPartPr/>
                <p14:nvPr/>
              </p14:nvContentPartPr>
              <p14:xfrm>
                <a:off x="7508280" y="2984450"/>
                <a:ext cx="264240" cy="331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52305C-DB5A-22D8-1471-B07A3E7850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02160" y="2978330"/>
                  <a:ext cx="2764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D98924F-E4FC-B1C7-3262-2DF5B8B3C3AA}"/>
                    </a:ext>
                  </a:extLst>
                </p14:cNvPr>
                <p14:cNvContentPartPr/>
                <p14:nvPr/>
              </p14:nvContentPartPr>
              <p14:xfrm>
                <a:off x="7461120" y="3111170"/>
                <a:ext cx="438120" cy="14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D98924F-E4FC-B1C7-3262-2DF5B8B3C3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55000" y="3105050"/>
                  <a:ext cx="450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835F17-ED8D-659F-315A-FD8D6F65F198}"/>
                    </a:ext>
                  </a:extLst>
                </p14:cNvPr>
                <p14:cNvContentPartPr/>
                <p14:nvPr/>
              </p14:nvContentPartPr>
              <p14:xfrm>
                <a:off x="8139360" y="3097130"/>
                <a:ext cx="267840" cy="78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835F17-ED8D-659F-315A-FD8D6F65F19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33240" y="3091010"/>
                  <a:ext cx="280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92178D-5563-F3B5-76FA-0337914891F6}"/>
                    </a:ext>
                  </a:extLst>
                </p14:cNvPr>
                <p14:cNvContentPartPr/>
                <p14:nvPr/>
              </p14:nvContentPartPr>
              <p14:xfrm>
                <a:off x="8241960" y="3066890"/>
                <a:ext cx="89280" cy="15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92178D-5563-F3B5-76FA-0337914891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35840" y="3060770"/>
                  <a:ext cx="101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D5547ED-C409-A51F-09BF-42B6E2DABC87}"/>
                    </a:ext>
                  </a:extLst>
                </p14:cNvPr>
                <p14:cNvContentPartPr/>
                <p14:nvPr/>
              </p14:nvContentPartPr>
              <p14:xfrm>
                <a:off x="8413680" y="2965370"/>
                <a:ext cx="326520" cy="18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D5547ED-C409-A51F-09BF-42B6E2DABC8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07560" y="2959250"/>
                  <a:ext cx="3387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2AC2158-0589-F003-7928-69C94887CC86}"/>
              </a:ext>
            </a:extLst>
          </p:cNvPr>
          <p:cNvGrpSpPr/>
          <p:nvPr/>
        </p:nvGrpSpPr>
        <p:grpSpPr>
          <a:xfrm>
            <a:off x="5994120" y="3447770"/>
            <a:ext cx="2573280" cy="709920"/>
            <a:chOff x="5994120" y="3447770"/>
            <a:chExt cx="257328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59BAC3-D02E-1E35-B1EF-50DC0C21ABFD}"/>
                    </a:ext>
                  </a:extLst>
                </p14:cNvPr>
                <p14:cNvContentPartPr/>
                <p14:nvPr/>
              </p14:nvContentPartPr>
              <p14:xfrm>
                <a:off x="6623040" y="3565130"/>
                <a:ext cx="24480" cy="1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59BAC3-D02E-1E35-B1EF-50DC0C21ABF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16920" y="3559010"/>
                  <a:ext cx="36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17ABBB4-2B89-4007-97C6-D8E9D1C753DD}"/>
                    </a:ext>
                  </a:extLst>
                </p14:cNvPr>
                <p14:cNvContentPartPr/>
                <p14:nvPr/>
              </p14:nvContentPartPr>
              <p14:xfrm>
                <a:off x="6616560" y="3670250"/>
                <a:ext cx="91080" cy="38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17ABBB4-2B89-4007-97C6-D8E9D1C753D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10440" y="3664130"/>
                  <a:ext cx="103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DE83E2-039C-F958-2688-ABF792E55D3B}"/>
                    </a:ext>
                  </a:extLst>
                </p14:cNvPr>
                <p14:cNvContentPartPr/>
                <p14:nvPr/>
              </p14:nvContentPartPr>
              <p14:xfrm>
                <a:off x="6629160" y="3548930"/>
                <a:ext cx="95400" cy="1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DE83E2-039C-F958-2688-ABF792E55D3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23040" y="3542810"/>
                  <a:ext cx="107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7879FE-8AE5-21BE-3E80-F645DC793159}"/>
                    </a:ext>
                  </a:extLst>
                </p14:cNvPr>
                <p14:cNvContentPartPr/>
                <p14:nvPr/>
              </p14:nvContentPartPr>
              <p14:xfrm>
                <a:off x="6737160" y="3714170"/>
                <a:ext cx="82440" cy="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7879FE-8AE5-21BE-3E80-F645DC7931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31040" y="3708050"/>
                  <a:ext cx="94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C64D76-F9A7-D8CB-C08F-69E018FC8077}"/>
                    </a:ext>
                  </a:extLst>
                </p14:cNvPr>
                <p14:cNvContentPartPr/>
                <p14:nvPr/>
              </p14:nvContentPartPr>
              <p14:xfrm>
                <a:off x="5994120" y="3650810"/>
                <a:ext cx="492840" cy="50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C64D76-F9A7-D8CB-C08F-69E018FC807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88000" y="3644690"/>
                  <a:ext cx="5050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8CA252F-F6D7-C020-9972-C041468014B9}"/>
                    </a:ext>
                  </a:extLst>
                </p14:cNvPr>
                <p14:cNvContentPartPr/>
                <p14:nvPr/>
              </p14:nvContentPartPr>
              <p14:xfrm>
                <a:off x="6754080" y="3447770"/>
                <a:ext cx="559800" cy="63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8CA252F-F6D7-C020-9972-C041468014B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47960" y="3441650"/>
                  <a:ext cx="572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B56D0BD-1A83-268C-044B-45BEA22E6A94}"/>
                    </a:ext>
                  </a:extLst>
                </p14:cNvPr>
                <p14:cNvContentPartPr/>
                <p14:nvPr/>
              </p14:nvContentPartPr>
              <p14:xfrm>
                <a:off x="7119120" y="3670250"/>
                <a:ext cx="134280" cy="230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B56D0BD-1A83-268C-044B-45BEA22E6A9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13000" y="3664130"/>
                  <a:ext cx="1465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F4102B8-B43B-9745-BC71-CED6CE6B4379}"/>
                    </a:ext>
                  </a:extLst>
                </p14:cNvPr>
                <p14:cNvContentPartPr/>
                <p14:nvPr/>
              </p14:nvContentPartPr>
              <p14:xfrm>
                <a:off x="7292640" y="3613010"/>
                <a:ext cx="196560" cy="257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F4102B8-B43B-9745-BC71-CED6CE6B43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86520" y="3606890"/>
                  <a:ext cx="2088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76C7D5-AC65-54DB-95D0-DF37527C1333}"/>
                    </a:ext>
                  </a:extLst>
                </p14:cNvPr>
                <p14:cNvContentPartPr/>
                <p14:nvPr/>
              </p14:nvContentPartPr>
              <p14:xfrm>
                <a:off x="7555080" y="3627410"/>
                <a:ext cx="221760" cy="170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76C7D5-AC65-54DB-95D0-DF37527C133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48960" y="3621290"/>
                  <a:ext cx="234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18E3A1-C2C9-FB76-03D2-C3E885602BD8}"/>
                    </a:ext>
                  </a:extLst>
                </p14:cNvPr>
                <p14:cNvContentPartPr/>
                <p14:nvPr/>
              </p14:nvContentPartPr>
              <p14:xfrm>
                <a:off x="7613400" y="3657290"/>
                <a:ext cx="237240" cy="357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18E3A1-C2C9-FB76-03D2-C3E885602BD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07280" y="3651170"/>
                  <a:ext cx="2494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7B45CFC-8A8B-E233-22F6-2BC66E010B0B}"/>
                    </a:ext>
                  </a:extLst>
                </p14:cNvPr>
                <p14:cNvContentPartPr/>
                <p14:nvPr/>
              </p14:nvContentPartPr>
              <p14:xfrm>
                <a:off x="8102280" y="3633170"/>
                <a:ext cx="205200" cy="16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7B45CFC-8A8B-E233-22F6-2BC66E010B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96160" y="3627050"/>
                  <a:ext cx="21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689A9C5-9692-79D3-E925-4033161D0ADA}"/>
                    </a:ext>
                  </a:extLst>
                </p14:cNvPr>
                <p14:cNvContentPartPr/>
                <p14:nvPr/>
              </p14:nvContentPartPr>
              <p14:xfrm>
                <a:off x="8102280" y="3600410"/>
                <a:ext cx="61920" cy="226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689A9C5-9692-79D3-E925-4033161D0AD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96160" y="3594290"/>
                  <a:ext cx="74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55D287-568E-A6EF-88B4-E708BB03BA52}"/>
                    </a:ext>
                  </a:extLst>
                </p14:cNvPr>
                <p14:cNvContentPartPr/>
                <p14:nvPr/>
              </p14:nvContentPartPr>
              <p14:xfrm>
                <a:off x="8457960" y="3492410"/>
                <a:ext cx="109440" cy="205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55D287-568E-A6EF-88B4-E708BB03BA5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51840" y="3486290"/>
                  <a:ext cx="12168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7DDC44B-6F06-DB66-46C8-D81231AFA962}"/>
                  </a:ext>
                </a:extLst>
              </p14:cNvPr>
              <p14:cNvContentPartPr/>
              <p14:nvPr/>
            </p14:nvContentPartPr>
            <p14:xfrm>
              <a:off x="6305160" y="1888610"/>
              <a:ext cx="429120" cy="298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7DDC44B-6F06-DB66-46C8-D81231AFA96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99040" y="1882490"/>
                <a:ext cx="44136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283F39F1-98F7-742C-F38F-28CF2662FD43}"/>
              </a:ext>
            </a:extLst>
          </p:cNvPr>
          <p:cNvGrpSpPr/>
          <p:nvPr/>
        </p:nvGrpSpPr>
        <p:grpSpPr>
          <a:xfrm>
            <a:off x="6616560" y="4243730"/>
            <a:ext cx="1013760" cy="735120"/>
            <a:chOff x="6616560" y="4243730"/>
            <a:chExt cx="1013760" cy="73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A946AF-1393-4494-A6F5-2032C637A28E}"/>
                    </a:ext>
                  </a:extLst>
                </p14:cNvPr>
                <p14:cNvContentPartPr/>
                <p14:nvPr/>
              </p14:nvContentPartPr>
              <p14:xfrm>
                <a:off x="6692880" y="4375130"/>
                <a:ext cx="476640" cy="461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A946AF-1393-4494-A6F5-2032C637A28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686760" y="4369010"/>
                  <a:ext cx="4888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BA88EBD-9417-9285-EA08-49AC1BD24DE9}"/>
                    </a:ext>
                  </a:extLst>
                </p14:cNvPr>
                <p14:cNvContentPartPr/>
                <p14:nvPr/>
              </p14:nvContentPartPr>
              <p14:xfrm>
                <a:off x="7073760" y="4602650"/>
                <a:ext cx="132480" cy="70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BA88EBD-9417-9285-EA08-49AC1BD24DE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67640" y="4596530"/>
                  <a:ext cx="144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504287-CD15-FDF8-B5D2-A6BFF634929B}"/>
                    </a:ext>
                  </a:extLst>
                </p14:cNvPr>
                <p14:cNvContentPartPr/>
                <p14:nvPr/>
              </p14:nvContentPartPr>
              <p14:xfrm>
                <a:off x="7131000" y="4712090"/>
                <a:ext cx="69840" cy="33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504287-CD15-FDF8-B5D2-A6BFF634929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124880" y="4705970"/>
                  <a:ext cx="82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10514DA-031E-DEB8-CD9F-FE8D13AC9D96}"/>
                    </a:ext>
                  </a:extLst>
                </p14:cNvPr>
                <p14:cNvContentPartPr/>
                <p14:nvPr/>
              </p14:nvContentPartPr>
              <p14:xfrm>
                <a:off x="7416480" y="4349570"/>
                <a:ext cx="59040" cy="214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10514DA-031E-DEB8-CD9F-FE8D13AC9D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410360" y="4343450"/>
                  <a:ext cx="71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FBEB89-4666-D525-F9EB-04801359F4C1}"/>
                    </a:ext>
                  </a:extLst>
                </p14:cNvPr>
                <p14:cNvContentPartPr/>
                <p14:nvPr/>
              </p14:nvContentPartPr>
              <p14:xfrm>
                <a:off x="7237560" y="4765370"/>
                <a:ext cx="293400" cy="213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FBEB89-4666-D525-F9EB-04801359F4C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31440" y="4759250"/>
                  <a:ext cx="305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312178-1772-CD65-3E71-318AB7C4F3F4}"/>
                    </a:ext>
                  </a:extLst>
                </p14:cNvPr>
                <p14:cNvContentPartPr/>
                <p14:nvPr/>
              </p14:nvContentPartPr>
              <p14:xfrm>
                <a:off x="6616560" y="4243730"/>
                <a:ext cx="348120" cy="9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312178-1772-CD65-3E71-318AB7C4F3F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10440" y="4237610"/>
                  <a:ext cx="360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9D479B0-C5F1-796E-166D-D4A9C77F46D4}"/>
                    </a:ext>
                  </a:extLst>
                </p14:cNvPr>
                <p14:cNvContentPartPr/>
                <p14:nvPr/>
              </p14:nvContentPartPr>
              <p14:xfrm>
                <a:off x="7214520" y="4599410"/>
                <a:ext cx="415800" cy="273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9D479B0-C5F1-796E-166D-D4A9C77F46D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08400" y="4593290"/>
                  <a:ext cx="42804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C87F91A-BC71-4C3A-06F0-B536096FC180}"/>
              </a:ext>
            </a:extLst>
          </p:cNvPr>
          <p:cNvGrpSpPr/>
          <p:nvPr/>
        </p:nvGrpSpPr>
        <p:grpSpPr>
          <a:xfrm>
            <a:off x="5740320" y="1885730"/>
            <a:ext cx="925560" cy="25560"/>
            <a:chOff x="5740320" y="1885730"/>
            <a:chExt cx="92556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629AFA-D566-B2D3-D0B9-4FF3817021AF}"/>
                    </a:ext>
                  </a:extLst>
                </p14:cNvPr>
                <p14:cNvContentPartPr/>
                <p14:nvPr/>
              </p14:nvContentPartPr>
              <p14:xfrm>
                <a:off x="5740320" y="1892210"/>
                <a:ext cx="34452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2629AFA-D566-B2D3-D0B9-4FF3817021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34200" y="1886090"/>
                  <a:ext cx="35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A2B780-1100-E73D-BBF9-922DA04C38C4}"/>
                    </a:ext>
                  </a:extLst>
                </p14:cNvPr>
                <p14:cNvContentPartPr/>
                <p14:nvPr/>
              </p14:nvContentPartPr>
              <p14:xfrm>
                <a:off x="6318120" y="1897970"/>
                <a:ext cx="347760" cy="1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A2B780-1100-E73D-BBF9-922DA04C38C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312000" y="1891850"/>
                  <a:ext cx="360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D2A086-F657-C0C8-0043-B1AC2193A161}"/>
                    </a:ext>
                  </a:extLst>
                </p14:cNvPr>
                <p14:cNvContentPartPr/>
                <p14:nvPr/>
              </p14:nvContentPartPr>
              <p14:xfrm>
                <a:off x="6387960" y="1885730"/>
                <a:ext cx="12708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D2A086-F657-C0C8-0043-B1AC2193A16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381840" y="1879610"/>
                  <a:ext cx="1393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529B874-3C19-6163-176A-58DFE8F851CE}"/>
              </a:ext>
            </a:extLst>
          </p:cNvPr>
          <p:cNvGrpSpPr/>
          <p:nvPr/>
        </p:nvGrpSpPr>
        <p:grpSpPr>
          <a:xfrm>
            <a:off x="2412120" y="2070050"/>
            <a:ext cx="2365200" cy="1107720"/>
            <a:chOff x="2412120" y="2070050"/>
            <a:chExt cx="2365200" cy="11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9F8405-E9EF-AA61-CEC8-B81B0C525DF1}"/>
                    </a:ext>
                  </a:extLst>
                </p14:cNvPr>
                <p14:cNvContentPartPr/>
                <p14:nvPr/>
              </p14:nvContentPartPr>
              <p14:xfrm>
                <a:off x="2602920" y="2337890"/>
                <a:ext cx="199800" cy="184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9F8405-E9EF-AA61-CEC8-B81B0C525D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96800" y="2331770"/>
                  <a:ext cx="212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DA6AB55-794C-BFF9-9907-FDC44D419996}"/>
                    </a:ext>
                  </a:extLst>
                </p14:cNvPr>
                <p14:cNvContentPartPr/>
                <p14:nvPr/>
              </p14:nvContentPartPr>
              <p14:xfrm>
                <a:off x="3046440" y="2368490"/>
                <a:ext cx="12168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DA6AB55-794C-BFF9-9907-FDC44D41999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40320" y="2362370"/>
                  <a:ext cx="133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688B54-AD61-4B8C-3055-C53F2886BAB9}"/>
                    </a:ext>
                  </a:extLst>
                </p14:cNvPr>
                <p14:cNvContentPartPr/>
                <p14:nvPr/>
              </p14:nvContentPartPr>
              <p14:xfrm>
                <a:off x="3105120" y="2475050"/>
                <a:ext cx="97200" cy="198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688B54-AD61-4B8C-3055-C53F2886BAB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99000" y="2468930"/>
                  <a:ext cx="109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34198D-6F60-210F-A415-09B6F608D279}"/>
                    </a:ext>
                  </a:extLst>
                </p14:cNvPr>
                <p14:cNvContentPartPr/>
                <p14:nvPr/>
              </p14:nvContentPartPr>
              <p14:xfrm>
                <a:off x="3287640" y="2260490"/>
                <a:ext cx="220320" cy="237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34198D-6F60-210F-A415-09B6F608D27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81520" y="2254370"/>
                  <a:ext cx="232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D8C379-DB98-C543-A4AD-BA108FA2AEE5}"/>
                    </a:ext>
                  </a:extLst>
                </p14:cNvPr>
                <p14:cNvContentPartPr/>
                <p14:nvPr/>
              </p14:nvContentPartPr>
              <p14:xfrm>
                <a:off x="2768520" y="2774930"/>
                <a:ext cx="222840" cy="234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D8C379-DB98-C543-A4AD-BA108FA2AEE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62400" y="2768810"/>
                  <a:ext cx="235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2C8A9B-6A8A-E4CB-3371-F97158A8583F}"/>
                    </a:ext>
                  </a:extLst>
                </p14:cNvPr>
                <p14:cNvContentPartPr/>
                <p14:nvPr/>
              </p14:nvContentPartPr>
              <p14:xfrm>
                <a:off x="3142920" y="2833250"/>
                <a:ext cx="52560" cy="18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2C8A9B-6A8A-E4CB-3371-F97158A858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136800" y="2827130"/>
                  <a:ext cx="64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C155AB-9464-ED25-4399-66C2568DEE2D}"/>
                    </a:ext>
                  </a:extLst>
                </p14:cNvPr>
                <p14:cNvContentPartPr/>
                <p14:nvPr/>
              </p14:nvContentPartPr>
              <p14:xfrm>
                <a:off x="3206640" y="2908490"/>
                <a:ext cx="50040" cy="25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C155AB-9464-ED25-4399-66C2568DEE2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00520" y="2902370"/>
                  <a:ext cx="6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4A2BBC5-C33C-6D55-22D1-038798A8267A}"/>
                    </a:ext>
                  </a:extLst>
                </p14:cNvPr>
                <p14:cNvContentPartPr/>
                <p14:nvPr/>
              </p14:nvContentPartPr>
              <p14:xfrm>
                <a:off x="3416160" y="2764850"/>
                <a:ext cx="26280" cy="179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4A2BBC5-C33C-6D55-22D1-038798A8267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10040" y="2758730"/>
                  <a:ext cx="38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6661B52-84C0-8B64-8BF7-7C8EA1CE3F83}"/>
                    </a:ext>
                  </a:extLst>
                </p14:cNvPr>
                <p14:cNvContentPartPr/>
                <p14:nvPr/>
              </p14:nvContentPartPr>
              <p14:xfrm>
                <a:off x="2412120" y="2070050"/>
                <a:ext cx="1704240" cy="1107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6661B52-84C0-8B64-8BF7-7C8EA1CE3F8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06000" y="2063930"/>
                  <a:ext cx="1716480" cy="11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D12863-E439-5B74-4B9F-0BD4EFAF7E7D}"/>
                    </a:ext>
                  </a:extLst>
                </p14:cNvPr>
                <p14:cNvContentPartPr/>
                <p14:nvPr/>
              </p14:nvContentPartPr>
              <p14:xfrm>
                <a:off x="3453600" y="2182010"/>
                <a:ext cx="90000" cy="367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D12863-E439-5B74-4B9F-0BD4EFAF7E7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447480" y="2175890"/>
                  <a:ext cx="1022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8F35E9-70CE-60E7-563E-279D3E6E0ABA}"/>
                    </a:ext>
                  </a:extLst>
                </p14:cNvPr>
                <p14:cNvContentPartPr/>
                <p14:nvPr/>
              </p14:nvContentPartPr>
              <p14:xfrm>
                <a:off x="3965160" y="2158970"/>
                <a:ext cx="291600" cy="120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8F35E9-70CE-60E7-563E-279D3E6E0AB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959040" y="2152850"/>
                  <a:ext cx="303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9847C85-EB5E-4EB7-583B-E3E4CC00135F}"/>
                    </a:ext>
                  </a:extLst>
                </p14:cNvPr>
                <p14:cNvContentPartPr/>
                <p14:nvPr/>
              </p14:nvContentPartPr>
              <p14:xfrm>
                <a:off x="4095480" y="2114330"/>
                <a:ext cx="20160" cy="154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9847C85-EB5E-4EB7-583B-E3E4CC00135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089360" y="2108210"/>
                  <a:ext cx="32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8700048-8D93-CCD6-DA8B-AC3CE1EC1631}"/>
                    </a:ext>
                  </a:extLst>
                </p14:cNvPr>
                <p14:cNvContentPartPr/>
                <p14:nvPr/>
              </p14:nvContentPartPr>
              <p14:xfrm>
                <a:off x="3384840" y="2641370"/>
                <a:ext cx="215640" cy="348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8700048-8D93-CCD6-DA8B-AC3CE1EC163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78720" y="2635250"/>
                  <a:ext cx="2278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92DF24C-6910-1722-CE49-64C568DFB064}"/>
                    </a:ext>
                  </a:extLst>
                </p14:cNvPr>
                <p14:cNvContentPartPr/>
                <p14:nvPr/>
              </p14:nvContentPartPr>
              <p14:xfrm>
                <a:off x="3808920" y="2761970"/>
                <a:ext cx="162000" cy="183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92DF24C-6910-1722-CE49-64C568DFB0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802800" y="2755850"/>
                  <a:ext cx="174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3FA3E07-0FD7-5E51-EA1B-12CFA0831083}"/>
                    </a:ext>
                  </a:extLst>
                </p14:cNvPr>
                <p14:cNvContentPartPr/>
                <p14:nvPr/>
              </p14:nvContentPartPr>
              <p14:xfrm>
                <a:off x="3930600" y="2800850"/>
                <a:ext cx="74880" cy="62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3FA3E07-0FD7-5E51-EA1B-12CFA083108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24480" y="2794730"/>
                  <a:ext cx="87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B8A2215-A2AB-6777-CDB6-69395078A94D}"/>
                    </a:ext>
                  </a:extLst>
                </p14:cNvPr>
                <p14:cNvContentPartPr/>
                <p14:nvPr/>
              </p14:nvContentPartPr>
              <p14:xfrm>
                <a:off x="4131120" y="2735690"/>
                <a:ext cx="156600" cy="248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B8A2215-A2AB-6777-CDB6-69395078A94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25000" y="2729570"/>
                  <a:ext cx="1688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B6F3869-0826-3FDC-7F53-79A64FF2E0F0}"/>
                    </a:ext>
                  </a:extLst>
                </p14:cNvPr>
                <p14:cNvContentPartPr/>
                <p14:nvPr/>
              </p14:nvContentPartPr>
              <p14:xfrm>
                <a:off x="4070280" y="2876450"/>
                <a:ext cx="11160" cy="29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B6F3869-0826-3FDC-7F53-79A64FF2E0F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64160" y="2870330"/>
                  <a:ext cx="23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88C857C-BA68-73DF-253C-B9DE72B75B14}"/>
                    </a:ext>
                  </a:extLst>
                </p14:cNvPr>
                <p14:cNvContentPartPr/>
                <p14:nvPr/>
              </p14:nvContentPartPr>
              <p14:xfrm>
                <a:off x="3915120" y="2171570"/>
                <a:ext cx="260640" cy="180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88C857C-BA68-73DF-253C-B9DE72B75B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09000" y="2165450"/>
                  <a:ext cx="272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4EDDF4-0660-FA17-E27B-EF80790518EE}"/>
                    </a:ext>
                  </a:extLst>
                </p14:cNvPr>
                <p14:cNvContentPartPr/>
                <p14:nvPr/>
              </p14:nvContentPartPr>
              <p14:xfrm>
                <a:off x="4070280" y="2120810"/>
                <a:ext cx="11880" cy="29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4EDDF4-0660-FA17-E27B-EF80790518E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064160" y="2114690"/>
                  <a:ext cx="241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D227B50-442C-30F4-01E3-66D2BA6418B3}"/>
                    </a:ext>
                  </a:extLst>
                </p14:cNvPr>
                <p14:cNvContentPartPr/>
                <p14:nvPr/>
              </p14:nvContentPartPr>
              <p14:xfrm>
                <a:off x="4285560" y="2075090"/>
                <a:ext cx="491760" cy="839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D227B50-442C-30F4-01E3-66D2BA6418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79440" y="2068970"/>
                  <a:ext cx="504000" cy="852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counts as “data”?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are pairs: input and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108960" cy="164592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information the model is allowed to see.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05840" y="1527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Input / feature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26280" y="1417320"/>
            <a:ext cx="3108960" cy="164592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we want the model to predict.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63440" y="1527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Target / label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1417320"/>
            <a:ext cx="3108960" cy="164592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(time, position)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measurement from the experiment.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0" y="1527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Example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63240" y="3840480"/>
            <a:ext cx="6035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(0.5, 1.43)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In (0.5, 1.43), which number is the input and which is the target?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B4DCA0-3A8E-C94B-3CAD-EFAFAE611B1E}"/>
                  </a:ext>
                </a:extLst>
              </p14:cNvPr>
              <p14:cNvContentPartPr/>
              <p14:nvPr/>
            </p14:nvContentPartPr>
            <p14:xfrm>
              <a:off x="1885800" y="1174730"/>
              <a:ext cx="801360" cy="91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B4DCA0-3A8E-C94B-3CAD-EFAFAE611B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9680" y="1168610"/>
                <a:ext cx="8136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A06154E-4B17-59B9-E0E5-96AF7919A95B}"/>
                  </a:ext>
                </a:extLst>
              </p14:cNvPr>
              <p14:cNvContentPartPr/>
              <p14:nvPr/>
            </p14:nvContentPartPr>
            <p14:xfrm>
              <a:off x="4440360" y="1364450"/>
              <a:ext cx="1455840" cy="597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A06154E-4B17-59B9-E0E5-96AF7919A9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4240" y="1358330"/>
                <a:ext cx="146808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BB1BDBE-B49C-5DB1-2341-BC42862BBE11}"/>
                  </a:ext>
                </a:extLst>
              </p14:cNvPr>
              <p14:cNvContentPartPr/>
              <p14:nvPr/>
            </p14:nvContentPartPr>
            <p14:xfrm>
              <a:off x="8187600" y="1498730"/>
              <a:ext cx="1140480" cy="342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BB1BDBE-B49C-5DB1-2341-BC42862BBE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81480" y="1492610"/>
                <a:ext cx="1152720" cy="35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8C712AA-D5CA-8220-FCB3-6F650C1EC1EA}"/>
              </a:ext>
            </a:extLst>
          </p:cNvPr>
          <p:cNvGrpSpPr/>
          <p:nvPr/>
        </p:nvGrpSpPr>
        <p:grpSpPr>
          <a:xfrm>
            <a:off x="755400" y="1396130"/>
            <a:ext cx="1506240" cy="808200"/>
            <a:chOff x="755400" y="1396130"/>
            <a:chExt cx="1506240" cy="8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DF1BBF-4451-90AF-6EB4-637ECB40DBA5}"/>
                    </a:ext>
                  </a:extLst>
                </p14:cNvPr>
                <p14:cNvContentPartPr/>
                <p14:nvPr/>
              </p14:nvContentPartPr>
              <p14:xfrm>
                <a:off x="932520" y="1396130"/>
                <a:ext cx="1329120" cy="457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DF1BBF-4451-90AF-6EB4-637ECB40DB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6400" y="1390010"/>
                  <a:ext cx="13413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CC9A00C-AF70-D437-D786-33416A19FC9A}"/>
                    </a:ext>
                  </a:extLst>
                </p14:cNvPr>
                <p14:cNvContentPartPr/>
                <p14:nvPr/>
              </p14:nvContentPartPr>
              <p14:xfrm>
                <a:off x="1561440" y="1803290"/>
                <a:ext cx="247320" cy="8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CC9A00C-AF70-D437-D786-33416A19FC9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55320" y="1797170"/>
                  <a:ext cx="259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941E3F-1D68-F662-F503-ECD1074CEC29}"/>
                    </a:ext>
                  </a:extLst>
                </p14:cNvPr>
                <p14:cNvContentPartPr/>
                <p14:nvPr/>
              </p14:nvContentPartPr>
              <p14:xfrm>
                <a:off x="755400" y="1930370"/>
                <a:ext cx="409320" cy="27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941E3F-1D68-F662-F503-ECD1074CEC2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9280" y="1924250"/>
                  <a:ext cx="42156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8D2E61-22CB-3ACD-6EF2-EE3ACB43FB49}"/>
                  </a:ext>
                </a:extLst>
              </p14:cNvPr>
              <p14:cNvContentPartPr/>
              <p14:nvPr/>
            </p14:nvContentPartPr>
            <p14:xfrm>
              <a:off x="4400760" y="1860530"/>
              <a:ext cx="887040" cy="387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8D2E61-22CB-3ACD-6EF2-EE3ACB43FB4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94640" y="1854410"/>
                <a:ext cx="8992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8660A06-09C6-56E6-BE1F-A85511D04BA1}"/>
                  </a:ext>
                </a:extLst>
              </p14:cNvPr>
              <p14:cNvContentPartPr/>
              <p14:nvPr/>
            </p14:nvContentPartPr>
            <p14:xfrm>
              <a:off x="1339680" y="2533370"/>
              <a:ext cx="1934280" cy="87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8660A06-09C6-56E6-BE1F-A85511D04B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33560" y="2527250"/>
                <a:ext cx="19465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6ED702C-48FB-D41C-0141-1BFC10D2E9D6}"/>
                  </a:ext>
                </a:extLst>
              </p14:cNvPr>
              <p14:cNvContentPartPr/>
              <p14:nvPr/>
            </p14:nvContentPartPr>
            <p14:xfrm>
              <a:off x="5530800" y="2628770"/>
              <a:ext cx="1263960" cy="163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6ED702C-48FB-D41C-0141-1BFC10D2E9D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24680" y="2622650"/>
                <a:ext cx="12762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6D316B9-2B83-46F8-F74D-2E1B130BC5BF}"/>
                  </a:ext>
                </a:extLst>
              </p14:cNvPr>
              <p14:cNvContentPartPr/>
              <p14:nvPr/>
            </p14:nvContentPartPr>
            <p14:xfrm>
              <a:off x="8762920" y="2375330"/>
              <a:ext cx="2208960" cy="247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6D316B9-2B83-46F8-F74D-2E1B130BC5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56800" y="2369210"/>
                <a:ext cx="2221200" cy="25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D703EBA-5D85-20DE-0C87-FF25248DC343}"/>
              </a:ext>
            </a:extLst>
          </p:cNvPr>
          <p:cNvGrpSpPr/>
          <p:nvPr/>
        </p:nvGrpSpPr>
        <p:grpSpPr>
          <a:xfrm>
            <a:off x="5543440" y="4434890"/>
            <a:ext cx="960840" cy="551880"/>
            <a:chOff x="5543440" y="4434890"/>
            <a:chExt cx="960840" cy="55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4862999-2802-6C2D-0CBD-673A44C0AEC8}"/>
                    </a:ext>
                  </a:extLst>
                </p14:cNvPr>
                <p14:cNvContentPartPr/>
                <p14:nvPr/>
              </p14:nvContentPartPr>
              <p14:xfrm>
                <a:off x="5543440" y="4434890"/>
                <a:ext cx="215640" cy="49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862999-2802-6C2D-0CBD-673A44C0AEC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37320" y="4428770"/>
                  <a:ext cx="227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C7D355-261E-E019-37F7-24C17D7A8A7A}"/>
                    </a:ext>
                  </a:extLst>
                </p14:cNvPr>
                <p14:cNvContentPartPr/>
                <p14:nvPr/>
              </p14:nvContentPartPr>
              <p14:xfrm>
                <a:off x="5652520" y="4508330"/>
                <a:ext cx="164160" cy="18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C7D355-261E-E019-37F7-24C17D7A8A7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46400" y="4502210"/>
                  <a:ext cx="176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F754B3F-C722-F3C9-5C00-5D5AE81E5618}"/>
                    </a:ext>
                  </a:extLst>
                </p14:cNvPr>
                <p14:cNvContentPartPr/>
                <p14:nvPr/>
              </p14:nvContentPartPr>
              <p14:xfrm>
                <a:off x="5625880" y="4520930"/>
                <a:ext cx="194400" cy="162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F754B3F-C722-F3C9-5C00-5D5AE81E56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19760" y="4514810"/>
                  <a:ext cx="2066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64B694A-A190-FB97-E1FC-A17AB39CB895}"/>
                    </a:ext>
                  </a:extLst>
                </p14:cNvPr>
                <p14:cNvContentPartPr/>
                <p14:nvPr/>
              </p14:nvContentPartPr>
              <p14:xfrm>
                <a:off x="6222760" y="4495730"/>
                <a:ext cx="281520" cy="20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64B694A-A190-FB97-E1FC-A17AB39CB8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16640" y="4489610"/>
                  <a:ext cx="293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8809C9-B6FB-E4AB-C8C5-73BDED7AE59B}"/>
                    </a:ext>
                  </a:extLst>
                </p14:cNvPr>
                <p14:cNvContentPartPr/>
                <p14:nvPr/>
              </p14:nvContentPartPr>
              <p14:xfrm>
                <a:off x="6260920" y="4628930"/>
                <a:ext cx="192600" cy="357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8809C9-B6FB-E4AB-C8C5-73BDED7AE5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54800" y="4622810"/>
                  <a:ext cx="20484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089C51-A8DA-DDC9-4EF0-0E9F2B625F92}"/>
              </a:ext>
            </a:extLst>
          </p:cNvPr>
          <p:cNvGrpSpPr/>
          <p:nvPr/>
        </p:nvGrpSpPr>
        <p:grpSpPr>
          <a:xfrm>
            <a:off x="5276680" y="3465050"/>
            <a:ext cx="1826640" cy="580320"/>
            <a:chOff x="5276680" y="3465050"/>
            <a:chExt cx="182664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4AA710-3A00-90C2-96BC-29FD507E100F}"/>
                    </a:ext>
                  </a:extLst>
                </p14:cNvPr>
                <p14:cNvContentPartPr/>
                <p14:nvPr/>
              </p14:nvContentPartPr>
              <p14:xfrm>
                <a:off x="5485840" y="3803450"/>
                <a:ext cx="77400" cy="212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4AA710-3A00-90C2-96BC-29FD507E10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479720" y="3797330"/>
                  <a:ext cx="89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51A0F5-574A-5632-FE0D-DE4065CBAD39}"/>
                    </a:ext>
                  </a:extLst>
                </p14:cNvPr>
                <p14:cNvContentPartPr/>
                <p14:nvPr/>
              </p14:nvContentPartPr>
              <p14:xfrm>
                <a:off x="5276680" y="3831530"/>
                <a:ext cx="521640" cy="21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51A0F5-574A-5632-FE0D-DE4065CBAD3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70560" y="3825410"/>
                  <a:ext cx="533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F7C37B6-66FF-3238-BCF6-029CF42697B2}"/>
                    </a:ext>
                  </a:extLst>
                </p14:cNvPr>
                <p14:cNvContentPartPr/>
                <p14:nvPr/>
              </p14:nvContentPartPr>
              <p14:xfrm>
                <a:off x="5513920" y="3624530"/>
                <a:ext cx="4320" cy="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F7C37B6-66FF-3238-BCF6-029CF42697B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07800" y="3618410"/>
                  <a:ext cx="16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8AE789-1F93-2D6E-241B-C006175A5A09}"/>
                    </a:ext>
                  </a:extLst>
                </p14:cNvPr>
                <p14:cNvContentPartPr/>
                <p14:nvPr/>
              </p14:nvContentPartPr>
              <p14:xfrm>
                <a:off x="5587720" y="3579890"/>
                <a:ext cx="505800" cy="276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8AE789-1F93-2D6E-241B-C006175A5A0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81600" y="3573770"/>
                  <a:ext cx="5180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69C60D9-0E7D-406A-FC51-B93CD73E73A3}"/>
                    </a:ext>
                  </a:extLst>
                </p14:cNvPr>
                <p14:cNvContentPartPr/>
                <p14:nvPr/>
              </p14:nvContentPartPr>
              <p14:xfrm>
                <a:off x="6292600" y="3752330"/>
                <a:ext cx="131040" cy="247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69C60D9-0E7D-406A-FC51-B93CD73E73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86480" y="3746210"/>
                  <a:ext cx="143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669EC1-9E3A-74C7-FFA6-72596CBBC995}"/>
                    </a:ext>
                  </a:extLst>
                </p14:cNvPr>
                <p14:cNvContentPartPr/>
                <p14:nvPr/>
              </p14:nvContentPartPr>
              <p14:xfrm>
                <a:off x="6407080" y="3720290"/>
                <a:ext cx="162720" cy="141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669EC1-9E3A-74C7-FFA6-72596CBBC99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00960" y="3714170"/>
                  <a:ext cx="174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83A72D-B491-C42F-C88E-BAB10B7B76D7}"/>
                    </a:ext>
                  </a:extLst>
                </p14:cNvPr>
                <p14:cNvContentPartPr/>
                <p14:nvPr/>
              </p14:nvContentPartPr>
              <p14:xfrm>
                <a:off x="6622360" y="3625610"/>
                <a:ext cx="108720" cy="178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83A72D-B491-C42F-C88E-BAB10B7B76D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16240" y="3619490"/>
                  <a:ext cx="120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EFDA01-7369-B4A0-9588-4C8F25579A31}"/>
                    </a:ext>
                  </a:extLst>
                </p14:cNvPr>
                <p14:cNvContentPartPr/>
                <p14:nvPr/>
              </p14:nvContentPartPr>
              <p14:xfrm>
                <a:off x="6779320" y="3566930"/>
                <a:ext cx="125640" cy="136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EFDA01-7369-B4A0-9588-4C8F25579A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773200" y="3560810"/>
                  <a:ext cx="137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A7DC437-6F30-EBD4-CAA4-0D15439942CB}"/>
                    </a:ext>
                  </a:extLst>
                </p14:cNvPr>
                <p14:cNvContentPartPr/>
                <p14:nvPr/>
              </p14:nvContentPartPr>
              <p14:xfrm>
                <a:off x="6876880" y="3562250"/>
                <a:ext cx="116640" cy="110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A7DC437-6F30-EBD4-CAA4-0D15439942C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70760" y="3556130"/>
                  <a:ext cx="128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AAC3A2-CC6C-5E22-E58E-DE99A6FCF16E}"/>
                    </a:ext>
                  </a:extLst>
                </p14:cNvPr>
                <p14:cNvContentPartPr/>
                <p14:nvPr/>
              </p14:nvContentPartPr>
              <p14:xfrm>
                <a:off x="6871840" y="3465050"/>
                <a:ext cx="116280" cy="160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AAC3A2-CC6C-5E22-E58E-DE99A6FCF16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65720" y="3458930"/>
                  <a:ext cx="128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AC62AB-119E-15E6-3A7E-933AB9005558}"/>
                    </a:ext>
                  </a:extLst>
                </p14:cNvPr>
                <p14:cNvContentPartPr/>
                <p14:nvPr/>
              </p14:nvContentPartPr>
              <p14:xfrm>
                <a:off x="6997120" y="3530570"/>
                <a:ext cx="106200" cy="57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AC62AB-119E-15E6-3A7E-933AB900555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91000" y="3524450"/>
                  <a:ext cx="11844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CB8E397-32D1-34C8-951C-72D9C3510FB6}"/>
                  </a:ext>
                </a:extLst>
              </p14:cNvPr>
              <p14:cNvContentPartPr/>
              <p14:nvPr/>
            </p14:nvContentPartPr>
            <p14:xfrm>
              <a:off x="1449120" y="6267650"/>
              <a:ext cx="934920" cy="91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CB8E397-32D1-34C8-951C-72D9C3510FB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43000" y="6261530"/>
                <a:ext cx="9471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DC013F2-40B6-B326-8E36-E1C5692F3A30}"/>
                  </a:ext>
                </a:extLst>
              </p14:cNvPr>
              <p14:cNvContentPartPr/>
              <p14:nvPr/>
            </p14:nvContentPartPr>
            <p14:xfrm>
              <a:off x="3963720" y="6254690"/>
              <a:ext cx="155160" cy="11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DC013F2-40B6-B326-8E36-E1C5692F3A3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957600" y="6248570"/>
                <a:ext cx="167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901C639-0E15-C09B-769C-440601A2E86A}"/>
                  </a:ext>
                </a:extLst>
              </p14:cNvPr>
              <p14:cNvContentPartPr/>
              <p14:nvPr/>
            </p14:nvContentPartPr>
            <p14:xfrm>
              <a:off x="5673360" y="6197090"/>
              <a:ext cx="192600" cy="30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901C639-0E15-C09B-769C-440601A2E86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667240" y="6190970"/>
                <a:ext cx="20484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BE8856A-E4B7-2F4E-CFE5-CB3A74E4635B}"/>
              </a:ext>
            </a:extLst>
          </p:cNvPr>
          <p:cNvGrpSpPr/>
          <p:nvPr/>
        </p:nvGrpSpPr>
        <p:grpSpPr>
          <a:xfrm>
            <a:off x="1466040" y="5587970"/>
            <a:ext cx="447120" cy="359280"/>
            <a:chOff x="1466040" y="5587970"/>
            <a:chExt cx="44712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3CA6F1-71E4-F2E8-E42C-AE902D9FF10A}"/>
                    </a:ext>
                  </a:extLst>
                </p14:cNvPr>
                <p14:cNvContentPartPr/>
                <p14:nvPr/>
              </p14:nvContentPartPr>
              <p14:xfrm>
                <a:off x="1466040" y="5587970"/>
                <a:ext cx="168120" cy="359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E3CA6F1-71E4-F2E8-E42C-AE902D9FF10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59920" y="5581850"/>
                  <a:ext cx="1803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B15A3C-89AE-87DB-2ACF-674C12035EBF}"/>
                    </a:ext>
                  </a:extLst>
                </p14:cNvPr>
                <p14:cNvContentPartPr/>
                <p14:nvPr/>
              </p14:nvContentPartPr>
              <p14:xfrm>
                <a:off x="1820280" y="5587970"/>
                <a:ext cx="92880" cy="329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B15A3C-89AE-87DB-2ACF-674C12035E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14160" y="5581850"/>
                  <a:ext cx="105120" cy="342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Python recap: list of pairs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can be simple Python objects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5212080" cy="2743200"/>
          </a:xfrm>
          <a:prstGeom prst="rect">
            <a:avLst/>
          </a:prstGeom>
          <a:solidFill>
            <a:srgbClr val="0B1220"/>
          </a:solidFill>
          <a:ln w="6350">
            <a:solidFill>
              <a:srgbClr val="1E293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0.52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1.43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2.36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position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position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92240" y="1325880"/>
            <a:ext cx="46634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1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</a:t>
            </a: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stores examples.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</a:t>
            </a:r>
            <a:r>
              <a:rPr lang="en-US" sz="11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tuple</a:t>
            </a: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stores one measurement.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unpacks one example at a time.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29400" y="14356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Mental model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What will the first loop iteration put into time and position?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= a prediction rule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first, the rule has bad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4572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 = w x + 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1280160"/>
            <a:ext cx="2286000" cy="123444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55080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x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1280160"/>
            <a:ext cx="2286000" cy="123444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position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006840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017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speed-like parameter.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steep is the line?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3017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starting-position-like parameter.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the line begin?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38160" y="2880360"/>
            <a:ext cx="3017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w and b so predictions improve.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75320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Learning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If w gets larger, what happens to the slope of the line?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724289-22B2-2B09-97ED-1348FEF860FB}"/>
                  </a:ext>
                </a:extLst>
              </p14:cNvPr>
              <p14:cNvContentPartPr/>
              <p14:nvPr/>
            </p14:nvContentPartPr>
            <p14:xfrm>
              <a:off x="163200" y="368040"/>
              <a:ext cx="4309560" cy="533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724289-22B2-2B09-97ED-1348FEF860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080" y="361920"/>
                <a:ext cx="432180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87522E2-F125-8588-63A5-3BA84BE1368B}"/>
                  </a:ext>
                </a:extLst>
              </p14:cNvPr>
              <p14:cNvContentPartPr/>
              <p14:nvPr/>
            </p14:nvContentPartPr>
            <p14:xfrm>
              <a:off x="309360" y="836400"/>
              <a:ext cx="2727360" cy="514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87522E2-F125-8588-63A5-3BA84BE136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3240" y="830280"/>
                <a:ext cx="2739600" cy="52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5F1A03E-AF71-C8C2-59A1-D19E313FBD25}"/>
              </a:ext>
            </a:extLst>
          </p:cNvPr>
          <p:cNvGrpSpPr/>
          <p:nvPr/>
        </p:nvGrpSpPr>
        <p:grpSpPr>
          <a:xfrm>
            <a:off x="5657880" y="633360"/>
            <a:ext cx="5499360" cy="2201040"/>
            <a:chOff x="5657880" y="633360"/>
            <a:chExt cx="5499360" cy="22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1F314A-CCD5-899A-0DCF-3B1247845F61}"/>
                    </a:ext>
                  </a:extLst>
                </p14:cNvPr>
                <p14:cNvContentPartPr/>
                <p14:nvPr/>
              </p14:nvContentPartPr>
              <p14:xfrm>
                <a:off x="5657880" y="837840"/>
                <a:ext cx="1468080" cy="1996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1F314A-CCD5-899A-0DCF-3B1247845F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51760" y="831720"/>
                  <a:ext cx="1480320" cy="20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618C29-1546-587A-9078-64D4CD900F0C}"/>
                    </a:ext>
                  </a:extLst>
                </p14:cNvPr>
                <p14:cNvContentPartPr/>
                <p14:nvPr/>
              </p14:nvContentPartPr>
              <p14:xfrm>
                <a:off x="8553720" y="633360"/>
                <a:ext cx="2603520" cy="2117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618C29-1546-587A-9078-64D4CD900F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47600" y="627240"/>
                  <a:ext cx="2615760" cy="212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D406756-0C93-6499-8EEA-1C2D4621BE45}"/>
                  </a:ext>
                </a:extLst>
              </p14:cNvPr>
              <p14:cNvContentPartPr/>
              <p14:nvPr/>
            </p14:nvContentPartPr>
            <p14:xfrm>
              <a:off x="2645400" y="2059320"/>
              <a:ext cx="1162800" cy="146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D406756-0C93-6499-8EEA-1C2D4621BE4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39280" y="2053200"/>
                <a:ext cx="11750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C6ED3E-EF81-D5C5-DC9E-99767BBC6D7F}"/>
                  </a:ext>
                </a:extLst>
              </p14:cNvPr>
              <p14:cNvContentPartPr/>
              <p14:nvPr/>
            </p14:nvContentPartPr>
            <p14:xfrm>
              <a:off x="2969040" y="1491960"/>
              <a:ext cx="162000" cy="275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C6ED3E-EF81-D5C5-DC9E-99767BBC6D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62920" y="1485840"/>
                <a:ext cx="1742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443FB9-7DF2-9360-B98C-83487B88FA01}"/>
                  </a:ext>
                </a:extLst>
              </p14:cNvPr>
              <p14:cNvContentPartPr/>
              <p14:nvPr/>
            </p14:nvContentPartPr>
            <p14:xfrm>
              <a:off x="3600480" y="1408080"/>
              <a:ext cx="102240" cy="272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443FB9-7DF2-9360-B98C-83487B88FA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94360" y="1401960"/>
                <a:ext cx="1144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87A402D-0FE1-7ECD-631C-C3D03DE1FC61}"/>
                  </a:ext>
                </a:extLst>
              </p14:cNvPr>
              <p14:cNvContentPartPr/>
              <p14:nvPr/>
            </p14:nvContentPartPr>
            <p14:xfrm>
              <a:off x="2723160" y="2086680"/>
              <a:ext cx="1321560" cy="142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87A402D-0FE1-7ECD-631C-C3D03DE1FC6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17040" y="2080560"/>
                <a:ext cx="13338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32FC4D7-78B8-597A-8DD8-72763967F95D}"/>
                  </a:ext>
                </a:extLst>
              </p14:cNvPr>
              <p14:cNvContentPartPr/>
              <p14:nvPr/>
            </p14:nvContentPartPr>
            <p14:xfrm>
              <a:off x="774840" y="2958960"/>
              <a:ext cx="637920" cy="423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32FC4D7-78B8-597A-8DD8-72763967F95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8720" y="2952840"/>
                <a:ext cx="65016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6F1D671-5951-B874-FC36-31AFFCA6230D}"/>
                  </a:ext>
                </a:extLst>
              </p14:cNvPr>
              <p14:cNvContentPartPr/>
              <p14:nvPr/>
            </p14:nvContentPartPr>
            <p14:xfrm>
              <a:off x="939720" y="3661320"/>
              <a:ext cx="642600" cy="34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6F1D671-5951-B874-FC36-31AFFCA6230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3600" y="3655200"/>
                <a:ext cx="654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D0036DC-4C73-9138-6FC1-01A0F356054B}"/>
                  </a:ext>
                </a:extLst>
              </p14:cNvPr>
              <p14:cNvContentPartPr/>
              <p14:nvPr/>
            </p14:nvContentPartPr>
            <p14:xfrm>
              <a:off x="1263360" y="3885960"/>
              <a:ext cx="745560" cy="108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D0036DC-4C73-9138-6FC1-01A0F35605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57240" y="3879840"/>
                <a:ext cx="7578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A50F846-3176-1BDD-C594-06A2CB83832A}"/>
                  </a:ext>
                </a:extLst>
              </p14:cNvPr>
              <p14:cNvContentPartPr/>
              <p14:nvPr/>
            </p14:nvContentPartPr>
            <p14:xfrm>
              <a:off x="4908360" y="3657360"/>
              <a:ext cx="6645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A50F846-3176-1BDD-C594-06A2CB83832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02240" y="3651240"/>
                <a:ext cx="6768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B06D149-3D9D-A987-ACDE-155BFAABB7D4}"/>
                  </a:ext>
                </a:extLst>
              </p14:cNvPr>
              <p14:cNvContentPartPr/>
              <p14:nvPr/>
            </p14:nvContentPartPr>
            <p14:xfrm>
              <a:off x="4533600" y="3831600"/>
              <a:ext cx="1339920" cy="92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B06D149-3D9D-A987-ACDE-155BFAABB7D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527480" y="3825480"/>
                <a:ext cx="135216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593E789-6B3E-05CE-15B5-BA44C8EEF846}"/>
              </a:ext>
            </a:extLst>
          </p:cNvPr>
          <p:cNvGrpSpPr/>
          <p:nvPr/>
        </p:nvGrpSpPr>
        <p:grpSpPr>
          <a:xfrm>
            <a:off x="8300320" y="2938080"/>
            <a:ext cx="944280" cy="342000"/>
            <a:chOff x="8300320" y="2938080"/>
            <a:chExt cx="94428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6BC40C-F710-11BA-4533-AFC6119578ED}"/>
                    </a:ext>
                  </a:extLst>
                </p14:cNvPr>
                <p14:cNvContentPartPr/>
                <p14:nvPr/>
              </p14:nvContentPartPr>
              <p14:xfrm>
                <a:off x="8300320" y="2938080"/>
                <a:ext cx="944280" cy="342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6BC40C-F710-11BA-4533-AFC6119578E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94200" y="2931960"/>
                  <a:ext cx="9565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603410-2FAB-0523-03A7-AB8271E97979}"/>
                    </a:ext>
                  </a:extLst>
                </p14:cNvPr>
                <p14:cNvContentPartPr/>
                <p14:nvPr/>
              </p14:nvContentPartPr>
              <p14:xfrm>
                <a:off x="8324800" y="3092160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603410-2FAB-0523-03A7-AB8271E9797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18680" y="30860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AD1334C-5AC0-0975-3A51-444588448B2D}"/>
                  </a:ext>
                </a:extLst>
              </p14:cNvPr>
              <p14:cNvContentPartPr/>
              <p14:nvPr/>
            </p14:nvContentPartPr>
            <p14:xfrm>
              <a:off x="7816480" y="3860040"/>
              <a:ext cx="1571400" cy="1310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AD1334C-5AC0-0975-3A51-444588448B2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10360" y="3853920"/>
                <a:ext cx="15836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25A448D-FC29-3023-A6C0-E7934AA449B9}"/>
                  </a:ext>
                </a:extLst>
              </p14:cNvPr>
              <p14:cNvContentPartPr/>
              <p14:nvPr/>
            </p14:nvContentPartPr>
            <p14:xfrm>
              <a:off x="2341600" y="1331400"/>
              <a:ext cx="2005920" cy="10198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25A448D-FC29-3023-A6C0-E7934AA449B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335480" y="1325280"/>
                <a:ext cx="2018160" cy="10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0089142-6E1F-EB38-CAC1-F591B750DB13}"/>
              </a:ext>
            </a:extLst>
          </p:cNvPr>
          <p:cNvGrpSpPr/>
          <p:nvPr/>
        </p:nvGrpSpPr>
        <p:grpSpPr>
          <a:xfrm>
            <a:off x="4330240" y="2057880"/>
            <a:ext cx="614520" cy="615240"/>
            <a:chOff x="4330240" y="2057880"/>
            <a:chExt cx="614520" cy="61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6DAF3B-2831-BB22-B907-8F1553377D2E}"/>
                    </a:ext>
                  </a:extLst>
                </p14:cNvPr>
                <p14:cNvContentPartPr/>
                <p14:nvPr/>
              </p14:nvContentPartPr>
              <p14:xfrm>
                <a:off x="4330240" y="2057880"/>
                <a:ext cx="345240" cy="615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6DAF3B-2831-BB22-B907-8F1553377D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24120" y="2051760"/>
                  <a:ext cx="35748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3E6F7D-637F-B806-0ADA-F847E93B1336}"/>
                    </a:ext>
                  </a:extLst>
                </p14:cNvPr>
                <p14:cNvContentPartPr/>
                <p14:nvPr/>
              </p14:nvContentPartPr>
              <p14:xfrm>
                <a:off x="4680520" y="2380440"/>
                <a:ext cx="112680" cy="242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3E6F7D-637F-B806-0ADA-F847E93B133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74400" y="2374320"/>
                  <a:ext cx="1249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3AEBF63-8D17-E9AE-973F-98B5D8C6882B}"/>
                    </a:ext>
                  </a:extLst>
                </p14:cNvPr>
                <p14:cNvContentPartPr/>
                <p14:nvPr/>
              </p14:nvContentPartPr>
              <p14:xfrm>
                <a:off x="4901920" y="2330400"/>
                <a:ext cx="42840" cy="210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3AEBF63-8D17-E9AE-973F-98B5D8C688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95800" y="2324280"/>
                  <a:ext cx="5508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3A6FDA3-BA98-2643-3E07-89252D16D242}"/>
                  </a:ext>
                </a:extLst>
              </p14:cNvPr>
              <p14:cNvContentPartPr/>
              <p14:nvPr/>
            </p14:nvContentPartPr>
            <p14:xfrm>
              <a:off x="8147320" y="3744480"/>
              <a:ext cx="484560" cy="129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3A6FDA3-BA98-2643-3E07-89252D16D24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141200" y="3738360"/>
                <a:ext cx="4968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8FA5032-D1DC-020E-1232-B4434788977C}"/>
                  </a:ext>
                </a:extLst>
              </p14:cNvPr>
              <p14:cNvContentPartPr/>
              <p14:nvPr/>
            </p14:nvContentPartPr>
            <p14:xfrm>
              <a:off x="2606920" y="1448400"/>
              <a:ext cx="708120" cy="3042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8FA5032-D1DC-020E-1232-B4434788977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600800" y="1442280"/>
                <a:ext cx="720360" cy="3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7E1A5738-C1B9-9532-3D7B-7582A0CBF233}"/>
              </a:ext>
            </a:extLst>
          </p:cNvPr>
          <p:cNvGrpSpPr/>
          <p:nvPr/>
        </p:nvGrpSpPr>
        <p:grpSpPr>
          <a:xfrm>
            <a:off x="2512920" y="1955640"/>
            <a:ext cx="1346440" cy="787320"/>
            <a:chOff x="2512920" y="1955640"/>
            <a:chExt cx="1346440" cy="78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DDEA32-986D-276F-0863-429A98453DE5}"/>
                    </a:ext>
                  </a:extLst>
                </p14:cNvPr>
                <p14:cNvContentPartPr/>
                <p14:nvPr/>
              </p14:nvContentPartPr>
              <p14:xfrm>
                <a:off x="3403560" y="2082720"/>
                <a:ext cx="13320" cy="205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DDEA32-986D-276F-0863-429A98453DE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97440" y="2076600"/>
                  <a:ext cx="25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E1DB34F-D256-C21D-D765-8C64B0BCD2FD}"/>
                    </a:ext>
                  </a:extLst>
                </p14:cNvPr>
                <p14:cNvContentPartPr/>
                <p14:nvPr/>
              </p14:nvContentPartPr>
              <p14:xfrm>
                <a:off x="3346320" y="2489160"/>
                <a:ext cx="56520" cy="206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E1DB34F-D256-C21D-D765-8C64B0BCD2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40200" y="2483040"/>
                  <a:ext cx="68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22ED17-7D74-031B-466F-F90ADA7543C5}"/>
                    </a:ext>
                  </a:extLst>
                </p14:cNvPr>
                <p14:cNvContentPartPr/>
                <p14:nvPr/>
              </p14:nvContentPartPr>
              <p14:xfrm>
                <a:off x="3268560" y="2613000"/>
                <a:ext cx="165240" cy="7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22ED17-7D74-031B-466F-F90ADA7543C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62440" y="2606880"/>
                  <a:ext cx="177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726FF3-9AFC-67AA-CE79-508C9810D3E1}"/>
                    </a:ext>
                  </a:extLst>
                </p14:cNvPr>
                <p14:cNvContentPartPr/>
                <p14:nvPr/>
              </p14:nvContentPartPr>
              <p14:xfrm>
                <a:off x="2519760" y="2088840"/>
                <a:ext cx="166680" cy="31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726FF3-9AFC-67AA-CE79-508C9810D3E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13640" y="2082720"/>
                  <a:ext cx="178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F6665E-D1E7-AE69-D8B6-0B6EFD27A567}"/>
                    </a:ext>
                  </a:extLst>
                </p14:cNvPr>
                <p14:cNvContentPartPr/>
                <p14:nvPr/>
              </p14:nvContentPartPr>
              <p14:xfrm>
                <a:off x="2512920" y="2578800"/>
                <a:ext cx="90720" cy="164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F6665E-D1E7-AE69-D8B6-0B6EFD27A56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06800" y="2572680"/>
                  <a:ext cx="102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2FC3B5-76AF-FC02-3EAC-1A148B7885DD}"/>
                    </a:ext>
                  </a:extLst>
                </p14:cNvPr>
                <p14:cNvContentPartPr/>
                <p14:nvPr/>
              </p14:nvContentPartPr>
              <p14:xfrm>
                <a:off x="3075280" y="1972920"/>
                <a:ext cx="60120" cy="20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2FC3B5-76AF-FC02-3EAC-1A148B7885D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69160" y="1966800"/>
                  <a:ext cx="72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FE60EB-C31B-863E-96AF-2E1F30DC7C8F}"/>
                    </a:ext>
                  </a:extLst>
                </p14:cNvPr>
                <p14:cNvContentPartPr/>
                <p14:nvPr/>
              </p14:nvContentPartPr>
              <p14:xfrm>
                <a:off x="3676480" y="1955640"/>
                <a:ext cx="182880" cy="2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FE60EB-C31B-863E-96AF-2E1F30DC7C8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70360" y="1949520"/>
                  <a:ext cx="19512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257A7A3-63D8-B878-E525-9B523171386F}"/>
                  </a:ext>
                </a:extLst>
              </p14:cNvPr>
              <p14:cNvContentPartPr/>
              <p14:nvPr/>
            </p14:nvContentPartPr>
            <p14:xfrm>
              <a:off x="1536600" y="6235680"/>
              <a:ext cx="753840" cy="684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257A7A3-63D8-B878-E525-9B523171386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530480" y="6229560"/>
                <a:ext cx="7660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4FEE226-8051-9926-D724-EE5F3E88C1D0}"/>
                  </a:ext>
                </a:extLst>
              </p14:cNvPr>
              <p14:cNvContentPartPr/>
              <p14:nvPr/>
            </p14:nvContentPartPr>
            <p14:xfrm>
              <a:off x="4125360" y="6190680"/>
              <a:ext cx="203040" cy="856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4FEE226-8051-9926-D724-EE5F3E88C1D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119240" y="6184560"/>
                <a:ext cx="215280" cy="9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is not learning yet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can predict badly before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5212080" cy="2651760"/>
          </a:xfrm>
          <a:prstGeom prst="rect">
            <a:avLst/>
          </a:prstGeom>
          <a:solidFill>
            <a:srgbClr val="0B1220"/>
          </a:solidFill>
          <a:ln w="6350">
            <a:solidFill>
              <a:srgbClr val="1E293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4.13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prediction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actual_y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92240" y="1417320"/>
            <a:ext cx="4663440" cy="196596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= prediction − actual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error: too high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error: too low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error: exactly right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29400" y="1527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Error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With w = 1 and b = 0, what does the model predict for x = 2?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47B559E-FC2A-D2BE-BE87-D4CEC9DD55C2}"/>
                  </a:ext>
                </a:extLst>
              </p14:cNvPr>
              <p14:cNvContentPartPr/>
              <p14:nvPr/>
            </p14:nvContentPartPr>
            <p14:xfrm>
              <a:off x="399360" y="304320"/>
              <a:ext cx="4313880" cy="655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47B559E-FC2A-D2BE-BE87-D4CEC9DD55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240" y="298200"/>
                <a:ext cx="4326120" cy="66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B37C947-6C09-D371-3AFF-93DA4837C852}"/>
              </a:ext>
            </a:extLst>
          </p:cNvPr>
          <p:cNvGrpSpPr/>
          <p:nvPr/>
        </p:nvGrpSpPr>
        <p:grpSpPr>
          <a:xfrm>
            <a:off x="6444840" y="1720560"/>
            <a:ext cx="1825560" cy="565560"/>
            <a:chOff x="6444840" y="1720560"/>
            <a:chExt cx="182556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E95CD2-87E4-71B9-8964-A130930DB7D6}"/>
                    </a:ext>
                  </a:extLst>
                </p14:cNvPr>
                <p14:cNvContentPartPr/>
                <p14:nvPr/>
              </p14:nvContentPartPr>
              <p14:xfrm>
                <a:off x="6444840" y="1824600"/>
                <a:ext cx="1825560" cy="461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E95CD2-87E4-71B9-8964-A130930DB7D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38720" y="1818480"/>
                  <a:ext cx="18378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87D0B7-36AE-E797-6C12-8A473CD16AE9}"/>
                    </a:ext>
                  </a:extLst>
                </p14:cNvPr>
                <p14:cNvContentPartPr/>
                <p14:nvPr/>
              </p14:nvContentPartPr>
              <p14:xfrm>
                <a:off x="7168800" y="1739640"/>
                <a:ext cx="90000" cy="216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87D0B7-36AE-E797-6C12-8A473CD16A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62680" y="1733520"/>
                  <a:ext cx="102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036580-32A6-50D8-8360-2171A5F1B90D}"/>
                    </a:ext>
                  </a:extLst>
                </p14:cNvPr>
                <p14:cNvContentPartPr/>
                <p14:nvPr/>
              </p14:nvContentPartPr>
              <p14:xfrm>
                <a:off x="7759560" y="1720560"/>
                <a:ext cx="74880" cy="276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036580-32A6-50D8-8360-2171A5F1B90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53440" y="1714440"/>
                  <a:ext cx="87120" cy="288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Loss: one score for many errors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need a number to improve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10149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MSE = average((prediction − actual)²)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697480"/>
            <a:ext cx="4480560" cy="141732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and positive errors do not cancel.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mistakes count more.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28072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Why square?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2697480"/>
            <a:ext cx="4480560" cy="141732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parameters that make MSE smaller.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29400" y="28072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Learning goal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Can a model have low loss on training data but still fail later?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E18575-4BAC-8D5B-F5C8-85EFFA54B866}"/>
              </a:ext>
            </a:extLst>
          </p:cNvPr>
          <p:cNvGrpSpPr/>
          <p:nvPr/>
        </p:nvGrpSpPr>
        <p:grpSpPr>
          <a:xfrm>
            <a:off x="3656280" y="1496570"/>
            <a:ext cx="4670280" cy="535320"/>
            <a:chOff x="3656280" y="1496570"/>
            <a:chExt cx="4670280" cy="5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702E94F-1754-49F2-DB0B-4BF58BAF070E}"/>
                    </a:ext>
                  </a:extLst>
                </p14:cNvPr>
                <p14:cNvContentPartPr/>
                <p14:nvPr/>
              </p14:nvContentPartPr>
              <p14:xfrm>
                <a:off x="4717920" y="1834970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702E94F-1754-49F2-DB0B-4BF58BAF070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11800" y="18288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C9305D-5716-5F87-AA47-9C71C53917CE}"/>
                    </a:ext>
                  </a:extLst>
                </p14:cNvPr>
                <p14:cNvContentPartPr/>
                <p14:nvPr/>
              </p14:nvContentPartPr>
              <p14:xfrm>
                <a:off x="4374840" y="183497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C9305D-5716-5F87-AA47-9C71C53917C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68720" y="18288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54CC63-D338-0B55-F552-38F57B74ACB5}"/>
                    </a:ext>
                  </a:extLst>
                </p14:cNvPr>
                <p14:cNvContentPartPr/>
                <p14:nvPr/>
              </p14:nvContentPartPr>
              <p14:xfrm>
                <a:off x="4076400" y="181589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54CC63-D338-0B55-F552-38F57B74AC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070280" y="18097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F88BF8F-EA0E-53FC-0687-94CEE30A6192}"/>
                    </a:ext>
                  </a:extLst>
                </p14:cNvPr>
                <p14:cNvContentPartPr/>
                <p14:nvPr/>
              </p14:nvContentPartPr>
              <p14:xfrm>
                <a:off x="4171800" y="1777730"/>
                <a:ext cx="68040" cy="3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F88BF8F-EA0E-53FC-0687-94CEE30A61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65680" y="1771610"/>
                  <a:ext cx="80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5E443E-0FCD-9799-D98F-AC0A228D4417}"/>
                    </a:ext>
                  </a:extLst>
                </p14:cNvPr>
                <p14:cNvContentPartPr/>
                <p14:nvPr/>
              </p14:nvContentPartPr>
              <p14:xfrm>
                <a:off x="3656280" y="1496570"/>
                <a:ext cx="4670280" cy="535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5E443E-0FCD-9799-D98F-AC0A228D44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50160" y="1490450"/>
                  <a:ext cx="4682520" cy="54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DDAD9E8-B702-B16F-BA06-A8B057F28166}"/>
                  </a:ext>
                </a:extLst>
              </p14:cNvPr>
              <p14:cNvContentPartPr/>
              <p14:nvPr/>
            </p14:nvContentPartPr>
            <p14:xfrm>
              <a:off x="5765520" y="1834970"/>
              <a:ext cx="217224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DAD9E8-B702-B16F-BA06-A8B057F2816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11520" y="1618970"/>
                <a:ext cx="2279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BF21FBE-421F-D450-C532-9D4D68DD20B0}"/>
                  </a:ext>
                </a:extLst>
              </p14:cNvPr>
              <p14:cNvContentPartPr/>
              <p14:nvPr/>
            </p14:nvContentPartPr>
            <p14:xfrm>
              <a:off x="8153400" y="1726970"/>
              <a:ext cx="43560" cy="13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BF21FBE-421F-D450-C532-9D4D68DD20B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099400" y="1618970"/>
                <a:ext cx="1512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7EB56D5-E771-A67B-C11A-AEF6BC1E92AF}"/>
                  </a:ext>
                </a:extLst>
              </p14:cNvPr>
              <p14:cNvContentPartPr/>
              <p14:nvPr/>
            </p14:nvContentPartPr>
            <p14:xfrm>
              <a:off x="6521160" y="2939810"/>
              <a:ext cx="1074240" cy="57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7EB56D5-E771-A67B-C11A-AEF6BC1E92A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67520" y="2832170"/>
                <a:ext cx="118188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15EC452-AFF3-12FE-6BFB-56CDD9CA2423}"/>
              </a:ext>
            </a:extLst>
          </p:cNvPr>
          <p:cNvGrpSpPr/>
          <p:nvPr/>
        </p:nvGrpSpPr>
        <p:grpSpPr>
          <a:xfrm>
            <a:off x="8132520" y="3128090"/>
            <a:ext cx="1119600" cy="644760"/>
            <a:chOff x="8132520" y="3128090"/>
            <a:chExt cx="1119600" cy="6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925173-8C05-FD3A-927C-1A5B71236BA5}"/>
                    </a:ext>
                  </a:extLst>
                </p14:cNvPr>
                <p14:cNvContentPartPr/>
                <p14:nvPr/>
              </p14:nvContentPartPr>
              <p14:xfrm>
                <a:off x="8132520" y="3128090"/>
                <a:ext cx="1119600" cy="64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925173-8C05-FD3A-927C-1A5B71236B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26400" y="3121970"/>
                  <a:ext cx="113184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573172-7C7E-A851-5BF4-02F545759FAD}"/>
                    </a:ext>
                  </a:extLst>
                </p14:cNvPr>
                <p14:cNvContentPartPr/>
                <p14:nvPr/>
              </p14:nvContentPartPr>
              <p14:xfrm>
                <a:off x="8394600" y="3530570"/>
                <a:ext cx="578880" cy="47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573172-7C7E-A851-5BF4-02F545759F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88480" y="3524450"/>
                  <a:ext cx="59112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8103292-0E0C-CF1E-4775-8E192D29DA94}"/>
                  </a:ext>
                </a:extLst>
              </p14:cNvPr>
              <p14:cNvContentPartPr/>
              <p14:nvPr/>
            </p14:nvContentPartPr>
            <p14:xfrm>
              <a:off x="411960" y="5638010"/>
              <a:ext cx="5622480" cy="675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8103292-0E0C-CF1E-4775-8E192D29DA9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5840" y="5631890"/>
                <a:ext cx="5634720" cy="68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79AB4282-526C-4CD0-9746-3DE341172E5E}"/>
              </a:ext>
            </a:extLst>
          </p:cNvPr>
          <p:cNvGrpSpPr/>
          <p:nvPr/>
        </p:nvGrpSpPr>
        <p:grpSpPr>
          <a:xfrm>
            <a:off x="3194040" y="4388450"/>
            <a:ext cx="2921400" cy="1246320"/>
            <a:chOff x="3194040" y="4388450"/>
            <a:chExt cx="2921400" cy="12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A9238F-2ADD-BFCA-3DEF-156CCC10D87A}"/>
                    </a:ext>
                  </a:extLst>
                </p14:cNvPr>
                <p14:cNvContentPartPr/>
                <p14:nvPr/>
              </p14:nvContentPartPr>
              <p14:xfrm>
                <a:off x="3202680" y="5475650"/>
                <a:ext cx="96480" cy="15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A9238F-2ADD-BFCA-3DEF-156CCC10D87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96560" y="5469530"/>
                  <a:ext cx="108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30EA24-4719-66D8-01F2-1ACA5C2D4EE6}"/>
                    </a:ext>
                  </a:extLst>
                </p14:cNvPr>
                <p14:cNvContentPartPr/>
                <p14:nvPr/>
              </p14:nvContentPartPr>
              <p14:xfrm>
                <a:off x="3194040" y="5311850"/>
                <a:ext cx="256680" cy="158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30EA24-4719-66D8-01F2-1ACA5C2D4EE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87920" y="5305730"/>
                  <a:ext cx="268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01A4FB-8255-3BF5-E6EB-EA6234F507FE}"/>
                    </a:ext>
                  </a:extLst>
                </p14:cNvPr>
                <p14:cNvContentPartPr/>
                <p14:nvPr/>
              </p14:nvContentPartPr>
              <p14:xfrm>
                <a:off x="3566280" y="5117810"/>
                <a:ext cx="204840" cy="312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01A4FB-8255-3BF5-E6EB-EA6234F507F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60160" y="5111690"/>
                  <a:ext cx="217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4F331E-06DA-192E-AB15-8CA9511DDC39}"/>
                    </a:ext>
                  </a:extLst>
                </p14:cNvPr>
                <p14:cNvContentPartPr/>
                <p14:nvPr/>
              </p14:nvContentPartPr>
              <p14:xfrm>
                <a:off x="3708120" y="5106650"/>
                <a:ext cx="154440" cy="19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4F331E-06DA-192E-AB15-8CA9511DDC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02000" y="5100530"/>
                  <a:ext cx="166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95A4D7-25B7-B58B-CDDA-7EB76A391F03}"/>
                    </a:ext>
                  </a:extLst>
                </p14:cNvPr>
                <p14:cNvContentPartPr/>
                <p14:nvPr/>
              </p14:nvContentPartPr>
              <p14:xfrm>
                <a:off x="3965160" y="4992890"/>
                <a:ext cx="267120" cy="29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95A4D7-25B7-B58B-CDDA-7EB76A391F0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59040" y="4986770"/>
                  <a:ext cx="279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5159C07-9566-0DF9-C068-42976E166C67}"/>
                    </a:ext>
                  </a:extLst>
                </p14:cNvPr>
                <p14:cNvContentPartPr/>
                <p14:nvPr/>
              </p14:nvContentPartPr>
              <p14:xfrm>
                <a:off x="4467720" y="4960130"/>
                <a:ext cx="123480" cy="324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5159C07-9566-0DF9-C068-42976E166C6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61600" y="4954010"/>
                  <a:ext cx="135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05150F-40FE-1A63-232D-E91B7C27CDAC}"/>
                    </a:ext>
                  </a:extLst>
                </p14:cNvPr>
                <p14:cNvContentPartPr/>
                <p14:nvPr/>
              </p14:nvContentPartPr>
              <p14:xfrm>
                <a:off x="4552680" y="5105570"/>
                <a:ext cx="169560" cy="7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05150F-40FE-1A63-232D-E91B7C27CDA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46560" y="5099450"/>
                  <a:ext cx="181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2A535B-1220-1C56-EA52-CD215BF3FFED}"/>
                    </a:ext>
                  </a:extLst>
                </p14:cNvPr>
                <p14:cNvContentPartPr/>
                <p14:nvPr/>
              </p14:nvContentPartPr>
              <p14:xfrm>
                <a:off x="4406880" y="5075330"/>
                <a:ext cx="176400" cy="87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2A535B-1220-1C56-EA52-CD215BF3FFE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00760" y="5069210"/>
                  <a:ext cx="1886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17C0C9B-4A53-11F6-4356-509382CBA446}"/>
                    </a:ext>
                  </a:extLst>
                </p14:cNvPr>
                <p14:cNvContentPartPr/>
                <p14:nvPr/>
              </p14:nvContentPartPr>
              <p14:xfrm>
                <a:off x="4772280" y="4972010"/>
                <a:ext cx="140400" cy="291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17C0C9B-4A53-11F6-4356-509382CBA4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66160" y="4965890"/>
                  <a:ext cx="1526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EE5A49-913E-31C0-A304-0AD7BD2560F4}"/>
                    </a:ext>
                  </a:extLst>
                </p14:cNvPr>
                <p14:cNvContentPartPr/>
                <p14:nvPr/>
              </p14:nvContentPartPr>
              <p14:xfrm>
                <a:off x="4717920" y="5099810"/>
                <a:ext cx="193680" cy="8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EE5A49-913E-31C0-A304-0AD7BD2560F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11800" y="5093690"/>
                  <a:ext cx="2059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04CDB5-2BA2-0582-D378-8918441D10B7}"/>
                    </a:ext>
                  </a:extLst>
                </p14:cNvPr>
                <p14:cNvContentPartPr/>
                <p14:nvPr/>
              </p14:nvContentPartPr>
              <p14:xfrm>
                <a:off x="4984320" y="4927370"/>
                <a:ext cx="108720" cy="251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04CDB5-2BA2-0582-D378-8918441D10B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78200" y="4921250"/>
                  <a:ext cx="120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29EA7AD-086F-A040-6E82-FE1D6D77CEF8}"/>
                    </a:ext>
                  </a:extLst>
                </p14:cNvPr>
                <p14:cNvContentPartPr/>
                <p14:nvPr/>
              </p14:nvContentPartPr>
              <p14:xfrm>
                <a:off x="4914840" y="5034290"/>
                <a:ext cx="322200" cy="83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29EA7AD-086F-A040-6E82-FE1D6D77CE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08720" y="5028170"/>
                  <a:ext cx="334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74A229-D301-63BD-B672-FC4F97EC1DC0}"/>
                    </a:ext>
                  </a:extLst>
                </p14:cNvPr>
                <p14:cNvContentPartPr/>
                <p14:nvPr/>
              </p14:nvContentPartPr>
              <p14:xfrm>
                <a:off x="5108880" y="4978130"/>
                <a:ext cx="2880" cy="55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74A229-D301-63BD-B672-FC4F97EC1DC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02760" y="4972010"/>
                  <a:ext cx="15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2E333CD-6663-E6E8-153D-8D6755FA92AD}"/>
                    </a:ext>
                  </a:extLst>
                </p14:cNvPr>
                <p14:cNvContentPartPr/>
                <p14:nvPr/>
              </p14:nvContentPartPr>
              <p14:xfrm>
                <a:off x="5369520" y="4996490"/>
                <a:ext cx="208440" cy="135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2E333CD-6663-E6E8-153D-8D6755FA92A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63400" y="4990370"/>
                  <a:ext cx="220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C7260F2-AC70-7846-B70D-3F46114005DD}"/>
                    </a:ext>
                  </a:extLst>
                </p14:cNvPr>
                <p14:cNvContentPartPr/>
                <p14:nvPr/>
              </p14:nvContentPartPr>
              <p14:xfrm>
                <a:off x="5410560" y="4881650"/>
                <a:ext cx="439560" cy="298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C7260F2-AC70-7846-B70D-3F46114005D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404440" y="4875530"/>
                  <a:ext cx="4518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0D093FB-7D61-CAEF-01A4-5DC8A563D901}"/>
                    </a:ext>
                  </a:extLst>
                </p14:cNvPr>
                <p14:cNvContentPartPr/>
                <p14:nvPr/>
              </p14:nvContentPartPr>
              <p14:xfrm>
                <a:off x="4302120" y="5175410"/>
                <a:ext cx="1813320" cy="441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0D093FB-7D61-CAEF-01A4-5DC8A563D90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96000" y="5169290"/>
                  <a:ext cx="18255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1248D4C-3F6C-0E78-7530-1AC0A7526142}"/>
                    </a:ext>
                  </a:extLst>
                </p14:cNvPr>
                <p14:cNvContentPartPr/>
                <p14:nvPr/>
              </p14:nvContentPartPr>
              <p14:xfrm>
                <a:off x="3409680" y="4388450"/>
                <a:ext cx="789120" cy="698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1248D4C-3F6C-0E78-7530-1AC0A752614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03560" y="4382330"/>
                  <a:ext cx="801360" cy="71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934BC0-7146-1517-C073-CDDD33074A07}"/>
                  </a:ext>
                </a:extLst>
              </p14:cNvPr>
              <p14:cNvContentPartPr/>
              <p14:nvPr/>
            </p14:nvContentPartPr>
            <p14:xfrm>
              <a:off x="4190880" y="5522810"/>
              <a:ext cx="731880" cy="42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934BC0-7146-1517-C073-CDDD33074A0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184760" y="5516690"/>
                <a:ext cx="744120" cy="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Train/test split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grade the model only on practice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4754880" cy="2286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change w and b.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 practice questions.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6184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Training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0" y="1508760"/>
            <a:ext cx="4754880" cy="228600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until later.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 new questions on a test.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20840" y="161848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Testing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Why would it be unfair to train and test on exactly the same examples?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guessing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automation, act like the learning algorithm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5577840" cy="2377440"/>
          </a:xfrm>
          <a:prstGeom prst="rect">
            <a:avLst/>
          </a:prstGeom>
          <a:solidFill>
            <a:srgbClr val="0B1220"/>
          </a:solidFill>
          <a:ln w="6350">
            <a:solidFill>
              <a:srgbClr val="1E293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candidate_speeds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0.5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candidate_speeds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mean_squared_error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loss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6720840" y="1280160"/>
            <a:ext cx="43891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 means searching for better parameter values, not magic.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0" y="13898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Purpose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Which speed do you predict will have the lowest loss?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manual guessing is not enough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models can have many parameters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108960" cy="18288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a few speeds.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With 1 parameter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325880"/>
            <a:ext cx="3108960" cy="182880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speed and starting position.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With 2 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0" y="1325880"/>
            <a:ext cx="3108960" cy="182880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guessing becomes impossible.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5820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With millions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0690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We need a systematic way to improve parameters.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 descent intuition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 downhill on the loss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657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Predict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Measure loss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Estimate downhill direction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Take a small step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Repeat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344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Plain English algorithm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0" y="1371600"/>
            <a:ext cx="4389120" cy="2743200"/>
          </a:xfrm>
          <a:prstGeom prst="arc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26680" y="1874520"/>
            <a:ext cx="228600" cy="228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12280" y="3154680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 loss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86600" y="30632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lower loss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4572000"/>
            <a:ext cx="5120640" cy="685800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gradient points uphill. Gradient descent moves the opposite way.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32120" y="46817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Key idea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rate = step size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small, too large, or just right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108960" cy="201168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very slowly.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may decrease, but painfully slowly.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Too small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325880"/>
            <a:ext cx="3108960" cy="201168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Jumps around or gets worse.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may explode.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Too large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21040" y="1325880"/>
            <a:ext cx="3108960" cy="201168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decreases steadily.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move toward useful values.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58200" y="1435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Just right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If the loss increases every epoch, what might be wrong?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gradients for our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equations to code, symbol by symbol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4846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= w×x + 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4846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= prediction − actual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846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dw = average(2×error×x)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0" y="2743200"/>
            <a:ext cx="4846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 = average(2×error)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 tells us how to adjust w. db tells us how to adjust b.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17320" y="454456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Meaning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the contribution from every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6400800" cy="4251960"/>
          </a:xfrm>
          <a:prstGeom prst="rect">
            <a:avLst/>
          </a:prstGeom>
          <a:solidFill>
            <a:srgbClr val="0B1220"/>
          </a:solidFill>
          <a:ln w="6350">
            <a:solidFill>
              <a:srgbClr val="1E293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gradients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total_dw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total_db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actual_y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predicted_y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predicted_y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actual_y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total_dw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total_db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total_dw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total_db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Where is error in the code? Where is x?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loop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entire machine-learning loop in ordinary Python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5943600" cy="2880360"/>
          </a:xfrm>
          <a:prstGeom prst="rect">
            <a:avLst/>
          </a:prstGeom>
          <a:solidFill>
            <a:srgbClr val="0B1220"/>
          </a:solidFill>
          <a:ln w="6350">
            <a:solidFill>
              <a:srgbClr val="1E293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epoch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mean_squared_error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gradients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learning_rate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dw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learning_rate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6995160" y="1691640"/>
            <a:ext cx="4480560" cy="246888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model.fit().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black box.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 prediction, loss, gradient, update, repeat.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0" y="18013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This is training.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Which two variables are actually learning?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before training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before running the cell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32720" cy="329184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Will loss go down?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Will w move toward a physical speed?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Will b move toward a starting position?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could go wrong?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51560" y="138988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Before running training: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Do not run yet.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training: interpret the result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celebrate a number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7548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loss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loss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learned 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learned 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 loss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loss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4356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Look at: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37960" y="1325880"/>
            <a:ext cx="47548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trained model is not automatically good. We need evidence that it works on examples it did not train 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14356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Ask “why?”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PREDICT: If final loss is lower, what evidence do we still need?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vibes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Learning 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loss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Learned 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Learned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0" y="15361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10332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532888"/>
            <a:ext cx="103327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3191256"/>
            <a:ext cx="10332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849624"/>
            <a:ext cx="103327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0.001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715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0.01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3374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0.1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032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1.0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ASK / PREDICT: Which learning rate do you predict will work best?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must work beyond memorized examples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754880" cy="242316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PERFORMANCE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well did the model fit examples used to update w and b?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5270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Training performance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37960" y="1417320"/>
            <a:ext cx="4754880" cy="242316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PERFORMANCE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well did the model predict examples that did not update w and b?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evidence of real usefulness.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15270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Testing performance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ASK / PREDICT: Which one is more like a real exam: training loss or test loss?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Interpolation vs extrapolation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predictions are riskier than others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2004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TIMES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 to 3.0 seconds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05840" y="1527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Training times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26280" y="1417320"/>
            <a:ext cx="3200400" cy="160020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inside the range, like t = 2.2.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63440" y="1527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Interpolation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1417320"/>
            <a:ext cx="3200400" cy="160020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EXTRAPOLATION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outside the range, like t = 10.0.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0" y="15270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Extrapolation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ASK / PREDICT: Which prediction should we trust less: t = 2.2 or t = 10.0?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mode: wrong model shape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 cannot explain every physical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linear: position = w×time + 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72200" y="1417320"/>
            <a:ext cx="5212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accelerating: position ≈ 0.5×a×time²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10149840" cy="1280160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cart accelerates, a straight-line model may fit poorly even if our training code is correct.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3000" y="29900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Important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ASK / PREDICT: If the model fails, is the problem always the training loop?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bugs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ML bugs are ordinary programming bugs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4937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FOR: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forgetting to return from predict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using actual − prediction in one place and prediction − actual elsewhere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squaring errors in MSE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updating w but not 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3441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Watch for: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4937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WATCH FOR: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using TEST_DATA during training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learning rate too large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re-running earlier cells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overwriting variables accidentally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37960" y="13441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Also watch for: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ASK / PREDICT: If the loss becomes larger each epoch, what would you check first?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did the model learn?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invisible visible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4297680" cy="219456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TRAINING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is high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34440" y="14813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Before training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20840" y="1371600"/>
            <a:ext cx="4297680" cy="219456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TRAINING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changed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changed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is lower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0" y="14813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After training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A"/>
                </a:solidFill>
              </a:rPr>
              <a:t>The code did not magically become smarter. The parameters became better.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vs ML reminder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machine learning; Week 1 was search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709160" cy="237744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that act intelligently: search, planning, learning, reasoning, perception.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05840" y="152704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37960" y="1417320"/>
            <a:ext cx="4709160" cy="2377440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that improve from data or experience.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152704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Machine Learning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ASK / PREDICT: Why was Week 1 AI but not machine learning?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13C59D6-11B5-EA91-A03B-FDEFCA736F6F}"/>
                  </a:ext>
                </a:extLst>
              </p14:cNvPr>
              <p14:cNvContentPartPr/>
              <p14:nvPr/>
            </p14:nvContentPartPr>
            <p14:xfrm>
              <a:off x="2709040" y="112577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13C59D6-11B5-EA91-A03B-FDEFCA736F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2920" y="111965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7406</TotalTime>
  <Words>3059</Words>
  <Application>Microsoft Office PowerPoint</Application>
  <PresentationFormat>Widescreen</PresentationFormat>
  <Paragraphs>474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AI Bootcamp - Week 2</dc:title>
  <dc:subject>Fundamentals of AI Bootcamp - Week 2 Learning from Data</dc:subject>
  <dc:creator>OpenAI</dc:creator>
  <cp:lastModifiedBy>Winner Admasu Abula</cp:lastModifiedBy>
  <cp:revision>5</cp:revision>
  <dcterms:created xsi:type="dcterms:W3CDTF">2026-08-22T04:58:43Z</dcterms:created>
  <dcterms:modified xsi:type="dcterms:W3CDTF">2026-08-29T05:53:02Z</dcterms:modified>
</cp:coreProperties>
</file>