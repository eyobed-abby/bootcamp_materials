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2.xml" ContentType="application/vnd.openxmlformats-officedocument.presentationml.notesSlide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Slides/notesSlide3.xml" ContentType="application/vnd.openxmlformats-officedocument.presentationml.notesSlide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28:43.63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1726 7187 24538,'2703'-218'0,"-3100"-6606"0,-3634 6680 0,5756 7330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28:45.44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1881 1 24575,'-42'1'0,"0"3"0,1 1 0,-1 2 0,1 2 0,-56 20 0,-196 91 0,209-82 0,-475 190 0,71-32 0,477-191 0,-3 0 0,1 1 0,-1 0 0,1 1 0,0 0 0,1 1 0,0 1 0,-21 18 0,31-25 0,0 1 0,0 0 0,1 0 0,-1-1 0,1 1 0,0 0 0,0 0 0,0 0 0,0 0 0,0 1 0,1-1 0,-1 0 0,1 0 0,0 0 0,0 7 0,1 4 0,1 0 0,5 18 0,-4-16 0,1-1 0,0 0 0,0-1 0,2 1 0,-1-1 0,2 0 0,15 24 0,-17-30 0,1-1 0,-1 0 0,1 0 0,1 0 0,-1-1 0,1 0 0,0 0 0,1 0 0,0-1 0,-1 0 0,1-1 0,15 6 0,83 18 0,-39-13 0,7 1 0,138 11 0,-22-5 0,69 24 0,298 40 0,149-54 0,-693-33 0,1 1 0,-1-2 0,0 0 0,0 0 0,0-1 0,0-1 0,-1 0 0,23-11 0,-29 12 0,-1 0 0,1-1 0,0 0 0,-1 0 0,0 0 0,0 0 0,0-1 0,-1 0 0,1 0 0,-1-1 0,0 1 0,-1-1 0,1 0 0,-1 0 0,0 0 0,-1 0 0,0 0 0,3-13 0,6-46 0,4-128 0,-14 188 0,-1 0 0,-1-1 0,1 1 0,-1 0 0,0-1 0,0 1 0,0 0 0,-1 0 0,0 0 0,0 0 0,0 0 0,0 0 0,-1 0 0,0 1 0,0-1 0,-7-6 0,-11-20 0,0-1 0,2-1 0,-16-36 0,18 34 0,4 9 0,-2 0 0,0 2 0,-2 0 0,0 1 0,-2 0 0,-26-24 0,27 28 0,0 0 0,-14-22 0,17 20 0,-2 1 0,-21-21 0,29 33 0,-119-104 0,102 92 0,0 1 0,-1 2 0,-35-18 0,49 30-136,1 1-1,0 0 1,-1 1-1,0 0 1,0 1-1,0 1 1,0 0-1,0 0 0,-19 2 1,8 1-6690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28:47.13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2049 154 24575,'-181'-1'0,"-314"7"0,458-4 0,-1 1 0,-48 11 0,75-11 0,0 0 0,0 1 0,0 0 0,0 0 0,1 1 0,0 1 0,0 0 0,0 0 0,0 1 0,1 0 0,-14 15 0,14-11 0,0 0 0,0 1 0,1-1 0,1 2 0,0-1 0,1 1 0,-6 17 0,3-2 0,1 1 0,-5 40 0,0-5 0,8-40 0,0 0 0,-1 29 0,6-44 0,0-1 0,0 1 0,1 0 0,0-1 0,1 1 0,0-1 0,0 1 0,1-1 0,7 16 0,7 6 0,1 0 0,2-1 0,1-1 0,1 0 0,1-2 0,2-1 0,0-1 0,49 35 0,-30-28 0,1-3 0,2-1 0,0-3 0,102 37 0,-105-48 0,2-1 0,-1-3 0,1-1 0,60 1 0,188-11 0,-117-2 0,151-22 0,-323 25 0,0 0 0,0 0 0,0 0 0,-1 0 0,1-1 0,0 0 0,-1 0 0,1 0 0,-1-1 0,0 1 0,1-1 0,-1 0 0,0 0 0,-1 0 0,1-1 0,-1 0 0,1 1 0,-1-1 0,4-8 0,-1 1 0,-1-2 0,0 1 0,0 0 0,-2-1 0,1 0 0,1-16 0,0 4 0,1 1 0,1 0 0,1 0 0,1 1 0,21-36 0,-8 21 0,2 1 0,38-43 0,-50 67 0,-1-1 0,0-1 0,-2 0 0,1 0 0,13-31 0,-21 41 0,-1-1 0,1 1 0,-1-1 0,0 1 0,0-1 0,-1 1 0,0-1 0,0 0 0,0 1 0,0-1 0,-1 1 0,0-1 0,0 1 0,-1-1 0,1 1 0,-1 0 0,0-1 0,-1 1 0,1 0 0,-1 0 0,0 1 0,0-1 0,-6-5 0,-8-8 0,0 1 0,-2 1 0,-39-27 0,8 10 0,-2 3 0,-1 2 0,-89-33 0,16 16-141,-240-55 1,-148 26-480,-523 55-282,584 46-272,380-20-4040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28:52.68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24575,'3'3'0,"-1"0"0,0 0 0,0 1 0,0-1 0,0 1 0,-1-1 0,0 1 0,1 0 0,0 5 0,2 7 0,41 115 0,129 347 0,-66-254 0,-79-145 0,-18-49 0,13 31 0,-10-32-1365,-3-1-5461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28:53.61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99 0 24575,'0'14'0,"2"-1"0,0 1 0,7 22 0,3 25 0,-8 86 0,-5-103 0,2 0 0,9 62 0,-5-84 0,-2 1 0,0 0 0,-2 0 0,0 0 0,-2 0 0,0 0 0,-1 0 0,-11 42 0,12-62 0,0 1 0,0-1 0,-1 0 0,1 0 0,-1 0 0,1 0 0,-1 0 0,-3 3 0,4-5 0,0-1 0,1 1 0,-1-1 0,1 1 0,-1-1 0,0 0 0,1 1 0,-1-1 0,0 0 0,1 0 0,-1 1 0,0-1 0,0 0 0,1 0 0,-1 0 0,0 0 0,1 0 0,-1 0 0,0 0 0,0 0 0,1 0 0,-1 0 0,0-1 0,1 1 0,-1 0 0,0 0 0,0-1 0,1 1 0,-1 0 0,1-1 0,-1 1 0,0-1 0,1 1 0,-1-1 0,1 1 0,-1-1 0,1 1 0,-1-1 0,1 1 0,0-1 0,-1 0 0,1 1 0,0-1 0,-1 0 0,-7-13 0,0-1 0,1 1 0,1-1 0,0 0 0,1-1 0,-3-17 0,-1 2 0,-9-38-1365,3 5-5461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28:54.18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24575,'5'0'0,"11"10"0,8 7 0,14 16 0,10 12 0,11 8 0,11 4 0,7-3 0,-5-5 0,-4-2 0,-5-4 0,-8-4 0,1-5 0,-5-2 0,-5-3 0,-6-6 0,-10-6-8191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28:59.65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1441 24575,'158'3'0,"0"6"0,264 51 0,-326-40 0,499 122 0,-468-99 0,43 13 0,-8-8 0,53 15 0,-162-51 0,0-2 0,64 3 0,253-11 0,-355-2 0,0-1 0,0-1 0,-1 0 0,1-1 0,0-1 0,-1 0 0,0-1 0,0-1 0,0 0 0,0-1 0,-1 0 0,0-1 0,-1 0 0,14-13 0,26-24 0,-3-2 0,47-57 0,-86 89 0,0 0 0,-2-1 0,0 0 0,-1 0 0,10-32 0,8-19 0,7-1 0,38-100 0,-62 144 0,-1-1 0,-1 0 0,-2 0 0,0 0 0,-1-35 0,-4 27 0,-1 0 0,-2 0 0,-1 1 0,-2-1 0,-1 1 0,-18-45 0,9 35 0,-2 1 0,-2 1 0,-2 0 0,-34-45 0,26 43 0,-1 1 0,-3 1 0,-1 2 0,-64-53 0,62 63 0,-2 2 0,0 1 0,-2 3 0,-1 1 0,0 2 0,-2 2 0,0 2 0,0 2 0,-2 2 0,-55-6 0,-264-2 0,149 13 0,-528-10 0,710 16 0,-63 8 0,86-6 0,0 0 0,0 2 0,0-1 0,0 1 0,1 1 0,0 0 0,0 1 0,-17 11 0,5 1 0,-29 30 0,-15 12 0,1-4 0,-80 85 0,115-107 0,12-13 0,0-1 0,-2-1 0,-24 18 0,12-14 0,2 2 0,-50 50 0,67-61 0,2 1 0,0 0 0,1 0 0,0 2 0,1-1 0,1 1 0,-12 33 0,16-35 0,2-1 0,0 1 0,1 0 0,-1 26 0,7 64 0,0-27 0,-5-38-99,1-17-154,0-1-1,1 0 1,1 0 0,7 32 0,-3-34-6573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0:32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24575,'1'0'0,"1"1"0,-1-1 0,1 1 0,-1-1 0,1 1 0,-1 0 0,0 0 0,1-1 0,-1 1 0,0 0 0,0 0 0,1 0 0,-1 1 0,0-1 0,0 0 0,0 0 0,1 3 0,17 27 0,-15-24 0,28 51 0,-16-27 0,1-1 0,24 30 0,-37-55 0,1 0 0,-1 0 0,1-1 0,0 1 0,1-1 0,-1 0 0,1-1 0,0 1 0,11 4 0,-16-8 0,1 1 0,0 0 0,0-1 0,-1 1 0,1-1 0,0 1 0,0-1 0,0 0 0,0 0 0,0 0 0,0 0 0,-1 0 0,1 0 0,0-1 0,0 1 0,0 0 0,0-1 0,-1 0 0,1 1 0,0-1 0,0 0 0,-1 0 0,1 0 0,-1 0 0,1 0 0,-1 0 0,1-1 0,-1 1 0,0 0 0,1-1 0,-1 1 0,0-1 0,0 1 0,0-1 0,0 0 0,0 1 0,-1-1 0,2-2 0,1-8 0,0 0 0,-1 0 0,0-1 0,0 1 0,-1-1 0,-1 1 0,-1-1 0,1 1 0,-2-1 0,0 1 0,-4-15 0,6 26 0,0 1 0,0-1 0,0 1 0,0-1 0,0 0 0,0 1 0,0-1 0,-1 1 0,1-1 0,0 1 0,0-1 0,-1 1 0,1-1 0,0 1 0,-1-1 0,1 1 0,0-1 0,-1 1 0,1-1 0,-1 1 0,1 0 0,-1-1 0,1 1 0,-1 0 0,1-1 0,-1 1 0,1 0 0,-1 0 0,0-1 0,0 2 0,1 0 0,0 0 0,-1-1 0,1 1 0,0 0 0,0 0 0,-1 0 0,1-1 0,0 1 0,0 0 0,0 0 0,0 0 0,0 0 0,0 0 0,0-1 0,0 1 0,0 0 0,1 0 0,-1 1 0,7 23 0,1 1 0,1-2 0,23 44 0,-17-37 0,17 48 0,-22-38 0,-2 0 0,6 74 0,-2-14 0,-6-54 0,-2-1 0,-2 1 0,-5 70 0,3-115-39,-1 1 0,1-1 0,0 0 0,0 0 0,-1 0 0,1 0 0,-1 0 0,0 1 0,1-1 0,-1 0 0,0 0 0,0 0 0,0-1 0,-1 1 0,1 0 0,0 0 0,-1-1 0,1 1 0,-1-1 0,0 1 0,1-1 0,-1 1 0,0-1 0,0 0 0,0 0 0,0 0 0,0 0 0,0 0 0,0-1 0,0 1 0,0-1 0,0 1 0,0-1 0,-4 1 0,-9-4-6787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0:32.9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 24575,'5'0'0,"1"-5"0,5-1 0,5 0 0,5 1 0,-1 1-8191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0:33.3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24575,'4'0'0,"8"0"0,5 0 0,5 0 0,4 0 0,2 0 0,1 0 0,0 0 0,-4 0-8191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0:33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24575,'5'0'0,"11"15"0,7 9 0,10 10 0,4 9 0,1-3 0,-7-3 0,-8-3 0,-3-3 0,-1-7 0,2-6 0,2-8 0,1-9 0,-2-6-8191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0:34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0 251 24575,'5'0'0,"6"0"0,6 0 0,6 0 0,2 0 0,3-5 0,-4-6 0,-6-6 0,-15-10 0,-9-5 0,-2-2 0,-1 0 0,1 1 0,-2 2 0,0 5-8191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0:34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24575,'5'0'0,"6"5"0,1 6 0,-1 6 0,2 6 0,-1 2 0,-2 3 0,-4 1 0,-2 0 0,-6-4 0,-4-7-8191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0:35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625 0 24575,'0'5'0,"0"25"0,-5 23 0,-6 11 0,-21 14 0,-33 28 0,-16 0 0,-8-3 0,6-15 0,13-22 0,13-22 0,16-24 0,6-24 0,4-26 0,7-9-8191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0:35.6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24575,'2'1'0,"0"0"0,0 0 0,0 0 0,0 0 0,0 0 0,0 0 0,0 0 0,-1 1 0,1-1 0,0 1 0,-1-1 0,1 1 0,-1 0 0,2 2 0,4 3 0,120 134 0,7 8 0,-128-143 12,1-1 0,-1 1 0,1-1 0,0-1 0,1 1 0,-1-1 0,1 0 0,10 3 0,7 1-579,35 6 0,-52-12 228,11 2-6487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0:36.2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24575,'0'4'0,"5"3"0,25 4 0,28 0 0,22-1 0,26-3 0,25-3 0,4-1 0,-16-2 0,-29-1-8191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0:36.6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24575,'5'14'0,"6"15"0,7 21 0,4 12 0,-1 15 0,-5 8 0,1 4 0,-3-3 0,-5-11 0,-2-15 0,1-16 0,0-16-8191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0:37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627 1 24575,'10'11'0,"0"1"0,-1 0 0,-1 0 0,0 1 0,6 14 0,0-2 0,12 27 0,-1 0 0,32 105 0,15 121 0,-35-126 0,20 49 0,-45-173 0,-12-28 0,0 0 0,0 0 0,0 0 0,0 0 0,0 1 0,0-1 0,0 0 0,0 0 0,0 0 0,0 0 0,0 0 0,0 1 0,0-1 0,0 0 0,0 0 0,0 0 0,0 0 0,1 0 0,-1 0 0,0 1 0,0-1 0,0 0 0,0 0 0,0 0 0,0 0 0,1 0 0,-1 0 0,0 0 0,0 0 0,0 0 0,0 0 0,0 0 0,1 0 0,-1 1 0,0-1 0,0 0 0,0 0 0,0 0 0,1 0 0,-1 0 0,0-1 0,0 1 0,0 0 0,0 0 0,0 0 0,1 0 0,-1 0 0,0 0 0,0 0 0,0 0 0,0 0 0,0 0 0,0 0 0,1 0 0,-1 0 0,0-1 0,0 1 0,0 0 0,0 0 0,0 0 0,0 0 0,0 0 0,0 0 0,1-1 0,-1 1 0,0 0 0,0 0 0,0-1 0,2-9 0,0-1 0,0 1 0,-1-1 0,0 0 0,-1 0 0,-2-19 0,1-2 0,1-6 0,2 1 0,1 0 0,11-44 0,-9 59 0,1 1 0,1-1 0,1 2 0,0-1 0,2 1 0,21-33 0,-27 48 0,0-1 0,0 1 0,1 0 0,0 1 0,0-1 0,0 1 0,0 0 0,1 0 0,7-4 0,-10 6 0,0 1 0,0 0 0,0-1 0,0 1 0,1 0 0,-1 1 0,0-1 0,0 1 0,1-1 0,-1 1 0,0 0 0,1 0 0,-1 1 0,0-1 0,1 1 0,-1-1 0,0 1 0,0 0 0,0 0 0,0 1 0,4 1 0,5 5 0,0 0 0,-1 1 0,0 0 0,0 0 0,-1 2 0,12 15 0,51 75 0,-63-86 0,7 10 0,-2-5 0,-1 2 0,-1 0 0,14 33 0,-26-52 0,0-1 0,0 0 0,0 1 0,0-1 0,-1 1 0,1-1 0,-1 1 0,0-1 0,0 1 0,0 0 0,0-1 0,0 1 0,0-1 0,-1 1 0,1-1 0,-1 1 0,0-1 0,0 1 0,0-1 0,0 0 0,0 1 0,0-1 0,-1 0 0,1 0 0,-1 0 0,1 0 0,-1 0 0,0 0 0,0 0 0,0-1 0,0 1 0,0-1 0,0 1 0,0-1 0,0 0 0,-1 0 0,1 0 0,-1 0 0,-3 1 0,-26 7 0,-1-1 0,1-2 0,-1-1 0,-35 0 0,45-4 0,-852 20-1188,819-21 1174,4 1 111,-51-3 61,89 1-395,1-1 1,0 0-1,0-1 0,0-1 1,-18-6-1,-4-10-5587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0:39.9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1 293 24575,'3'0'0,"0"1"0,1-1 0,-1 1 0,0 0 0,0-1 0,1 2 0,-1-1 0,0 0 0,0 1 0,0-1 0,0 1 0,-1 0 0,1 0 0,0 0 0,-1 0 0,1 0 0,-1 1 0,0-1 0,0 1 0,3 4 0,3 5 0,-1 1 0,0 1 0,7 18 0,-11-24 0,84 258 0,-55-157 0,-31-103 0,3 7 0,0 0 0,1 0 0,11 20 0,-14-31 0,-1 0 0,0 0 0,1 0 0,-1 0 0,1 0 0,0 0 0,0 0 0,0-1 0,0 1 0,0-1 0,4 3 0,-5-4 0,0 0 0,1 1 0,-1-1 0,0 0 0,1 0 0,-1 1 0,1-1 0,-1 0 0,0 0 0,1-1 0,-1 1 0,0 0 0,1 0 0,-1-1 0,0 1 0,1-1 0,-1 1 0,0-1 0,0 0 0,1 1 0,-1-1 0,2-1 0,0-1 0,0 0 0,-1 0 0,1-1 0,-1 1 0,1 0 0,-1-1 0,0 0 0,0 1 0,-1-1 0,1 0 0,-1 0 0,1 0 0,-1 0 0,-1 0 0,2-5 0,0-12 0,0-35 0,-2 44 0,-1-16 0,-2 0 0,-1 0 0,-9-36 0,6 33 0,9 36 0,0-1 0,0 1 0,1-1 0,-1 0 0,1 0 0,5 5 0,4 7 0,101 176 0,-14-21 0,-94-163 0,0 0 0,1 0 0,0-1 0,10 9 0,-16-16 0,1 0 0,-1 1 0,0-1 0,0 0 0,0 0 0,0 0 0,0 0 0,0 1 0,0-1 0,0 0 0,0 0 0,0 0 0,0 0 0,0 0 0,1 1 0,-1-1 0,0 0 0,0 0 0,0 0 0,0 0 0,0 0 0,0 0 0,1 0 0,-1 0 0,0 0 0,0 0 0,0 1 0,0-1 0,1 0 0,-1 0 0,0 0 0,0 0 0,0 0 0,0 0 0,0 0 0,1 0 0,-1 0 0,0 0 0,0 0 0,0 0 0,0-1 0,1 1 0,-1 0 0,0 0 0,0 0 0,0 0 0,0 0 0,0 0 0,1 0 0,-1 0 0,0 0 0,0-1 0,0 1 0,0 0 0,0 0 0,0 0 0,0 0 0,1 0 0,-1 0 0,0-1 0,0 1 0,-3-15 0,-12-21 0,-32-67 0,-11-23 0,47 100 0,0-1 0,1 0 0,-11-55 0,2 6 0,-56-209 0,53 192 0,15 66-682,-12-32-1,6 31-6143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0:41.0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24575,'5'0'0,"6"5"0,7 6 0,4 6 0,8 6 0,9 7 0,7 14 0,16 8 0,1 1 0,-5 1 0,2-4 0,-9-6 0,-14-6 0,-17-13 0,-12-17 0,-13-14 0,-5-6-8191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0:41.5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725 1 24575,'0'9'0,"-5"14"0,-11 11 0,-12 30 0,-12 17 0,-3 10 0,-14 14 0,-1-2 0,-2-9 0,-13 4 0,-10-5 0,1-9 0,13-14 0,19-14 0,13-17 0,13-14-8191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0:43.9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1670 24575,'1'2'0,"-1"0"0,1 0 0,-1 0 0,1 0 0,-1 0 0,1 0 0,0 0 0,0 0 0,0-1 0,0 1 0,0 0 0,1 0 0,-1-1 0,0 1 0,1-1 0,-1 0 0,1 1 0,0-1 0,-1 0 0,1 0 0,0 0 0,0 0 0,3 1 0,3 2 0,-1-1 0,1-1 0,0 0 0,13 3 0,-5-3 0,0-1 0,0 0 0,0 0 0,17-3 0,-24 1 0,-1-1 0,1 0 0,-1 0 0,0-1 0,0 0 0,0 0 0,0-1 0,0 0 0,9-7 0,-4 2 0,0-1 0,-1 0 0,0-1 0,0 0 0,14-19 0,-21 23 0,0-1 0,-1 1 0,1-1 0,-1 0 0,-1-1 0,0 1 0,0-1 0,-1 1 0,1-1 0,-2 0 0,2-12 0,-5-146 0,-2 62 0,4 58 0,2 0 0,8-51 0,-1 37 0,-2 0 0,-4 0 0,-6-113 0,-2 141 0,-1 0 0,-1 0 0,-2 1 0,-2 0 0,0 1 0,-27-51 0,33 74 0,-1 0 0,0 1 0,0-1 0,0 1 0,-1 0 0,0 1 0,0 0 0,0 0 0,-1 0 0,-16-8 0,9 5 0,0-1 0,-15-14 0,-80-85 0,-19-15 0,123 118 0,0 1 0,-1 1 0,0-1 0,1 1 0,-2 0 0,1 0 0,0 1 0,-13-4 0,18 6 0,0 1 0,-1-1 0,1 1 0,0 0 0,0-1 0,-1 1 0,1 0 0,0 0 0,0 1 0,-1-1 0,1 0 0,0 1 0,0-1 0,-1 1 0,1 0 0,0-1 0,0 1 0,0 0 0,0 1 0,0-1 0,0 0 0,0 0 0,1 1 0,-1-1 0,0 1 0,1 0 0,-1-1 0,1 1 0,0 0 0,-1 0 0,1 0 0,0 0 0,0 0 0,-1 4 0,-41 118 0,-2 6 0,0-4 0,40-107 0,1 1 0,1 0 0,0 0 0,1 32 0,7 398 0,-3-409 0,12 69 0,-7-72 0,25 161 0,-27-181 0,0 1 0,1-1 0,0 0 0,2-1 0,14 25 0,-13-24 0,-3-5 0,1-1 0,1 0 0,0-1 0,0 1 0,1-2 0,0 1 0,1-1 0,0-1 0,13 10 0,-13-10 0,0 0 0,-1 1 0,-1 0 0,12 17 0,14 16 0,-15-25 35,0-1-1,42 28 1,-4-2-1504,-25-16-5357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0:48.8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793 0 24575,'0'24'0,"-1"-1"0,-1 0 0,-1 0 0,-1 0 0,0 0 0,-2-1 0,-1 0 0,-19 42 0,-8 3 0,-84 123 0,-64 51 0,20-29 0,145-188 0,1 0 0,1 0 0,1 1 0,1 1 0,2 1 0,0-1 0,2 2 0,-8 36 0,6-13 0,11-51 0,0 0 0,0 1 0,0-1 0,0 1 0,0-1 0,-1 0 0,1 1 0,0-1 0,0 0 0,0 1 0,0-1 0,0 0 0,-1 1 0,1-1 0,0 0 0,0 1 0,-1-1 0,1 0 0,0 0 0,0 1 0,-1-1 0,1 0 0,0 0 0,-1 0 0,1 1 0,0-1 0,-1 0 0,1 0 0,0 0 0,-1 0 0,0 1 0,-4-12 0,1-25 0,4 14 0,2 1 0,0 0 0,2 0 0,0 0 0,2 0 0,0 1 0,1 0 0,1 0 0,1 0 0,13-22 0,17-20 0,74-93 0,19-3 0,-127 151 0,-2 2 0,1 1 0,-1-1 0,1 1 0,7-6 0,-11 10 0,1-1 0,-1 1 0,1-1 0,-1 1 0,1 0 0,-1-1 0,1 1 0,-1 0 0,1-1 0,0 1 0,-1 0 0,1 0 0,-1 0 0,1 0 0,0 0 0,-1 0 0,1-1 0,0 1 0,-1 1 0,1-1 0,0 0 0,-1 0 0,1 0 0,-1 0 0,1 0 0,0 1 0,-1-1 0,1 0 0,-1 0 0,1 1 0,-1-1 0,1 0 0,-1 1 0,1-1 0,-1 1 0,1-1 0,-1 1 0,1-1 0,-1 1 0,0-1 0,1 1 0,-1-1 0,0 1 0,1-1 0,-1 1 0,0 0 0,1 0 0,1 5 0,0 0 0,0 0 0,0 1 0,0-1 0,-1 0 0,0 1 0,-1-1 0,1 8 0,-6 54 0,4-63 0,-3 25 0,-2-1 0,-1 0 0,-1 0 0,-22 48 0,-62 106 0,35-77 0,42-78 0,9-23 0,4-10 0,5-16 0,3 5 0,0 0 0,0 1 0,1 0 0,1 0 0,10-14 0,54-67 0,-56 77 0,260-285 0,-183 208 0,-76 77 0,-12 13 0,0 1 0,0-1 0,0 1 0,0 0 0,1 0 0,0 1 0,0-1 0,7-2 0,-13 7 0,1-1 0,-1 1 0,1 0 0,-1 0 0,1-1 0,-1 1 0,1 0 0,-1 0 0,1 0 0,0 0 0,-1 0 0,1 0 0,-1 0 0,1 0 0,-1 0 0,1 0 0,-1 0 0,1 0 0,0 0 0,-1 1 0,1-1 0,-1 0 0,1 0 0,-1 1 0,1-1 0,-1 0 0,0 1 0,1-1 0,-1 0 0,1 1 0,-1-1 0,0 0 0,1 1 0,-1-1 0,0 1 0,1-1 0,-1 1 0,0-1 0,0 1 0,1-1 0,-1 1 0,0-1 0,0 1 0,0-1 0,0 2 0,1 2 0,-1 0 0,1-1 0,-1 1 0,0 0 0,0 0 0,-1 5 0,-2 3 0,1 0 0,-2-1 0,0 1 0,0 0 0,-1-1 0,-11 19 0,-49 65 0,61-89 0,-82 104-286,-127 126-1,-122 78-286,251-243-601,24-23-4697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0:51.0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89 24575,'0'-4'0,"1"0"0,0 0 0,0 0 0,0 0 0,0 0 0,1 1 0,0-1 0,-1 0 0,1 1 0,1-1 0,-1 1 0,0 0 0,1 0 0,0 0 0,0 0 0,-1 0 0,2 0 0,-1 1 0,0-1 0,1 1 0,-1 0 0,1 0 0,-1 0 0,1 1 0,0-1 0,0 1 0,0 0 0,4-1 0,-4 1 0,0 0 0,0 0 0,0 0 0,0 1 0,0-1 0,0 1 0,0 0 0,0 0 0,0 0 0,1 1 0,-1-1 0,0 1 0,0 0 0,0 0 0,-1 1 0,1-1 0,0 1 0,0 0 0,-1 0 0,1 0 0,-1 0 0,0 1 0,1-1 0,-1 1 0,0 0 0,-1 0 0,6 6 0,-2 3 0,0 0 0,-1 1 0,0-1 0,-1 1 0,-1 0 0,0 1 0,0-1 0,-1 0 0,-1 1 0,-1 26 0,-2-19 0,-1 0 0,0-1 0,-2 1 0,0-1 0,-2 0 0,-10 24 0,15-40 0,1-1 0,-1 1 0,1 0 0,0-1 0,0 1 0,0 0 0,0 5 0,1-8 0,0-1 0,0 1 0,0-1 0,0 1 0,0-1 0,0 1 0,0-1 0,1 1 0,-1-1 0,0 1 0,0-1 0,1 0 0,-1 1 0,0-1 0,0 1 0,1-1 0,-1 0 0,0 1 0,1-1 0,-1 0 0,1 1 0,0-1 0,0 1 0,0-1 0,1 1 0,-1-1 0,0 0 0,1 0 0,-1 0 0,0 0 0,1 0 0,-1 0 0,0 0 0,0 0 0,3-1 0,15-2 0,-5-1 0,0 2 0,0 0 0,0 1 0,22 0 0,-32 1 0,0 1 0,-1-1 0,1 1 0,-1 0 0,1 0 0,-1 0 0,1 0 0,-1 1 0,0-1 0,0 1 0,1 0 0,-1 0 0,-1 0 0,1 0 0,0 1 0,0-1 0,-1 1 0,1-1 0,-1 1 0,0 0 0,0 0 0,0 0 0,2 5 0,0 1 0,-1 1 0,0 0 0,0-1 0,-1 1 0,0 0 0,0 19 0,-3 66 0,-1-47 0,2-43 0,0 27 0,-2 0 0,0 0 0,-12 50 0,12-73 0,-1-1 0,0 1 0,0-1 0,0 0 0,-1 1 0,-1-2 0,1 1 0,-1 0 0,0-1 0,-1 0 0,0 0 0,0-1 0,-1 0 0,1 0 0,-1 0 0,-1-1 0,1 0 0,-9 4 0,10-6 0,0 0 0,0 0 0,0-1 0,-1 0 0,1 0 0,-1 0 0,1-1 0,-1 0 0,0-1 0,0 1 0,1-1 0,-1 0 0,-10-2 0,12 0 0,-1 1 0,1-1 0,-1-1 0,1 1 0,0-1 0,0 1 0,0-2 0,0 1 0,0 0 0,1-1 0,-1 0 0,1 0 0,0 0 0,1-1 0,-7-8 0,0-3 0,1 1 0,0-1 0,1-1 0,-5-17 0,9 24 0,1 0 0,0 0 0,1-1 0,0 1 0,1-1 0,0 1 0,1-1 0,0-12 0,1 21 0,-1-1 0,1 1 0,0-1 0,0 1 0,-1 0 0,2-1 0,-1 1 0,0 0 0,0 0 0,1-1 0,-1 1 0,1 1 0,-1-1 0,1 0 0,0 0 0,0 0 0,0 1 0,0-1 0,0 1 0,0 0 0,1-1 0,-1 1 0,0 0 0,1 0 0,-1 1 0,0-1 0,1 0 0,-1 1 0,5-1 0,1 0 0,1 1 0,0-1 0,-1 1 0,1 1 0,0 0 0,-1 0 0,12 3 0,32 14 0,-1 2 0,0 2 0,58 35 0,-55-28 0,88 56 0,-125-78 24,-1 2 0,-1 0 0,0 1 0,16 13 0,-26-18-123,0-1 0,0 1 0,-1 1 0,0-1 0,0 0 0,0 1 0,0 0 0,-1 0 0,0 0 0,0 0 0,-1 0 0,0 1 0,0-1 0,1 10 0,0 9-6727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0:52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0 24575,'-37'27'0,"21"-17"0,20-11 0,0 0 0,0 1 0,0-1 0,1 0 0,-1 1 0,6 0 0,4 0 0,-9-1 0,0 1 0,0 0 0,0 0 0,0 1 0,0-1 0,0 1 0,0 0 0,0 0 0,7 3 0,-10-3 0,-1 0 0,1 0 0,-1-1 0,0 1 0,1 0 0,-1 0 0,0 0 0,0 1 0,0-1 0,0 0 0,0 0 0,0 1 0,0-1 0,0 0 0,0 1 0,-1-1 0,1 1 0,0-1 0,-1 1 0,1-1 0,-1 1 0,0 0 0,0-1 0,1 1 0,-1 0 0,0-1 0,0 1 0,-1-1 0,1 1 0,0 0 0,0-1 0,-1 1 0,0 2 0,-3 5 0,0 1 0,-1-1 0,0 0 0,-12 16 0,9-13 0,1 0 0,-1 0 0,-5 16 0,12-25 0,0 0 0,0 0 0,0 0 0,0 0 0,0 0 0,1 0 0,0 0 0,-1 0 0,1 0 0,0 1 0,1-1 0,-1 0 0,1 0 0,-1 0 0,1 0 0,0 0 0,0 0 0,0 0 0,2 3 0,-1-4 0,-1 1 0,1-1 0,0 0 0,0 0 0,1 0 0,-1 0 0,0 0 0,1 0 0,-1-1 0,1 1 0,-1-1 0,1 1 0,0-1 0,0 0 0,0 0 0,0 0 0,-1-1 0,1 1 0,0-1 0,0 1 0,5-1 0,6 0 0,0-1 0,1 0 0,15-4 0,-24 4 0,26-5-273,-1-1 0,0-2 0,-1-1 0,44-20 0,-42 13-6553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1:09.7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1139 1 24575,'-887'0'0,"866"0"0,1 0 0,-1 2 0,1 0 0,-40 10 0,55-11 0,-1 1 0,0 1 0,1-1 0,-1 1 0,1 0 0,-1 0 0,1 0 0,1 1 0,-1 0 0,0 0 0,1 0 0,0 0 0,0 1 0,0 0 0,0 0 0,1 0 0,0 0 0,0 0 0,0 1 0,0-1 0,-1 7 0,0 5 0,1 0 0,1 0 0,0 1 0,1-1 0,1 1 0,1-1 0,0 0 0,1 0 0,1 1 0,9 30 0,-8-38 0,0 0 0,0 0 0,1 0 0,0-1 0,1 1 0,0-1 0,0-1 0,1 1 0,13 12 0,-8-10 0,1 0 0,1-1 0,0-1 0,1 0 0,22 11 0,11-1 0,0-2 0,1-2 0,51 8 0,-97-23 0,64 15 0,115 9 0,-152-22 0,0-2 0,-1-1 0,1-2 0,0 0 0,-1-2 0,41-13 0,-49 12 0,38-19 0,-52 22 0,-1-1 0,1 0 0,-1 0 0,-1 0 0,1-1 0,0 0 0,-1 0 0,0 0 0,6-10 0,80-114 0,-78 100 0,-13 25 0,1 1 0,1-1 0,-1 1 0,0-1 0,1 1 0,0 0 0,-1-1 0,1 1 0,1 0 0,-1 0 0,5-4 0,-7 7-62,1 0 0,-1-1 0,1 1 0,-1 0 0,1 0 0,-1 0 0,1 0 0,-1 0 0,1 0 0,-1 0 0,1 0 0,-1 0-1,1 0 1,-1 0 0,1 0 0,-1 0 0,1 1 0,-1-1 0,0 0 0,1 0 0,0 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1:11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1320 27 24575,'-21'-1'0,"0"-1"0,-34-8 0,35 5 0,0 2 0,0 0 0,-24 0 0,-8 7 0,-83 16 0,67-8 0,-563 60 0,600-70 0,-58 8 0,79-8 0,1 0 0,-1 1 0,0 0 0,1 0 0,0 1 0,-14 8 0,20-10 0,1 0 0,-1 0 0,1 0 0,0 0 0,0 0 0,0 0 0,0 0 0,0 1 0,0-1 0,1 1 0,-1 0 0,1-1 0,0 1 0,0 0 0,0 0 0,0 0 0,0-1 0,0 1 0,1 0 0,0 0 0,-1 0 0,1 0 0,0 0 0,1 0 0,-1 0 0,0 0 0,2 4 0,1 7 0,2 1 0,0-1 0,0-1 0,10 18 0,-9-18 0,150 284 0,-144-277 0,1-1 0,1 0 0,1-1 0,0-1 0,2 0 0,23 18 0,116 75 0,-141-100 0,89 55-131,4-5 0,1-5-1,154 55 1,-168-78 104,0-5 1,2-3 0,1-5-1,156 10 1,-192-25 26,12 1 0,91-6 0,-160 0 23,1 1 1,-1-1-1,0 0 1,0 0-1,-1-1 1,1 0-1,0 1 0,0-2 1,-1 1-1,1 0 1,-1-1-1,0 0 1,0 0-1,0 0 1,0-1-1,0 1 1,-1-1-1,0 0 1,1 0-1,-2 0 1,1 0-1,0-1 1,-1 1-1,0-1 1,0 0-1,0 1 1,2-10-1,-1 2-23,0 0 0,0-1 0,-1 1 0,-1-1 0,0 0 0,-1 1 0,0-1 0,-4-21 0,-3-5 0,-18-54 0,9 37 0,10 37 0,-1 0 0,-1 0 0,0 1 0,-2 0 0,-13-20 0,-66-80 0,66 89 0,8 9 0,0 1 0,-2 1 0,0 0 0,-2 1 0,0 1 0,-35-23 0,-6 0-1365,38 20-5461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1:13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1144 277 24575,'-48'-2'0,"-59"-10"0,-17-2 0,85 12 0,0 2 0,0 2 0,1 1 0,-1 2 0,-56 15 0,-257 77 0,348-95 0,-99 32 0,92-29 0,0 0 0,0 0 0,1 1 0,-1 0 0,2 1 0,-17 14 0,22-17 0,2 0 0,-1 0 0,0 0 0,1 0 0,0 0 0,0 1 0,0-1 0,0 1 0,1-1 0,0 1 0,0 0 0,0 0 0,0-1 0,1 10 0,0 5 0,1 0 0,4 23 0,-3-30 0,1 0 0,1 0 0,0-1 0,0 1 0,1-1 0,1 0 0,0-1 0,11 17 0,9 7 0,33 33 0,-41-47 0,-14-16 0,0 0 0,0 0 0,1-1 0,0 1 0,-1-1 0,1 0 0,0-1 0,0 1 0,1-1 0,-1 0 0,0 0 0,11 2 0,4-2 0,0 0 0,27 0 0,7 0 0,10 6 0,90 25 0,-63-12 0,-76-17 0,0-2 0,1 0 0,-1 0 0,0-2 0,26-1 0,-34 0 0,1 0 0,-1-1 0,0 0 0,0 0 0,0-1 0,0 1 0,0-2 0,-1 1 0,1-1 0,-1 0 0,0 0 0,0 0 0,9-9 0,31-40 0,-29 33 0,24-23 0,-34 36 0,0 0 0,0 0 0,0 0 0,-1-1 0,0 0 0,0 0 0,-1-1 0,0 0 0,-1 0 0,1 0 0,-2 0 0,1-1 0,-2 1 0,1-1 0,1-19 0,21-120 0,-12 81 0,4-73 0,-16 132 0,-1 1 0,-1-1 0,1 0 0,-2 1 0,1-1 0,-1 1 0,0-1 0,-1 1 0,0 0 0,-8-16 0,3 11 0,0 1 0,-1 0 0,-1 0 0,0 1 0,-16-16 0,20 22 21,1-1-1,1 0 1,-1 0-1,1-1 1,-6-10-1,7 10-268,0 1 0,-1-1 0,0 1 0,-1 0 0,-7-7 0,-1 1-6578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1:16.6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1 212 24575,'2'0'0,"0"0"0,0 1 0,0-1 0,0 0 0,0 1 0,0-1 0,0 1 0,0-1 0,-1 1 0,1 0 0,0 0 0,0 0 0,0 0 0,-1 0 0,1 0 0,-1 0 0,3 3 0,-1-1 0,-1 0 0,0 0 0,-1 0 0,1 0 0,0 0 0,-1 0 0,1 1 0,-1-1 0,1 5 0,1 8 0,-1 0 0,-1 0 0,-1 27 0,0-25 0,0 22 0,7 47 0,-4-69 0,0 0 0,2-1 0,0 0 0,1 0 0,8 17 0,-14-33 0,1 1 0,-1-1 0,1 1 0,-1-1 0,1 0 0,0 0 0,0 1 0,-1-1 0,1 0 0,0 0 0,0 0 0,0 0 0,0 0 0,0 0 0,1 0 0,-1 0 0,0 0 0,0-1 0,1 1 0,-1 0 0,0-1 0,1 1 0,-1-1 0,1 0 0,-1 1 0,0-1 0,1 0 0,-1 0 0,1 0 0,-1 0 0,1 0 0,-1 0 0,1 0 0,-1 0 0,1-1 0,-1 1 0,0 0 0,1-1 0,-1 0 0,0 1 0,1-1 0,-1 0 0,0 1 0,0-1 0,2-1 0,2-3 0,1 1 0,-1-1 0,0 0 0,-1 0 0,1-1 0,-1 1 0,0-1 0,5-9 0,1-15 0,-10 26 0,1 0 0,1 0 0,-1 0 0,0 1 0,1-1 0,0 0 0,0 0 0,0 1 0,3-4 0,-5 6 0,1 1 0,-1 0 0,1-1 0,-1 1 0,1 0 0,-1-1 0,1 1 0,-1 0 0,1 0 0,0 0 0,-1-1 0,1 1 0,-1 0 0,1 0 0,-1 0 0,1 0 0,0 0 0,-1 0 0,1 0 0,-1 0 0,1 0 0,0 1 0,-1-1 0,1 0 0,-1 0 0,1 0 0,-1 1 0,2 0 0,15 11 0,-14-9 0,28 24 0,10 11 0,1-2 0,2-2 0,64 36 0,-105-67 0,0-2 0,1 1 0,-1 0 0,1-1 0,0 1 0,-1-1 0,1 0 0,0 0 0,0 0 0,0-1 0,-1 1 0,1-1 0,0 0 0,0 0 0,0-1 0,0 1 0,0-1 0,0 0 0,-1 0 0,1 0 0,0 0 0,-1-1 0,1 1 0,-1-1 0,1 0 0,-1 0 0,0 0 0,0-1 0,0 1 0,0-1 0,0 1 0,2-5 0,6-5 0,-1-1 0,-1 0 0,0-1 0,-1 0 0,-1 0 0,7-17 0,28-94 0,-37 108 0,2-10 7,-1 0 0,-1-1 0,2-49 0,-8-85-120,-2 56-1167,3 76-5546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1:18.4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24575,'7'167'0,"-5"-145"0,2-1 0,0 1 0,1-1 0,1 0 0,15 32 0,-18-47 0,1 1 0,0-1 0,0 0 0,1 0 0,-1-1 0,1 1 0,9 7 0,-13-12 0,1 0 0,-1 0 0,0 0 0,0 0 0,1 0 0,-1 0 0,1 0 0,-1 0 0,1 0 0,-1-1 0,1 1 0,-1-1 0,1 1 0,0-1 0,-1 1 0,1-1 0,0 0 0,-1 0 0,1 0 0,0 0 0,-1 0 0,1 0 0,0-1 0,-1 1 0,1 0 0,-1-1 0,1 1 0,0-1 0,-1 0 0,1 1 0,-1-1 0,0 0 0,1 0 0,-1 0 0,0 0 0,1 0 0,-1 0 0,2-3 0,3-6 0,-1 0 0,1 0 0,-2 0 0,0-1 0,0 0 0,-1 0 0,0 0 0,0 0 0,-2-1 0,2-13 0,9-44 0,-12 68 0,0 0 0,0 0 0,1 1 0,-1-1 0,0 0 0,0 0 0,1 0 0,-1 0 0,1 0 0,-1 1 0,1-1 0,-1 0 0,1 0 0,-1 1 0,1-1 0,0 1 0,-1-1 0,1 0 0,1 0 0,-2 1 0,1 0 0,-1 0 0,1 0 0,-1 0 0,1 1 0,-1-1 0,1 0 0,-1 0 0,0 0 0,1 0 0,-1 1 0,1-1 0,-1 0 0,1 0 0,-1 1 0,0-1 0,1 0 0,-1 1 0,1-1 0,-1 0 0,0 1 0,0-1 0,1 1 0,-1 0 0,19 37 0,-16-30 0,13 33 0,-9-23 0,-1 0 0,2-1 0,10 17 0,-16-30 0,0-1 0,0 1 0,1-1 0,0 0 0,0 0 0,-1 0 0,2 0 0,-1 0 0,0 0 0,0-1 0,1 0 0,0 0 0,-1 0 0,1 0 0,0 0 0,0-1 0,0 1 0,8 0 0,-10-2 0,0 1 0,1-1 0,-1 0 0,0-1 0,1 1 0,-1 0 0,0-1 0,1 1 0,-1-1 0,0 0 0,0 0 0,0 0 0,1 0 0,-1 0 0,0 0 0,2-2 0,0-1 0,0 1 0,-1-1 0,0 1 0,1-1 0,-1 0 0,-1 0 0,4-6 0,1-4 0,-1 0 0,-1 0 0,0 0 0,3-18 0,-4 9-341,-1 0 0,0-1-1,-2-23 1,-2 22-6485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2:14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 1926 24575,'430'23'0,"19"22"-174,456 57-459,-503-42 632,794 95 2,-1003-144 402,341-23 1,-398 1-404,417-22 0,-28 31 0,-35 1 0,-439 0 0,97-15 0,-122 11 0,-1-2 0,0 0 0,-1-1 0,1-2 0,32-18 0,-23 9 0,-1-1 0,-2-2 0,0-1 0,-1-2 0,-1-1 0,-2-1 0,-1-1 0,-1-2 0,-1 0 0,-2-1 0,-1-2 0,30-61 0,-4-36 0,-36 91 0,3 1 0,1 1 0,31-55 0,-23 58 0,1 0 0,38-39 0,66-56 0,-68 70 0,-34 32 0,4-1 0,-2-1 0,-1-1 0,31-47 0,-56 74 0,0 0 0,0 0 0,0 0 0,-1 0 0,0 0 0,1 0 0,-1 0 0,0 0 0,0-1 0,-1 1 0,1 0 0,-1 0 0,1-1 0,-1 1 0,0-1 0,0 1 0,-1 0 0,1-1 0,-1-2 0,-2 1 0,1 1 0,0 0 0,-1 0 0,0 0 0,0 0 0,0 1 0,0-1 0,0 1 0,-1 0 0,0 0 0,0 0 0,-7-4 0,-53-36 0,-192-119 0,133 93-230,-243-97 0,184 107-571,-192-35 0,-191-11 368,218 56 433,-1 15 0,-566 17 0,189 45-610,-306 7 573,1009-34 18,-4-1 54,-1 1-1,-30 5 1,47-4 44,0 1 1,-1 0-1,1 1 1,0 0 0,1 0-1,-1 1 1,1 0-1,-13 10 1,-51 40 1297,-87 61-536,89-72-816,-2-3 0,-1-4-1,-1-2 1,-85 24-1,-97 6-24,102-28 0,145-34 0,1 1 0,-1 0 0,1 0 0,0 1 0,0 0 0,0 0 0,1 1 0,0 1 0,0-1 0,0 1 0,1 1 0,-11 13 0,-19 17 0,-1-2 0,-83 61 0,-97 41 0,201-129 0,0 0 0,1 1 0,0 1 0,-15 13 0,27-21 0,0 1 0,1-1 0,-1 1 0,1 0 0,0 0 0,0 0 0,1 0 0,-1 1 0,1-1 0,0 1 0,0-1 0,0 1 0,1 0 0,-1 0 0,1 0 0,0 7 0,1 9 0,0-1 0,2 1 0,1-1 0,0 0 0,1 1 0,10 26 0,53 116 0,-28-75 0,-19-46 0,2-1 0,2 0 0,47 61 0,-59-85-1365,-3-2-5461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2:38.1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2176 24575,'22'-1'0,"1"-1"0,24-6 0,37-3 0,310 2 0,-102 6 0,-92-4 0,605-8 0,-762 15 0,0 2 0,0 2 0,0 2 0,75 20 0,-60-7 0,-12-3 0,1-2 0,77 12 0,220 2-235,6-23-425,-284-5 658,904-2-331,-194-1 1319,-734 3-951,0-2 0,-1-2 0,1-2 0,-1-1-1,0-2 1,78-29 0,1-9-35,155-68 0,-255 104 0,-1 0 0,0-2 0,0-1 0,18-16 0,62-70 0,-64 63 0,73-62 0,96-34 0,-96 65 0,-60 39 0,-29 19 0,0-2 0,-1 0 0,-1-1 0,0 0 0,0-2 0,18-20 0,-32 31 0,0-1 0,-1 1 0,0 0 0,0-1 0,0 1 0,0-1 0,0 0 0,-1 0 0,0 0 0,0 1 0,0-7 0,0-7 0,-3-32 0,1 23 0,1-96 0,-5-74 0,4 188 0,0 0 0,-1 0 0,-1 0 0,1 0 0,-1 0 0,-1 1 0,-5-11 0,-39-56 0,18 30 0,19 29 0,-1 1 0,0 0 0,-1 1 0,-1 1 0,0 0 0,-1 0 0,-22-14 0,-123-64 0,61 44 6,-2 4-1,-170-48 1,-231-20-213,-304 8-645,523 74 752,-442-21-780,12 41-753,-278 25 949,-12 0 297,938-18 2198,-36 1 497,88 1-2207,-1 2 1,1-1-1,0 2 0,0 0 0,-15 5 0,24-6-101,0 0 0,-1 0 0,2 0 0,-1 0 0,0 1 0,0-1 0,1 1 0,-1 0 0,1 0 0,0 0 0,0 0 0,0 1 0,-4 6 0,2 0 0,0 1 0,1-1 0,0 1 0,-2 11 0,-2 4 0,-1-2 0,-18 34 0,-3 10 0,-4 10 0,20-48 0,-14 45 0,21-55 0,-1 0 0,0 0 0,-2-1 0,-19 31 0,-59 69 0,42-60 0,27-32 0,0 0 0,-24 52 0,36-65 0,2 0 0,-1 1 0,2-1 0,0 1 0,1 0 0,0 1 0,1-1 0,0 16 0,3-26 0,-1-1 0,1 1 0,0-1 0,0 1 0,0-1 0,1 1 0,-1-1 0,1 0 0,0 1 0,4 4 0,30 39 0,-11-15 0,164 249 0,-171-256 60,23 26 0,-34-44-272,0 0 0,1 0 0,0-1-1,1 0 1,0-1 0,17 10 0,-6-7-6614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2:58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422 1301 24575,'18'1'0,"0"0"0,32 8 0,8 2 0,111 17 0,20 2 0,79-12 0,386-1 0,-432-19 0,-85 0 0,140-19 0,52-14 0,-155 17 0,-64 5 0,134-10 0,361-22 0,-43 1 0,-524 42 0,0 2 0,0 1 0,0 2 0,-1 2 0,1 1 0,60 18 0,17 10 26,1-5 0,228 26 0,237-20-1394,-578-35 1351,1040 13-920,-1009-14 1000,0-1 0,-1-1 0,59-14 0,234-43 1691,-1 26-1546,-127 14-477,926-115-1351,-1113 134 1602,8-2 3,7 1 12,0-2 0,0-1-1,43-14 1,-65 18 40,-1-1 1,0 1-1,1-1 1,-1 0-1,0 0 1,0-1-1,0 1 1,0 0-1,0-1 1,-1 0-1,1 0 1,-1 0-1,0 0 1,0 0-1,2-4 0,1-3 206,-2 1 0,1-1-1,3-21 1,2-3-1,0 4-168,18-56-34,19-111-1,-45 188-39,0 0 0,0 0 0,-1 0 0,-1-17 0,1 23 0,-1-1 0,0 1 0,0-1 0,0 1 0,0-1 0,-1 1 0,1 0 0,-1 0 0,0-1 0,0 1 0,0 1 0,0-1 0,-1 0 0,-3-4 0,-6-2 0,2-1 0,-1 0 0,1 0 0,1-1 0,0-1 0,-14-22 0,4 0 0,-3 1 0,0 0 0,-2 2 0,-53-53 0,41 45 0,30 31 0,0 1 0,-1 0 0,0 0 0,0 0 0,0 1 0,-1 0 0,0 1 0,0-1 0,-1 1 0,1 1 0,-1 0 0,-13-5 0,-166-25 0,70 16 0,-53-9 0,0 7 0,-202 4 0,-1702 16-3494,775 1 3151,1000 20 4087,155-8-3680,-678 55-1437,780-65 1367,-613 33-516,593-37 522,-1-4 0,1-3 0,0-2 0,-77-23 0,79 17 386,-1 2 0,0 2 0,0 4 0,-89-1 0,-58-4-386,-17 0 0,-530 14 0,750-1 0,0 0 0,0 0 0,0 1 0,0-1 0,0 1 0,0 1 0,0-1 0,0 1 0,1 0 0,-1 0 0,0 0 0,1 1 0,0 0 0,0 0 0,0 1 0,0-1 0,0 1 0,-7 8 0,-8 6 0,-43 30 0,39-32 0,-29 28 0,46-36 0,0 1 0,0 0 0,1 0 0,1 0 0,-1 1 0,2 0 0,-8 19 0,-5 11 0,8-18 0,0 1 0,-5 24 0,1-4 0,-27 102 0,-7 23 0,10-82 0,-79 136 0,50-101 0,54-99 0,1 2 0,0-1 0,2 1 0,1 1 0,-9 48 0,15-65 0,1 0 0,0 0 0,1 1 0,0-1 0,1 1 0,-1-1 0,1 0 0,1 0 0,0 1 0,0-1 0,0 0 0,1-1 0,1 1 0,-1 0 0,1-1 0,0 0 0,1 0 0,0 0 0,0 0 0,0-1 0,11 10 0,-5-7-151,0 1-1,-1 0 0,0 0 0,-1 1 1,0 0-1,-1 1 0,0-1 1,8 19-1,-7-6-6674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3:16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62 24575,'44'2'0,"-1"3"0,72 16 0,-32-5 0,205 14 12,2-21-133,-242-8 48,726-5-519,-553-8 433,324-60 0,-471 57 217,-11 1 226,1 2 0,117-4 0,192 19-1467,-282-2-5643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4:55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1071 1 24575,'-123'-1'0,"-135"3"0,234-1 0,1 2 0,-1 0 0,0 2 0,1 0 0,0 1 0,0 2 0,1 0 0,0 2 0,0 0 0,-33 22 0,38-18 0,0 1 0,1 1 0,-17 21 0,19-21 0,0 0 0,-1-1 0,-33 25 0,22-22 0,1 1 0,-30 28 0,45-36 0,0 0 0,1 0 0,0 1 0,1 0 0,0 0 0,1 1 0,-8 18 0,3-3 0,2 0 0,-10 47 0,18-64 0,0 1 0,1 0 0,0-1 0,1 1 0,0 0 0,1-1 0,0 1 0,1 0 0,6 20 0,6 1 0,1-1 0,1-1 0,31 46 0,-27-45 0,30 39 0,3-2 0,99 98 0,-134-147 0,7 6 0,1-1 0,1-2 0,1 0 0,1-2 0,1-1 0,1-1 0,44 19 0,-48-24 0,1 0 0,-2 2 0,34 27 0,21 13 0,-66-48 0,0-1 0,0-1 0,0 0 0,1-1 0,0 0 0,0-2 0,0 1 0,0-2 0,1 0 0,-1-2 0,1 1 0,-1-2 0,1 0 0,-1-1 0,26-6 0,-18 2 0,0-1 0,-1-1 0,0-1 0,-1-1 0,0 0 0,0-2 0,-1-1 0,-1-1 0,32-27 0,-45 35 0,-1-1 0,0 1 0,0-1 0,0-1 0,-1 1 0,0-1 0,-1 0 0,6-11 0,-9 14 0,1 1 0,-1-1 0,1 0 0,-1 0 0,-1 0 0,1 0 0,-1 0 0,0 0 0,0 0 0,0 0 0,-1 0 0,1 0 0,-1 0 0,-1 0 0,1 1 0,-3-8 0,-7-8 0,0 0 0,-1 1 0,-15-18 0,-15-23 0,4-15 0,27 50 0,-16-26 0,17 39 0,0 0 0,-1 0 0,-1 1 0,1 0 0,-2 1 0,-26-18 0,1 1 0,7 6 0,-33-18 0,18 12 0,18 11-112,-85-59-1141,87 54-5573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4:57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1075 885 24575,'-11'0'0,"1"1"0,-1 0 0,0 1 0,0 0 0,-18 8 0,-51 25 0,25-10 0,-560 252 0,602-271 0,1 1 0,0 0 0,1 1 0,-14 11 0,20-14 0,0 0 0,0 1 0,1-1 0,0 1 0,0 0 0,0 1 0,0-1 0,1 1 0,-4 11 0,-22 73 0,5 0 0,-24 182 0,25 193 0,23-435 0,2-1 0,1 0 0,1 0 0,14 51 0,-13-66 0,0 0 0,2 0 0,0 0 0,0 0 0,1-1 0,1-1 0,0 1 0,1-1 0,1-1 0,15 15 0,-14-16 0,1 0 0,0-1 0,1 0 0,0-1 0,1-1 0,-1-1 0,1 0 0,1 0 0,0-2 0,-1 0 0,2-1 0,-1 0 0,0-1 0,1-1 0,17 0 0,1-1 0,63-5 0,-79 2 0,-1-1 0,1-1 0,-1-1 0,0-1 0,18-8 0,5-7 0,-1-1 0,53-41 0,-49 32 0,71-37 0,251-82 0,-66 31 0,-285 112 0,99-50 0,-104 51 0,0 0 0,-1-1 0,0 0 0,0 0 0,-1-1 0,0 0 0,0-1 0,10-15 0,-14 18 0,-1-1 0,0 0 0,0 0 0,-1-1 0,0 1 0,0 0 0,1-14 0,1-56 0,-4 47 0,-2-183 0,-1 172 0,-2-1 0,-2 1 0,-13-43 0,0 24 0,-43-91 0,-42-52 0,23 49 0,53 96 0,-131-234 0,138 259 0,-2 1 0,-1 1 0,-1 1 0,-2 1 0,0 1 0,-47-33 0,13 20 0,-1 2 0,-3 3 0,0 3 0,-3 3 0,-83-25 0,61 28 0,-2 4 0,-1 4 0,-155-11 0,185 28-1365,18 2-5461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5:11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708 2302 24575,'5'0'0,"1"-1"0,-1-1 0,1 1 0,-1-1 0,0 0 0,1 0 0,-1 0 0,0-1 0,0 1 0,-1-1 0,6-5 0,9-4 0,36-21 0,-2-3 0,-2-2 0,-2-2 0,-1-2 0,-2-3 0,66-82 0,64-121 0,-148 200 0,-1 0 0,-3-2 0,26-77 0,-43 103 0,-2 0 0,0 1 0,-2-2 0,1-46 0,-14-97 0,4 90 0,-13-453 0,12 251 0,7 269 0,-5-54 0,4 59 0,0 0 0,0 0 0,-1 1 0,0-1 0,0 1 0,0-1 0,-1 1 0,-5-8 0,6 11 0,1 0 0,-1 0 0,0 1 0,0-1 0,0 1 0,0-1 0,0 1 0,0 0 0,0 0 0,0 0 0,-1 0 0,1 0 0,0 0 0,-1 0 0,1 1 0,-1-1 0,-3 1 0,-6-1 0,1 1 0,-19 3 0,8-2 0,-228 10 0,-424 36 0,635-42 0,0 1 0,1 3 0,-38 13 0,70-20 0,0 0 0,1 0 0,-1 0 0,1 1 0,0 0 0,0 0 0,0 1 0,1-1 0,-1 1 0,1 0 0,-1 0 0,1 0 0,1 1 0,-1-1 0,1 1 0,-1 0 0,1 0 0,1 1 0,-1-1 0,1 0 0,0 1 0,0-1 0,-1 9 0,-49 249 0,39-183 0,-56 489 0,64-468 0,5 0 0,5 0 0,28 171 0,-13-178 0,4-2 0,4 0 0,4-2 0,4-1 0,50 87 0,-76-154-48,12 35 1,-13-32-1223,4 8-5556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35:13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424 0 24575,'-20'10'0,"1"0"0,-25 20 0,37-25 0,0 1 0,0 0 0,1 0 0,0 1 0,0 0 0,1 0 0,0 0 0,-8 16 0,-9 27 0,2 2 0,-13 56 0,-18 113 0,38-160 0,-27 148 0,13-57 0,18-117 0,-16 43 0,14-48 0,2-1 0,-8 44 0,16-64 0,1 0 0,0 1 0,0-1 0,1 0 0,0 0 0,1 1 0,0-1 0,4 10 0,0-1 0,1 0 0,1-1 0,10 17 0,-11-25 0,0 0 0,0 0 0,1 0 0,0-1 0,1 0 0,-1-1 0,2 0 0,-1 0 0,1-1 0,18 9 0,-23-12 0,13 9 0,0 1 0,-1 0 0,17 19 0,-15-15 0,38 28 0,48 27 0,45 29 0,-120-84 0,0-1 0,0-2 0,47 15 0,-28-16 0,-1-2 0,2-3 0,-1-2 0,1-2 0,67-3 0,-103-1 0,0-1 0,0-1 0,0 0 0,-1-1 0,1-1 0,23-9 0,-30 10 0,0 0 0,0-1 0,0 0 0,-1 0 0,0-1 0,0 0 0,0 0 0,0 0 0,-1-1 0,0 0 0,0 0 0,-1 0 0,8-13 0,1-12 0,-2 0 0,-1 0 0,-1-1 0,5-39 0,-2 12 0,29-96 0,-19 78 0,15-106 0,-35 175 0,-1 1 0,-1-1 0,1 0 0,-1 0 0,0 1 0,-1-1 0,0 0 0,0 1 0,-1-1 0,0 1 0,0-1 0,-1 1 0,0 0 0,0 0 0,0 0 0,-1 0 0,-9-12 0,-28-29 0,-3 1 0,-83-69 0,59 63 0,-107-65 0,74 63-682,-199-78-1,197 95-6143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34.1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74 24575,'8'1'0,"-1"1"0,0-1 0,1 1 0,-1 1 0,0-1 0,0 1 0,0 0 0,-1 1 0,1 0 0,10 8 0,13 6 0,8 5 0,-2 2 0,0 1 0,42 40 0,13 11 0,-70-59 0,0 1 0,-2 1 0,0 1 0,-1 0 0,-1 2 0,-1 0 0,-2 0 0,21 44 0,-19-30 0,-2 1 0,-1 0 0,-2 1 0,-2 1 0,6 57 0,-19-305 0,4 198 0,1 1 0,0-1 0,0 1 0,1-1 0,0 1 0,3-10 0,-4 18 0,0-1 0,-1 0 0,1 1 0,0-1 0,0 1 0,0-1 0,0 1 0,0-1 0,0 1 0,0 0 0,0 0 0,1-1 0,-1 1 0,0 0 0,1 0 0,-1 0 0,1 0 0,-1 1 0,1-1 0,-1 0 0,1 1 0,0-1 0,-1 1 0,1-1 0,0 1 0,0 0 0,-1-1 0,1 1 0,0 0 0,0 0 0,-1 1 0,1-1 0,0 0 0,0 1 0,-1-1 0,1 1 0,0-1 0,-1 1 0,3 1 0,4 3 0,0 0 0,0 0 0,0 1 0,-1 0 0,0 0 0,0 1 0,-1 0 0,0 0 0,0 0 0,8 15 0,5 5 0,8 9 0,-12-15 0,1 0 0,1-1 0,37 34 0,-53-53 0,0 0 0,0-1 0,0 1 0,0 0 0,0-1 0,0 1 0,0-1 0,0 1 0,0-1 0,0 1 0,0-1 0,0 1 0,0-1 0,0 0 0,0 0 0,0 0 0,1 0 0,-1 0 0,0 0 0,0 0 0,2 0 0,-2-1 0,-1 1 0,1-1 0,0 1 0,0-1 0,0 0 0,-1 1 0,1-1 0,0 0 0,-1 0 0,1 0 0,-1 0 0,1 1 0,-1-1 0,1 0 0,-1 0 0,1 0 0,-1 0 0,1-2 0,0-6 0,0 0 0,0-1 0,-1 1 0,0-10 0,0 11 0,-3-55 0,-1-1 0,-4 1 0,-3 0 0,-34-114 0,21 105 0,-64-131 0,88 203-3,-20-32 126,19 31-187,0 0-1,0-1 1,0 1-1,0 0 0,0 0 1,0 0-1,0 1 1,0-1-1,0 0 1,-1 0-1,1 1 0,0-1 1,0 1-1,-1-1 1,1 1-1,-1-1 0,1 1 1,0 0-1,-1 0 1,1-1-1,-1 1 1,-2 1-1,-9 4-6761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34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35.0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24575,'0'-5'0,"5"4"0,6 11 0,7 13 0,4 13 0,3 10 0,-2 6 0,0 4 0,0-7 0,-3-7 0,-5-16 0,-6-17 0,-3-29 0,-4-31 0,-1-16 0,-2 4-8191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35.3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24575,'3'1'0,"0"0"0,0-1 0,0 1 0,0 0 0,0 0 0,0 1 0,0-1 0,0 0 0,0 1 0,-1 0 0,1 0 0,-1 0 0,3 2 0,29 32 0,-16-13 0,-2 1 0,-1 0 0,17 38 0,28 85 0,4 8 0,-60-147 0,0 0 0,1 0 0,0-1 0,6 9 0,-9-14 0,0 0 0,0 0 0,0 0 0,0 0 0,0-1 0,0 1 0,1-1 0,-1 1 0,1-1 0,-1 0 0,1 0 0,-1 0 0,1 0 0,0 0 0,-1-1 0,1 1 0,4-1 0,-1 0-195,-1 0 0,0-1 0,1 0 0,-1 0 0,0-1 0,8-3 0,33-16-6631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35.8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1091 0 24575,'-5'0'0,"-1"10"0,-10 17 0,-16 38 0,-22 32 0,-50 61 0,-26 24 0,-6 4-1210,-3 5 1210,12-7 0,28-29 0,25-46 0,21-52 0,15-53 0,9-48 0,9-31 0,4-21 0,4 6-6981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36.1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24575,'4'4'0,"12"12"0,8 13 0,9 15 0,9 10 0,-3 1 0,-3-4 0,-3-7 0,-3-5 0,-5-5 0,1-3 0,2-2 0,1-6 0,5-3 0,1-3 0,0-1 0,-1-3 0,-7-4-8191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36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24575,'4'9'0,"8"14"0,0 11 0,4 10 0,3 12 0,4 11 0,-2-1 0,-5-7 0,0-14 0,-3-14-8191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37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6 181 24575,'-5'0'0,"8"-5"0,9-1 0,21-5 0,24-5 0,17-10 0,15-5 0,6 3 0,-2 6 0,-13 2 0,-20 5-8191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37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24575,'0'10'0,"5"17"0,2 9 0,4 18 0,9 23 0,12 18 0,0-2 0,-5-8 0,-8-13 0,-1-14 0,5-3 0,8-1 0,4-4 0,1-7 0,8-10 0,7-11 0,-6-9-8191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38.9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1 123 24575,'0'9'0,"1"1"0,0-1 0,1 1 0,0-1 0,1 0 0,0 0 0,5 12 0,35 60 0,-23-47 0,222 485 0,-240-513 0,0 0 0,0-1 0,1 1 0,-1-1 0,1 1 0,0-1 0,7 9 0,-10-14 0,0 0 0,1 1 0,-1-1 0,0 0 0,0 0 0,0 0 0,0 0 0,0 0 0,1 1 0,-1-1 0,0 0 0,0 0 0,0 0 0,1 0 0,-1 0 0,0 0 0,0 0 0,0 0 0,1 0 0,-1 0 0,0 0 0,0 0 0,0 0 0,1 0 0,-1 0 0,0 0 0,0 0 0,0 0 0,1 0 0,-1 0 0,0 0 0,0 0 0,0 0 0,1 0 0,-1 0 0,0 0 0,0 0 0,0-1 0,0 1 0,1 0 0,-1 0 0,0 0 0,0 0 0,0-1 0,0 1 0,5-14 0,-1-17 0,-4 31 0,0-207 0,-2 141 0,3 50 0,2 12 0,11 19 0,-10-9 0,152 182 0,-124-155 0,1-1 0,2-2 0,50 35 0,-74-58 0,1 0 0,0 0 0,0-1 0,0 0 0,16 4 0,-26-10 0,0 1 0,0-1 0,0 1 0,0-1 0,0 0 0,1 0 0,-1 0 0,0 0 0,0 0 0,0 0 0,0-1 0,0 1 0,0-1 0,0 1 0,0-1 0,0 0 0,0 0 0,0 0 0,0 0 0,0 0 0,0 0 0,-1-1 0,1 1 0,0-1 0,-1 1 0,1-1 0,-1 1 0,0-1 0,0 0 0,3-3 0,0-5 0,0 1 0,0-1 0,-1 1 0,0-1 0,1-11 0,-3 17 0,14-82 0,-4 0 0,-5 0 0,-6-153 0,-3 189 60,-14-79 0,12 102-357,-2 0 0,-1 1 0,-1-1 0,-18-35 0,12 36-6529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40.1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1 24575,'0'5'0,"-5"1"0,-2 10 0,1 6 0,1 10 0,7 8 0,2 3 0,1-2 0,4-2 0,1-4 0,-2-2 0,-1-3 0,-3-1 0,-2-1 0,-1 0 0,0-5-8191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40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59 24575,'0'-2'0,"0"0"0,0-1 0,1 1 0,-1 0 0,1 0 0,-1 0 0,1-1 0,0 1 0,0 0 0,0 0 0,0 0 0,0 0 0,0 0 0,1 0 0,-1 1 0,1-1 0,-1 0 0,1 1 0,0-1 0,0 1 0,-1-1 0,1 1 0,0 0 0,0 0 0,0 0 0,1 0 0,-1 0 0,0 0 0,0 1 0,4-1 0,7-2 0,0 1 0,1 0 0,-1 1 0,15 2 0,-16-1 0,-9 0 0,0 0 0,0 0 0,0 0 0,0 1 0,0-1 0,0 1 0,0 0 0,0 0 0,-1 0 0,1 0 0,0 1 0,0-1 0,-1 1 0,1-1 0,-1 1 0,4 3 0,-3-1 0,0 0 0,0 0 0,0 0 0,0 0 0,-1 0 0,1 1 0,-1-1 0,-1 1 0,3 6 0,1 9 0,-2 1 0,0 0 0,0 40 0,-3-46 0,1 0 0,-1-3 0,0 0 0,1 1 0,1-1 0,4 17 0,-5-26 0,0 1 0,1 0 0,-1-1 0,1 1 0,0-1 0,0 1 0,1-1 0,-1 0 0,1 0 0,0 0 0,-1 0 0,1 0 0,0-1 0,1 1 0,-1-1 0,0 0 0,6 3 0,1-1-97,-1 0-1,1-1 1,0 0-1,-1-1 1,1 0-1,0 0 1,0-1-1,1 0 1,-1-1-1,0 0 1,0-1-1,0 0 0,10-2 1,4-5-6729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41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546 1 24575,'-120'138'0,"14"-13"0,87-105 0,-1-1 0,-1-2 0,-1 0 0,-23 15 0,39-29-64,-10 7 112,0-1 0,-1 0 0,-18 6 0,32-14-113,-1 1 0,1-1 0,-1 0 1,1 0-1,-1-1 0,1 1 0,-1-1 0,0 0 0,1 0 0,-1 0 0,0 0 0,1 0 0,-1-1 0,0 0 0,1 0 0,-1 0 0,1 0 1,-1 0-1,1-1 0,0 1 0,0-1 0,-4-2 0,-11-15-6761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41.8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24575,'5'9'0,"16"23"0,13 20 0,12 6 0,7 13 0,-1 8 0,0 0 0,-3-3 0,-6-5 0,-5-10 0,-4-16 0,-8-10 0,-4-11 0,0-5 0,0-1 0,6 6 0,-1-1-8191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42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230 123 24575,'0'-15'0,"-1"4"0,1 1 0,0-1 0,1 1 0,0-1 0,5-16 0,-6 25 0,1 1 0,0-1 0,-1 0 0,1 1 0,0-1 0,0 1 0,0-1 0,0 1 0,0-1 0,0 1 0,1 0 0,-1 0 0,0 0 0,1-1 0,-1 1 0,3-1 0,-2 1 0,0 1 0,0-1 0,1 1 0,-1 0 0,0-1 0,0 1 0,1 0 0,-1 0 0,0 0 0,0 1 0,1-1 0,-1 0 0,0 1 0,0 0 0,0-1 0,3 2 0,-1 0 0,-1 0 0,0 0 0,0 0 0,1 1 0,-1-1 0,-1 1 0,1 0 0,0 0 0,-1 0 0,1 0 0,-1 0 0,0 0 0,0 1 0,0-1 0,0 1 0,-1-1 0,2 6 0,2 7 0,0 1 0,3 27 0,-4-13 0,-1-1 0,-2 1 0,-1 0 0,-1-1 0,-8 50 0,4-58 0,-1 1 0,0-2 0,-2 1 0,0-1 0,-1 0 0,-1-1 0,-2 0 0,-15 22 0,23-36 0,-12 16 0,-33 35 0,45-52 0,0-1 0,-1 0 0,0 0 0,1 0 0,-2-1 0,1 1 0,0-1 0,0-1 0,-1 1 0,0-1 0,0 0 0,1 0 0,-1 0 0,-6 0 0,8-2 0,0 0 0,0-1 0,0 1 0,0-1 0,1 0 0,-1 0 0,0 0 0,1-1 0,-1 1 0,1-1 0,-1 0 0,1 0 0,0 0 0,0 0 0,0-1 0,0 1 0,-3-4 0,-2-3 0,1 1 0,-1-1 0,2-1 0,-8-12 0,13 20 0,0 1 0,0 0 0,1 0 0,-1 0 0,1 0 0,-1-1 0,1 1 0,-1 0 0,1-1 0,0 1 0,-1 0 0,1-1 0,0 1 0,0 0 0,0-2 0,1 2 0,-1 1 0,0 0 0,0-1 0,1 1 0,-1-1 0,0 1 0,1 0 0,-1-1 0,0 1 0,1 0 0,-1 0 0,0-1 0,1 1 0,-1 0 0,1 0 0,-1 0 0,0-1 0,1 1 0,-1 0 0,1 0 0,-1 0 0,1 0 0,-1 0 0,1 0 0,-1 0 0,1 0 0,-1 0 0,1 0 0,7 1 0,-1 1 0,0-1 0,1 2 0,10 4 0,237 109 0,-108-45 0,-127-62 0,153 66 0,-131-59 0,1-2 0,47 10 0,-88-24 6,1 1 1,0 0-1,0-1 0,-1 1 0,1-1 1,0 0-1,0 0 0,0 0 0,0 0 1,-1 0-1,1-1 0,0 1 0,0-1 0,-1 0 1,6-2-1,-6 1-76,-1 1 0,0-1 1,0 0-1,1 1 0,-1-1 0,0 0 1,-1 0-1,1 0 0,0 0 0,0 0 1,-1 0-1,0 0 0,1 0 0,-1 0 1,0 0-1,0 0 0,0 0 0,0 0 0,0 0 1,-1-4-1,-4-37-6756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43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95 24575,'5'0'0,"6"0"0,11 0 0,11 0 0,15 0 0,23-5 0,18-1 0,24-5 0,1 0 0,-18-4 0,-40-8 0,-30 0-8191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43.7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24575,'1'21'0,"0"-1"0,2 1 0,0-1 0,13 39 0,36 76 0,-2-6 0,-38-88 0,-1 0 0,-3 1 0,-1 1 0,-2-1 0,-1 55 0,0-27 0,-3-63 0,0 0 0,1 0 0,0 1 0,0-1 0,0-1 0,1 1 0,4 9 0,-6-15 0,0 0 0,0 1 0,0-1 0,0 0 0,0 0 0,1 1 0,-1-1 0,0 0 0,0 0 0,1 0 0,-1-1 0,1 1 0,-1 0 0,0 0 0,1-1 0,0 1 0,-1-1 0,1 1 0,-1-1 0,1 0 0,0 0 0,-1 1 0,1-1 0,-1 0 0,1-1 0,0 1 0,2-1 0,3 0 0,0-2 0,0 1 0,0-1 0,12-6 0,41-28-1365,-1-4-5461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44.6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 24575,'-1'0'0,"0"0"0,0 1 0,-1-1 0,1 1 0,0 0 0,0-1 0,0 1 0,0 0 0,0 0 0,0 0 0,0-1 0,0 1 0,1 0 0,-1 0 0,0 0 0,0 0 0,1 1 0,-1-1 0,1 0 0,-1 0 0,1 0 0,-1 0 0,1 1 0,0-1 0,-1 0 0,1 1 0,0-1 0,0 2 0,-3 41 0,3-44 0,1 38 0,3-1 0,11 51 0,-1-4 0,8 139 0,-6-46 0,-12-146 0,-2-16 0,0 0 0,0 20 0,-2-102 0,-1 39 0,1 0 0,8-52 0,-7 72 0,0 1 0,1 0 0,0 0 0,1 0 0,0 0 0,0 1 0,0-1 0,1 1 0,0 0 0,0-1 0,0 2 0,1-1 0,0 0 0,0 1 0,11-8 0,-5 5 0,1 2 0,0-1 0,1 2 0,-1-1 0,1 2 0,0 0 0,0 0 0,1 1 0,18-1 0,-11 2 0,-1 1 0,1 1 0,0 1 0,0 0 0,30 7 0,-27-2 0,0 2 0,0 0 0,0 1 0,-1 2 0,24 14 0,-9-1 0,69 56 0,-97-72 0,-1 0 0,-1 1 0,1 0 0,-1 0 0,-1 1 0,0-1 0,10 20 0,-15-25 0,0 0 0,-1 0 0,1 0 0,-1 0 0,0 1 0,0-1 0,0 0 0,-1 1 0,0-1 0,0 0 0,0 1 0,0-1 0,0 0 0,-1 0 0,0 1 0,0-1 0,0 0 0,0 0 0,-1 0 0,0 0 0,0 0 0,0 0 0,0 0 0,-5 5 0,-3 3 0,-1 0 0,-1-1 0,0 0 0,0-1 0,-1-1 0,-21 13 0,25-17 0,0 0 0,-1 0 0,1-1 0,-1 0 0,-1-1 0,1 0 0,0 0 0,-1-1 0,1-1 0,-21 1 0,24-3 0,1 0 0,-1 0 0,1-1 0,0 0 0,-1 0 0,1-1 0,0 1 0,0-1 0,1-1 0,-9-5 0,-6-6 0,-26-27 0,9 8 0,-35-25-1365,48 38-5461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45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24575,'5'0'0,"6"9"0,6 14 0,6 6 0,2 9 0,-2 8 0,0 4 0,-5 0 0,-4-4 0,-1-6 0,-2-4 0,-3-4 0,-3-2 0,-2-2 0,-2 0 0,-1-6-8191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46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5 109 24575,'-5'0'0,"9"0"0,31 0 0,25-5 0,16-2 0,20-8 0,22-3 0,0-2 0,-10 1 0,-18 5 0,-30 4 0,-25 9 0,11 10 0,-3 2-8191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46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880 147 24575,'-12'-5'0,"0"0"0,0 0 0,-1 2 0,1-1 0,-1 2 0,-20-3 0,-11-1 0,-647-96 0,658 97 0,29 3 0,6 1 0,52 0 0,1239 6-1365,-1256-5-5461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53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93 24575,'4'-5'0,"8"-1"0,5-5 0,5-5 0,4 0 0,1 3 0,-2-2 0,-7 8 0,-6 4-8191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54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 24575,'5'0'0,"6"0"0,6-4 0,6-3 0,2 1 0,3 1 0,1 2 0,5 1 0,2 0 0,0 2 0,-7-5 0,-4-1 0,-5 0-8191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55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 97 24575,'1'-1'0,"-1"0"0,0 1 0,0-1 0,1 0 0,-1 0 0,1 1 0,-1-1 0,1 0 0,-1 0 0,1 1 0,-1-1 0,1 1 0,0-1 0,-1 0 0,1 1 0,0-1 0,0 1 0,-1 0 0,3-1 0,19-10 0,-13 7 0,89-39 0,-82 37 0,-1 1 0,1 1 0,0 0 0,26-2 0,-40 6 0,1 0 0,0 0 0,0 0 0,0 0 0,0 1 0,-1-1 0,1 1 0,0-1 0,0 1 0,-1 0 0,1 0 0,0 0 0,2 2 0,-4-2 0,0 0 0,1 0 0,-1 1 0,0-1 0,0 0 0,0 0 0,0 0 0,-1 1 0,1-1 0,0 1 0,0-1 0,-1 0 0,1 1 0,-1-1 0,1 1 0,-1-1 0,0 1 0,0 0 0,1-1 0,-1 1 0,0-1 0,0 1 0,-1-1 0,1 1 0,0 1 0,-2 4 0,-1 0 0,1 0 0,-1 0 0,0-1 0,-1 1 0,0-1 0,0 0 0,0 0 0,0 0 0,-1 0 0,0-1 0,-7 6 0,6-6 0,1 0 0,-1 1 0,1 0 0,0 0 0,1 0 0,0 0 0,0 1 0,0 0 0,0 0 0,1 0 0,0 0 0,1 0 0,-3 13 0,4 5 0,2 1 0,0-1 0,2 0 0,5 27 0,2 14 0,-1 13 0,-2 128 0,-7-197 0,-1 1 0,-1 0 0,1-1 0,-2 1 0,0-1 0,0 0 0,0 0 0,-7 11 0,7-16 0,0 1 0,-1-1 0,1 0 0,-1 0 0,-1 0 0,1 0 0,-1-1 0,0 0 0,0 0 0,0 0 0,0 0 0,-1-1 0,1 0 0,-11 4 0,-12 1 0,1-1 0,-2-1 0,-56 3 0,109-9 0,9-1 0,0-1 0,35-7 0,-38 3-1365,-5 1-5461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6:59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640 3360 24575,'0'-3'0,"0"0"0,0 0 0,1 0 0,-1 0 0,1 0 0,0 0 0,0 0 0,0 0 0,0 0 0,0 1 0,1-1 0,0 0 0,-1 1 0,1-1 0,0 1 0,0-1 0,0 1 0,0 0 0,1 0 0,-1 0 0,1 0 0,-1 1 0,1-1 0,5-2 0,4-1 0,1 0 0,0 1 0,0 0 0,20-2 0,20-2 0,93-2 0,-98 8 0,199-9-422,1442-166-1691,-1092 90 1660,1 27-389,1611-6-1707,-514 42 475,-534-22 2469,-7-45-459,-894 68 93,125-6-20,421-42 784,-416-10 4222,-343 70-4606,581-95 1497,-241 50-1945,-356 51 39,-1-1 0,38-14 0,-58 17 0,-1-2 0,1 1 0,-1-1 0,0 0 0,-1-1 0,1 0 0,-1-1 0,0 0 0,0 0 0,8-10 0,5-14 0,-1 0 0,-2-1 0,27-61 0,-43 88 0,13-34 0,-1-1 0,-1 0 0,-3-1 0,-1-1 0,6-81 0,-14-218 0,-5 219 0,4 117 0,1-3 0,-2-1 0,1 0 0,-1 0 0,-1 1 0,-3-14 0,4 20 0,1-1 0,-2 1 0,1 0 0,0 0 0,0 0 0,-1 0 0,1 0 0,-1 1 0,1-1 0,-1 0 0,0 1 0,1-1 0,-1 1 0,0-1 0,0 1 0,0 0 0,-1 0 0,1 0 0,0 0 0,0 0 0,0 0 0,-1 1 0,1-1 0,0 1 0,-4-1 0,-11 0 0,12 1 0,0 0 0,-1-1 0,1 1 0,0-1 0,0 0 0,0 0 0,-1-1 0,1 0 0,1 0 0,-1 0 0,0 0 0,0-1 0,1 1 0,-1-1 0,-5-6 0,-9-9 0,15 14 0,0 1 0,0-1 0,1 0 0,-1 0 0,1 0 0,0-1 0,0 1 0,0-1 0,0 0 0,1 1 0,0-1 0,0 0 0,-1-6 0,-3-24 0,3-1 0,1-65 0,3 69 0,-1 0 0,-2 1 0,-1-1 0,-10-42 0,-27-52 0,-3-17 0,38 123 0,-11-41 0,-1 0 0,-29-63 0,44 120 0,-1 0 0,1 0 0,-1 0 0,0 0 0,-1 0 0,1 1 0,0-1 0,-1 1 0,0 0 0,0 0 0,0 0 0,0 1 0,0-1 0,0 1 0,-1 0 0,1 0 0,-8-1 0,-9-3 0,0 2 0,-38-4 0,43 7 0,-258-15 0,44 12 0,-90 3-671,-111 5-2014,220-2 2245,-1270 35-3570,1251-21 3459,-333 66 1,497-68 569,-411 66 219,128-45 791,-164 11-994,-130 2-923,-60 5 132,-1351 131-2273,1548-130 1583,93-12 1024,57-10 179,64-11 555,65-8 1179,-49 1-435,3 0 8437,9-12-7475,193-3-2018,-134 17 0,-130 18 0,-10 2 0,307-27 0,0 2 0,1 1 0,1 2 0,0 1 0,-51 31 0,-143 60 0,76-40 0,113-47 0,6-3 0,-60 36 0,86-46 0,0 0 0,1 1 0,0 0 0,0 0 0,0 1 0,1 0 0,0 1 0,1-1 0,0 1 0,0 0 0,-5 13 0,1 5 2,1 1 1,1 0-1,2 0 0,1 1 0,1-1 1,2 1-1,1 0 0,1 0 0,7 57 1,9 12-127,44 144 1,-51-210 42,50 170-173,10-3 0,8-4 0,8-2 0,8-5 0,219 325 0,-297-490 254,-10-15 0,1 0 0,0 0 0,0 0 0,0-1 0,1 0 0,0 0 0,0 0 0,11 7 0,-17-14 0,0 1 0,0-1 0,1 1 0,-1-1 0,0 1 0,0-1 0,1 0 0,-1 1 0,0-1 0,1 0 0,-1 0 0,0 0 0,1 0 0,-1 0 0,0 0 0,0-1 0,1 1 0,-1 0 0,0-1 0,1 1 0,-1-1 0,0 1 0,0-1 0,0 0 0,2 0 0,6-3 0,1-1 107,0 1-1,1 1 1,-1 0 0,13-2 0,66-4 883,141 1-685,479 6-3952,-357 3-897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7:00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 24575,'25'27'0,"-14"-15"0,0-1 0,19 15 0,-1-3 0,2-2 0,0-2 0,39 19 0,-68-37 0,-1-1 0,0 1 0,0-1 0,0 1 0,1-1 0,-1 0 0,0 1 0,1-1 0,-1 0 0,0 0 0,1 0 0,-1 0 0,0 0 0,1 0 0,-1 0 0,0 0 0,1-1 0,-1 1 0,0-1 0,1 1 0,-1-1 0,2 0 0,-2 0 0,1-1 0,-1 1 0,0-1 0,0 1 0,0-1 0,0 1 0,0-1 0,0 1 0,0-1 0,0 0 0,-1 0 0,1 0 0,0 1 0,-1-4 0,2-7 0,-1-1 0,0 0 0,-2-24 0,0 24 0,0-12 0,0 17 0,0 0 0,1 0 0,0-1 0,0 1 0,3-13 0,-3 21 0,0-1 0,0 1 0,1-1 0,-1 1 0,0-1 0,0 1 0,1-1 0,-1 1 0,0-1 0,1 1 0,-1 0 0,1-1 0,-1 1 0,0 0 0,1-1 0,-1 1 0,1 0 0,-1-1 0,1 1 0,-1 0 0,1 0 0,-1 0 0,1-1 0,-1 1 0,1 0 0,-1 0 0,1 0 0,0 0 0,-1 0 0,1 0 0,-1 0 0,1 0 0,-1 0 0,1 0 0,-1 1 0,2-1 0,10 4 0,0 0 0,1 1 0,-2 1 0,1-1 0,-1 2 0,0 0 0,16 12 0,1 1 0,266 200 0,-94-65 0,-140-112 0,-20-16 0,-2 2 0,53 51 0,-89-78 0,0 0 0,0 0 0,0 0 0,0 0 0,-1 0 0,1 0 0,-1 0 0,0 0 0,1 1 0,-1-1 0,0 1 0,0-1 0,0 1 0,-1-1 0,1 1 0,0 4 0,-2-6 0,1 1 0,-1 0 0,0-1 0,0 1 0,1 0 0,-1-1 0,0 1 0,0-1 0,-1 0 0,1 1 0,0-1 0,0 0 0,-1 0 0,1 0 0,-1 0 0,1 0 0,-1 0 0,1 0 0,-1 0 0,0 0 0,1-1 0,-1 1 0,-3 0 0,-27 8 0,-1-1 0,0-1 0,-55 3 0,24-3 0,-5 0 0,-46 8 0,112-14-170,5 0-1025,9 0-5631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7:00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1217 1 24575,'-373'23'0,"320"-17"0,-47 4 0,-1 5 0,2 5 0,1 3 0,-111 43 0,186-58 0,0 1 0,1 1 0,1 1 0,-1 1 0,-25 19 0,45-29 0,-1 0 0,1 0 0,0 0 0,0 1 0,-1-1 0,2 1 0,-1-1 0,0 1 0,0 0 0,-1 3 0,3-5 0,-1 1 0,1-1 0,0 0 0,0 1 0,-1-1 0,1 1 0,0-1 0,0 0 0,0 1 0,0-1 0,1 1 0,-1-1 0,0 0 0,1 1 0,-1-1 0,1 0 0,0 2 0,2 1 0,0 0 0,0 0 0,0 0 0,1-1 0,0 0 0,-1 1 0,1-1 0,0-1 0,1 1 0,-1-1 0,8 4 0,16 7 0,1-1 0,51 13 0,65 7 0,-77-18 0,-53-11 0,-1 1 0,0 0 0,0 2 0,0-1 0,0 2 0,20 12 0,-26-13 0,1 0 0,-1 0 0,-1 1 0,1 1 0,-1-1 0,-1 1 0,1 0 0,-1 0 0,-1 1 0,7 13 0,-10-20 0,-1 1 0,0 0 0,0 1 0,0-1 0,0 0 0,0 0 0,0 0 0,-1 0 0,0 1 0,0-1 0,1 0 0,-2 1 0,1-1 0,0 0 0,-1 0 0,0 1 0,-1 4 0,0-4 0,0 0 0,0 0 0,-1-1 0,1 1 0,-1 0 0,0-1 0,0 0 0,0 1 0,-1-1 0,1 0 0,-6 3 0,-5 2 0,0 0 0,-1-1 0,0-1 0,0 0 0,-31 7 0,16-5 0,0-2 0,-1-1 0,0-1 0,0-2 0,-45-2 0,74 1 0,1-1 0,-1 0 0,0 0 0,0-1 0,0 1 0,1 0 0,-1-1 0,0 1 0,0-1 0,1 1 0,-1-1 0,0 0 0,1 0 0,-1 0 0,1 0 0,-1 0 0,1 0 0,0 0 0,-1 0 0,1-1 0,-2-1 0,3 2 0,0 0 0,0-1 0,0 1 0,0 0 0,0-1 0,0 1 0,0 0 0,0-1 0,1 1 0,-1 0 0,0 0 0,1-1 0,-1 1 0,1 0 0,-1 0 0,1 0 0,0-1 0,-1 1 0,1 0 0,0 0 0,1-1 0,7-8 0,0 1 0,1 1 0,0-1 0,18-10 0,13-6 0,2 3 0,0 1 0,1 3 0,0 1 0,2 2 0,0 3 0,80-13 0,-111 24 15,1-1 0,0 2 0,0 0 0,0 1 0,0 0 0,0 1 0,18 5 0,-25-4-121,0 0 0,0 0 0,0 1 0,-1 0 0,0 1 0,0 0-1,0 0 1,0 1 0,-1 0 0,0 0 0,0 0 0,0 1 0,6 10 0,2 3-6720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7:01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0 24575,'-5'0'0,"-6"0"0,-1 0-8191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7:03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275 1 24575,'0'0'0,"0"-1"0,1 1 0,-1 0 0,0 0 0,0 0 0,0 0 0,1 0 0,-1 0 0,0 0 0,0 0 0,0 1 0,1-1 0,-1 0 0,0 0 0,0 0 0,0 0 0,1 0 0,-1 0 0,0 0 0,0 0 0,0 0 0,0 1 0,0-1 0,1 0 0,-1 0 0,0 0 0,0 0 0,0 0 0,0 1 0,0-1 0,0 0 0,1 0 0,-1 0 0,0 1 0,0-1 0,0 0 0,0 0 0,0 0 0,0 1 0,0-1 0,0 0 0,0 0 0,0 1 0,-4 10 0,1-3 0,3-7 0,-77 242 0,66-200 0,2 1 0,2 1 0,-3 75 0,10-115 0,0 0 0,0 0 0,0 0 0,1 0 0,-1 1 0,1-1 0,1 0 0,-1 0 0,3 6 0,-4-11 0,0 0 0,0 0 0,0 0 0,0 0 0,0 1 0,0-1 0,0 0 0,1 0 0,-1 0 0,0 0 0,0 0 0,0 1 0,0-1 0,0 0 0,0 0 0,0 0 0,1 0 0,-1 0 0,0 0 0,0 0 0,0 0 0,0 1 0,1-1 0,-1 0 0,0 0 0,0 0 0,0 0 0,0 0 0,1 0 0,-1 0 0,0 0 0,0 0 0,0 0 0,0 0 0,1 0 0,-1 0 0,0 0 0,0 0 0,0 0 0,0-1 0,1 1 0,-1 0 0,0 0 0,0 0 0,5-9 0,1-13 0,-4 1 0,-1-35 0,-2 40 0,2-1 0,-1 1 0,2 0 0,3-17 0,-5 33 0,0-1 0,0 1 0,1-1 0,-1 1 0,0 0 0,0-1 0,0 1 0,0-1 0,1 1 0,-1-1 0,0 1 0,0-1 0,1 1 0,-1 0 0,0-1 0,1 1 0,-1 0 0,0-1 0,1 1 0,-1 0 0,0-1 0,1 1 0,-1 0 0,1 0 0,-1 0 0,1-1 0,-1 1 0,1 0 0,-1 0 0,0 0 0,1 0 0,-1 0 0,1 0 0,-1 0 0,1 0 0,-1 0 0,1 0 0,-1 0 0,1 0 0,-1 0 0,1 0 0,-1 0 0,1 0 0,-1 1 0,1-1 0,-1 0 0,0 0 0,1 1 0,-1-1 0,1 0 0,-1 1 0,0-1 0,1 0 0,-1 1 0,0-1 0,1 0 0,-1 1 0,25 28 0,-21-24 0,52 62 0,67 60 0,43 50 0,-162-172 0,1 0 0,-1 0 0,1 0 0,-1 1 0,-1 0 0,1 0 0,-1 0 0,1 0 0,-2 0 0,1 1 0,1 8 0,-4-14 0,0 0 0,0 0 0,0 1 0,0-1 0,0 0 0,-1 0 0,1 0 0,-1 0 0,1 0 0,-1 1 0,1-1 0,-1 0 0,1 0 0,-1 0 0,0 0 0,0 0 0,1-1 0,-1 1 0,0 0 0,0 0 0,0 0 0,0-1 0,0 1 0,0-1 0,0 1 0,-2 0 0,-6 3 0,0 0 0,0-1 0,0-1 0,-1 1 0,-13 1 0,-56 3 0,71-6 0,-23 1 0,-19 2 0,-68-3 0,104-2 0,1 0 0,0-1 0,0 0 0,0-1 0,0-1 0,1 0 0,-1 0 0,1-2 0,0 1 0,-15-11 0,19 10 0,1-1 0,-1 0 0,1 0 0,1-1 0,-1 1 0,1-2 0,1 1 0,-1-1 0,1 1 0,1-1 0,0-1 0,0 1 0,-2-12 0,-1-6 0,1 0 0,2 0 0,-3-43 0,7 53 0,0 1 0,1-1 0,1 0 0,0 1 0,1-1 0,8-21 0,-8 28 0,0 1 0,1-1 0,0 1 0,1 0 0,0 1 0,1-1 0,0 1 0,0 0 0,0 1 0,1-1 0,15-12 0,-16 17 0,-1 0 0,1 0 0,0 0 0,0 1 0,0 0 0,0 0 0,0 0 0,0 1 0,1 0 0,-1 0 0,1 0 0,-1 1 0,1 0 0,-1 0 0,0 1 0,1 0 0,7 2 0,11 3 0,0 2 0,45 19 0,-35-10 0,0 1 0,-1 2 0,-1 1 0,41 35 0,-12-2 0,55 63 0,-91-92 0,-19-22 0,-6-7 0,-7-13 0,6 16 0,-54-149 0,46 123 0,1-1 0,2 0 0,-4-46 0,9 72 0,0 0 0,-1-1 0,1 1 0,1 0 0,-1-1 0,0 1 0,0 0 0,1 0 0,0-1 0,0-1 0,0 3 0,-1 1 0,1-1 0,0 0 0,0 1 0,-1 0 0,1-1 0,0 1 0,0-1 0,-1 1 0,1 0 0,0 0 0,0-1 0,0 1 0,0 0 0,-1 0 0,1 0 0,0 0 0,0 0 0,0 0 0,0 0 0,0 0 0,-1 0 0,1 0 0,0 1 0,0-1 0,0 0 0,-1 1 0,1-1 0,0 0 0,0 1 0,-1-1 0,1 1 0,1 0 0,18 11 0,-1 1 0,1 0 0,32 32 0,-41-36 0,331 305 0,-327-299 0,-2-2 0,0 0 0,1-1 0,27 18 0,-40-29 0,-1-1 0,1 1 0,0-1 0,0 1 0,0-1 0,-1 1 0,1-1 0,0 1 0,0-1 0,0 0 0,0 0 0,0 1 0,0-1 0,0 0 0,0 0 0,0 0 0,0 0 0,0 0 0,-1 0 0,1 0 0,0 0 0,0-1 0,0 1 0,0 0 0,0-1 0,0 1 0,0 0 0,0-1 0,-1 1 0,1-1 0,0 1 0,0-1 0,-1 1 0,1-1 0,0 0 0,-1 0 0,1 1 0,0-1 0,-1 0 0,1 0 0,-1 1 0,1-1 0,-1 0 0,0 0 0,1 0 0,-1-1 0,2-5 0,0-1 0,-1 1 0,0-1 0,0-13 0,-1 16 0,-5-152 0,2 101 0,6-109 0,-3 160 0,1 0 0,0 0 0,0 0 0,0 0 0,1 1 0,0-1 0,0 0 0,0 1 0,0 0 0,6-9 0,-7 12 0,1-1 0,-1 1 0,1-1 0,0 1 0,0-1 0,-1 1 0,1 0 0,0 0 0,0 0 0,0 0 0,0 0 0,0 1 0,1-1 0,-1 1 0,0-1 0,0 1 0,0 0 0,0-1 0,1 1 0,-1 0 0,0 1 0,0-1 0,0 0 0,1 1 0,3 0 0,6 3 0,-1 0 0,1 1 0,-1 1 0,0-1 0,18 14 0,51 44 0,1 1 0,-76-61 0,10 7 0,-1-1 0,2 0 0,-1-1 0,18 6 0,-29-13 0,0 1 0,0-1 0,0-1 0,0 1 0,1-1 0,-1 1 0,0-1 0,0 0 0,8-2 0,-10 2 0,1-1 0,-1 0 0,1 0 0,-1 0 0,0 0 0,0 0 0,1 0 0,-1-1 0,0 1 0,0-1 0,0 0 0,0 1 0,-1-1 0,1 0 0,0 0 0,-1 0 0,2-3 0,1-3 0,-1 0 0,0 0 0,0 0 0,-1 0 0,0 0 0,-1 0 0,0 0 0,1-13 0,-2 13 0,1 0 0,-1-1 0,2 1 0,-1 0 0,1 0 0,1 1 0,-1-1 0,5-9 0,-6 17 0,-1-1 0,1 0 0,-1 1 0,0-1 0,1 0 0,0 1 0,-1-1 0,1 0 0,-1 1 0,1-1 0,0 1 0,-1-1 0,1 1 0,0-1 0,-1 1 0,1 0 0,0-1 0,0 1 0,0 0 0,-1 0 0,1-1 0,0 1 0,0 0 0,1 0 0,0 0 0,-1 1 0,1-1 0,-1 1 0,1-1 0,-1 1 0,1-1 0,-1 1 0,1 0 0,-1 0 0,0 0 0,1 0 0,0 1 0,6 6 0,-1-1 0,-1 1 0,9 12 0,-9-11 0,0-2 0,0-1 0,1 0 0,-1 0 0,2 0 0,-1-1 0,0 0 0,1 0 0,0-1 0,0 0 0,1-1 0,-1 1 0,1-2 0,-1 1 0,1-1 0,0 0 0,0-1 0,9 1 0,3-1 0,1-1 0,-1-1 0,-1-1 0,1 0 0,0-2 0,22-6 0,-8-3 0,-34 13 0,-1 0 0,0 0 0,1 0 0,-1 0 0,1-1 0,-1 1 0,0 0 0,1 0 0,-1 0 0,0-1 0,1 1 0,-1 0 0,0 0 0,1-1 0,-1 1 0,0 0 0,1 0 0,-1-1 0,0 1 0,0 0 0,1-1 0,-1 1 0,0-1 0,0 1 0,0 0 0,1-1 0,-1 1 0,0-1 0,0 1 0,0 0 0,0-1 0,0 1 0,0-1 0,0 1 0,0 0 0,0-1 0,0 1 0,0-1 0,0 1 0,0-1 0,-1 1 0,1 0 0,0-1 0,0 1 0,0 0 0,0-1 0,-1 1 0,1-1 0,0 1 0,0 0 0,-1 0 0,1-1 0,0 1 0,-1 0 0,1-1 0,0 1 0,-1 0 0,1 0 0,0 0 0,-1-1 0,1 1 0,-1 0 0,1 0 0,0 0 0,-1 0 0,0 0 0,-28-9 0,15 7 40,0 0 0,-20 1 0,29 1-175,0 0 0,0 1 0,0-1 0,0 1 0,0 1 0,1-1 0,-1 0 0,0 1 0,0 0 0,-5 3 0,-6 8-6691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7:03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24575,'5'0'0,"6"0"0,7 0 0,4 0 0,3 5 0,3 1 0,-4 0-8191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7:03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6:47:04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24575,'4'0'0,"1"0"0,-1 1 0,1 0 0,-1 0 0,1 0 0,-1 1 0,0-1 0,0 1 0,0 0 0,1 0 0,4 5 0,5 3 0,22 21 0,-17-13 0,124 118 0,-40-37 0,-87-84 0,-9-9 0,0 0 0,-1 0 0,1 1 0,-1 0 0,10 15 0,-15-21 0,-1-1 0,0 0 0,0 1 0,1-1 0,-1 1 0,0-1 0,0 1 0,0-1 0,0 1 0,1-1 0,-1 1 0,0-1 0,0 1 0,0-1 0,0 1 0,0-1 0,0 1 0,0-1 0,0 1 0,0-1 0,-1 1 0,1-1 0,0 0 0,0 1 0,0-1 0,-1 1 0,1-1 0,0 1 0,0-1 0,-1 0 0,1 1 0,0-1 0,-1 1 0,1-1 0,0 0 0,-1 1 0,1-1 0,-1 0 0,1 0 0,-1 1 0,-21 4 0,20-5 0,-47 4 0,23-3 0,0 2 0,-34 8 0,52-9 0,-1 0 0,1 1 0,0 1 0,1-1 0,-1 1 0,0 0 0,1 1 0,0 0 0,0 0 0,1 0 0,-9 9 0,6-3 0,0 0 0,1 0 0,1 0 0,-9 17 0,13-23 0,1 0 0,-1 0 0,1 1 0,1-1 0,-1 1 0,1-1 0,0 1 0,0-1 0,0 1 0,1 0 0,0-1 0,1 12 0,0-14 0,0 0 0,0-1 0,0 1 0,1-1 0,-1 1 0,1-1 0,0 0 0,-1 1 0,1-1 0,0 0 0,0 0 0,1 0 0,-1-1 0,0 1 0,1 0 0,-1-1 0,1 0 0,-1 1 0,1-1 0,-1 0 0,1 0 0,0-1 0,0 1 0,3 0 0,4 1 0,0-1 0,1 1 0,-1-2 0,1 0 0,12-1 0,-19 1-114,0-1 1,-1 0-1,1 1 0,0-1 0,-1-1 1,1 1-1,0 0 0,-1-1 0,0 0 1,1 0-1,4-3 0,6-9-6712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644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
Start exactly where the attached Week03 finished. We are not reteaching regression. Ask what changed during last session: we chose weights; today a training loop changes them. Explain that one layer here means one hidden layer plus an output.
[Sources]
Attached Week03.pptx: XOR, weighted sums, hidden/output layers, and the closing promise to train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
Explicitly refine previous shorthand, rather than silently changing it. Multiple inputs do not require neural networks. Activation is a numerical transformation, not necessarily a category. More parameters do not guarantee better test performance. Gradients point uphill; subtract them.
[Sources]
Goodfellow, Bengio and Courville, Deep Learning, Chapter 6: https://www.deeplearningbook.org/contents/mlp.html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
Notebook: C01-C02
Use XOR exactly as in the attached slides, now with a sensor-disagreement story. It is a toy labeled dataset, not collected sensor data. A simple if statement solves the known rule, and nonlinear non-neural methods can solve it too. The purpose is inspectable learning, not necessity of a neural network.
[Sources]
Attached Week03.pptx: XOR, weighted sums, hidden/output layers, and the closing promise to train weights.
Goodfellow, Bengio and Courville, Deep Learning, Chapter 6: https://www.deeplearningbook.org/contents/mlp.html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
Notebook: Training_Lab.html
Open media/Training_Lab.html in a browser beside the deck. Before Play, show the initial scores. Ask for a prediction. Play to about epoch 1000, pause, then continue. Ask what changed in the circles, lines, scores and loss. Use the original 40-second MP4 as an offline fallback. Do not lecture over the whole animation.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
Notebook: C04
Clarify layer counting: 2 input values, 1 hidden layer of 2 sigmoid units, 1 sigmoid output layer. Two trainable layers; only one hidden layer. It is not yet a deep network. Input circles are data holders, not trainable computational units.
[Sources]
Goodfellow, Bengio and Courville, Deep Learning, Chapter 6: https://www.deeplearningbook.org/contents/mlp.html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LIVE
Notebook: C04
Read params["w11"] as a name lookup. The first digit names the destination hidden unit; the second names the input. v1/v2 go to the output; bo is its bias. Bias is a separate trainable number, not an input data feature.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PREDICT
Notebook: C03
Draw attention to the flat parts of the step: a small change often changes nothing, giving derivative zero. At the jump it is undefined. Sigmoid supplies a differentiable response; it can still saturate. We do not imply all useful activations are smooth everywhere: ReLU is an optional later contrast.
[Sources]
Goodfellow, Bengio and Courville, Deep Learning, Chapter 6: https://www.deeplearningbook.org/contents/mlp.html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LIVE
Notebook: C03
Use e^0=1 to compute sigmoid(0)=1/2 by hand. We use sigmoid for this small example, not as a universal best activation. exp is the exponential function from standard Python math. In inference we threshold p; we never threshold h1, h2 or p inside training.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CLICK-THROUGH BUILD
Notebook: C05-C06
Advance manually to reveal the next stage. Native PowerPoint circles, lines and text remain editable. This is a forward pass only: none of the weights is updated. Values are rounded for display; code uses full precision.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CLICK-THROUGH BUILD
Notebook: C05-C06
Advance manually to reveal the next stage. Native PowerPoint circles, lines and text remain editable. This is a forward pass only: none of the weights is updated. Values are rounded for display; code uses full precision.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CLICK-THROUGH BUILD
Notebook: C05-C06
Advance manually to reveal the next stage. Native PowerPoint circles, lines and text remain editable. This is a forward pass only: none of the weights is updated. Values are rounded for display; code uses full precision.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FOR EXERCISE
Notebook: C05-C06
Give 6-8 minutes for C05-C06 with pair discussion. Students fill three weighted sums. Helper sigmoid is supplied. Require the zero-parameter test to pass before continuing. No output after def is normal. Expected h1=.71095, h2=.40131, p=.51863.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LIVE
Notebook: C07
Use one case first, then the mean over four. At p=.519, target=1, error=-.481 and loss=.232. Exact code values are .5186304 and .2317167. We reuse MSE for continuity; BCE is a common classifier loss but not needed today. A class can already be correct at threshold .5 while MSE can still improve.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PREDICT
Notebook: C08
Hold every other parameter fixed and change only v1 for the one example (1,0)-&gt;1. This is a thought experiment before the chain rule. A finite nudge is only a local guide, not a guarantee that a large update lowers loss.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
Notebook: C08
Give each box a job. v1 changes zo; zo changes p; p changes the loss. Multiply those three sensitivities. Backpropagation reuses downstream calculations, rather than separately perturbing each parameter. This is computation, not consciousness or blame.
[Sources]
3Blue1Brown, Backpropagation calculus: https://www.3blue1brown.com/lessons/backpropagation-calculus/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LIVE
Notebook: C08
Compute in order: 2(p-y), p(1-p), then h1. Name d_out=partial loss/partial zo so the hidden calculation can reuse it. Show the negative sign. The actual update is a different operation on the next slide.
[Sources]
3Blue1Brown, Backpropagation calculus: https://www.3blue1brown.com/lessons/backpropagation-calculus/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LIVE
Notebook: C09
d_hidden1 is partial loss/partial z1. It is d_out times v1 times the hidden sigmoid slope. Then multiply by input x1 for weight w11. Use original v1, not an already updated value. For x2=0, dw12=0 for this one example but b1 can still change.
[Sources]
3Blue1Brown, Backpropagation calculus: https://www.3blue1brown.com/lessons/backpropagation-calculus/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
Notebook: C10
This visual corresponds to full-batch gradient descent. Different examples may prefer different changes; optimize the mean objective. All four contributions are calculated with the same old parameter values. An epoch is one whole pass over the four rows in our loop.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
Notebook: C10-C11
Contrast derivative calculation with update. Show this single-example demonstration at learning rate .1; it is not the batch run. Recompute after updating all nine together. One-example loss .231717 -&gt; .221760; it is not a guarantee for the batch or for a large step.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
Take a real five-minute break. Have students type one prediction before leaving: what happens when every parameter starts at zero on balanced XOR? Do not reveal the result.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LIVE
Notebook: C08-C10
Read d_out, d_hidden1, d_hidden2 line by line. The notebook supplies repetitive accumulation. Let students reuse their calculations from C08 and C09. Ask them to point to g["w11"] and explain why it multiplies x1.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LIVE
Notebook: C11
Define one epoch using this notebook only: the gradients function visits all rows, then one update. history is measured after the update; initial loss is stored before the loop. params starts as a copy so reruns are comparable.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FOR EXERCISE
Notebook: C12-C13
Pause for all students to commit in chat. Execute C12 then C13. 8000 epochs runs quickly on four rows; do not call it a huge dataset. Threshold only for reported decisions. Record actual output, not just a successful assert.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CLICK-THROUGH BUILD
Notebook: C12-C15
Actual full-batch run, initial dictionary as in C04, learning_rate=1, MSE, epoch=0. Main heatmap is built from editable colored rectangles, not a screenshot. Colored space between the four labels is model output, not labeled truth. Model scores and loss are from the companion tested implementation.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CLICK-THROUGH BUILD
Notebook: C12-C15
Actual full-batch run, initial dictionary as in C04, learning_rate=1, MSE, epoch=800. Main heatmap is built from editable colored rectangles, not a screenshot. Colored space between the four labels is model output, not labeled truth. Model scores and loss are from the companion tested implementation.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CLICK-THROUGH BUILD
Notebook: C12-C15
Actual full-batch run, initial dictionary as in C04, learning_rate=1, MSE, epoch=8000. Main heatmap is built from editable colored rectangles, not a screenshot. Colored space between the four labels is model output, not labeled truth. Model scores and loss are from the companion tested implementation.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
Notebook: C14
Show that hidden outputs are a transformation. A straight output boundary now separates these four transformed data points. Do not label the learned hidden neurons OR/NAND: they need not implement those exact named functions. This is a feature-learning example, not proof of generalization.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CHALLENGE
Notebook: C16
In breakout pairs: compare zero initialization with reference, then rate .01 vs 1.0 with 2000 epochs. Record one controlled comparison. Zero initial network has zero full-batch gradient on balanced XOR and remains at MSE .25. Default rate 1 reaches about .004457 at 2000; rate .01 about .250850. These are specific experiments, not universal rate recommendations.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
Notebook: C13 / P01
Students may say accuracy100 means finished. Separate the justified claim from the unsupported one. Four binary states exhaust XOR, so do not invent a random train/test split of these four and claim robust generalization. The separate project notebook supplies many new synthetic measurements for a narrow generalization experiment.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/ PROJECT
Notebook: P01-P05
Optional launch, not mandatory extra coding within the core. Sensor simulator: low 0-.15, high .85-1. Labels follow underlying state disagreement. TRAIN48, VALIDATION24, TEST24; disjointness checked. Train onlyTRAIN, choose settings on validation, freeze, open test once. The supplied run gets24/24; a tiny synthetic test is not a safety claim.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EXPLANATION
Our trained model is shallow: one hidden layer. The right diagram has three hidden layers. Count only computational layers when counting trainable layers; the input circles are values. A deep network can compose learned transformations. More depth is not a guarantee of better performance.
[Sources]
Goodfellow, Bengio and Courville, Deep Learning, Chapter 6: https://www.deeplearningbook.org/contents/mlp.html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PREDICT
Show a scalar example without matrix notation. h=2x+1, p=3h+4 -&gt;p=6x+7, still affine. This is why learned hidden transformations need nonlinearities to enlarge the function family. Neural networks are one flexible family; polynomial features and trees can also handle nonlinear patterns.
[Sources]
Goodfellow, Bengio and Courville, Deep Learning, Chapter 6: https://www.deeplearningbook.org/contents/mlp.html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
Keep this to three concrete ideas. Nonlinear layers compose features. Products of small derivatives can weaken early-layer gradients; sigmoid saturation is a preview, not a full treatment. More parameters can overfit. Ask students to choose an experiment rather than assume a larger model is better. Do not promise that hidden units each have clean human labels.
[Sources]
Goodfellow, Bengio and Courville, Deep Learning, Chapter 6: https://www.deeplearningbook.org/contents/mlp.html
3Blue1Brown, Backpropagation calculus: https://www.3blue1brown.com/lessons/backpropagation-calculus/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LAUNCH
Notebook: Project_Brief.pdf
Planning assumption: the two remaining sessions include this one, with the last session used for projects. Teams2-3. No mandatory new framework, transformer build or dataset-download dependency. Optional language-model material is deferred rather than rushed. Homework60-90minutes prepares a runnable baseline so the final session is not setup.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
Notebook: Project_Brief.pdf
Use one of four scoped tracks: sensor-disagreement simulation; OR alarm trained with same model; network training detective; regression/search comparison using prior work. Neural track recommended, alternatives use completed prerequisite skills. All students must explain a calculation and evaluation choice. Score understanding and evidence, not only accuracy.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
Notebook: C17 / reflection
Collect short answers rather than definitions copied from slides. Correct answers: nine params, no trainable input units, backprop gradients vs GD update, one hidden layer not deep, fourknown XOR states not generalization. Use C17 finite-difference check only if time remains.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DERIVATION
Notebook: C03 / C08
Differentiate (1+e^-z)^-1 using chain rule; simplify to s(1-s). At s=.5 derivative=.25. Show that outputs close0or1 yield smaller slopes. No division by zero occurs. This is the derivative of sigmoid, not of every activation.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DEMO
Notebook: C17
Hold every parameter but one fixed. Evaluate mean loss at plus and minus epsilon. Compare to analytic derivative. All nine are tested with tolerance1e-7 at the initial dictionary. This validates local derivatives numerically; it does not prove optimization will reach a global minimum.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REASONING
Notebook: C02
Let decision1 when ax1+bx2+c&gt;=0; decision0 otherwise. For negatives require c&lt;0 and a+b+c&lt;0. For positives a+c&gt;=0 and b+c&gt;=0. Add negative inequalities to obtain a+b+2c&lt;0. Add positive inequalities to obtain a+b+2c&gt;=0. Contradiction. This limitation concerns a single linear boundary, not all ML.
[Sources]
Course-authored example / diagram; arithmetic and experiments reproduced by companion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VIDEO
Notebook: media / Sources_and_Videos.md
The package contains an original silent captioned animation and an offline interactive browser demo. External videos are linked, not copied. For 3Blue1Brown use an instructor-previewed60-90second extract around weighted sums or backward influence. No exact timestamps are asserted here. Never replace the core live build with a full video.
[Sources]
3Blue1Brown, But what is a Neural Network?: https://www.3blue1brown.com/lessons/neural-networks/
3Blue1Brown, Gradient descent, how neural networks learn: https://www.3blue1brown.com/lessons/gradient-descent/
3Blue1Brown, Backpropagation calculus: https://www.3blue1brown.com/lessons/backpropagation-calculus/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26" Type="http://schemas.openxmlformats.org/officeDocument/2006/relationships/image" Target="../media/image12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6.png"/><Relationship Id="rId42" Type="http://schemas.openxmlformats.org/officeDocument/2006/relationships/image" Target="../media/image20.png"/><Relationship Id="rId47" Type="http://schemas.openxmlformats.org/officeDocument/2006/relationships/customXml" Target="../ink/ink23.xml"/><Relationship Id="rId50" Type="http://schemas.openxmlformats.org/officeDocument/2006/relationships/image" Target="../media/image24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1.png"/><Relationship Id="rId32" Type="http://schemas.openxmlformats.org/officeDocument/2006/relationships/image" Target="../media/image15.png"/><Relationship Id="rId37" Type="http://schemas.openxmlformats.org/officeDocument/2006/relationships/customXml" Target="../ink/ink18.xml"/><Relationship Id="rId40" Type="http://schemas.openxmlformats.org/officeDocument/2006/relationships/image" Target="../media/image19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28.png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19" Type="http://schemas.openxmlformats.org/officeDocument/2006/relationships/customXml" Target="../ink/ink9.xml"/><Relationship Id="rId14" Type="http://schemas.openxmlformats.org/officeDocument/2006/relationships/image" Target="../media/image6.png"/><Relationship Id="rId22" Type="http://schemas.openxmlformats.org/officeDocument/2006/relationships/image" Target="../media/image10.png"/><Relationship Id="rId27" Type="http://schemas.openxmlformats.org/officeDocument/2006/relationships/customXml" Target="../ink/ink13.xml"/><Relationship Id="rId30" Type="http://schemas.openxmlformats.org/officeDocument/2006/relationships/image" Target="../media/image14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3.png"/><Relationship Id="rId56" Type="http://schemas.openxmlformats.org/officeDocument/2006/relationships/image" Target="../media/image27.png"/><Relationship Id="rId8" Type="http://schemas.openxmlformats.org/officeDocument/2006/relationships/image" Target="../media/image3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8.png"/><Relationship Id="rId46" Type="http://schemas.openxmlformats.org/officeDocument/2006/relationships/image" Target="../media/image22.png"/><Relationship Id="rId59" Type="http://schemas.openxmlformats.org/officeDocument/2006/relationships/customXml" Target="../ink/ink29.xml"/><Relationship Id="rId20" Type="http://schemas.openxmlformats.org/officeDocument/2006/relationships/image" Target="../media/image9.png"/><Relationship Id="rId41" Type="http://schemas.openxmlformats.org/officeDocument/2006/relationships/customXml" Target="../ink/ink20.xml"/><Relationship Id="rId54" Type="http://schemas.openxmlformats.org/officeDocument/2006/relationships/image" Target="../media/image26.png"/><Relationship Id="rId6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3.png"/><Relationship Id="rId36" Type="http://schemas.openxmlformats.org/officeDocument/2006/relationships/image" Target="../media/image17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4.png"/><Relationship Id="rId31" Type="http://schemas.openxmlformats.org/officeDocument/2006/relationships/customXml" Target="../ink/ink15.xml"/><Relationship Id="rId44" Type="http://schemas.openxmlformats.org/officeDocument/2006/relationships/image" Target="../media/image21.png"/><Relationship Id="rId52" Type="http://schemas.openxmlformats.org/officeDocument/2006/relationships/image" Target="../media/image25.png"/><Relationship Id="rId60" Type="http://schemas.openxmlformats.org/officeDocument/2006/relationships/image" Target="../media/image29.png"/><Relationship Id="rId4" Type="http://schemas.openxmlformats.org/officeDocument/2006/relationships/image" Target="../media/image1.png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customXml" Target="../ink/ink31.xml"/><Relationship Id="rId7" Type="http://schemas.openxmlformats.org/officeDocument/2006/relationships/customXml" Target="../ink/ink3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customXml" Target="../ink/ink32.xml"/><Relationship Id="rId10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customXml" Target="../ink/ink3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customXml" Target="../ink/ink35.xml"/><Relationship Id="rId7" Type="http://schemas.openxmlformats.org/officeDocument/2006/relationships/customXml" Target="../ink/ink3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customXml" Target="../ink/ink36.xml"/><Relationship Id="rId10" Type="http://schemas.openxmlformats.org/officeDocument/2006/relationships/image" Target="../media/image38.png"/><Relationship Id="rId4" Type="http://schemas.openxmlformats.org/officeDocument/2006/relationships/image" Target="../media/image35.png"/><Relationship Id="rId9" Type="http://schemas.openxmlformats.org/officeDocument/2006/relationships/customXml" Target="../ink/ink3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0.png"/><Relationship Id="rId21" Type="http://schemas.openxmlformats.org/officeDocument/2006/relationships/customXml" Target="../ink/ink48.xml"/><Relationship Id="rId34" Type="http://schemas.openxmlformats.org/officeDocument/2006/relationships/image" Target="../media/image54.png"/><Relationship Id="rId42" Type="http://schemas.openxmlformats.org/officeDocument/2006/relationships/image" Target="../media/image58.png"/><Relationship Id="rId47" Type="http://schemas.openxmlformats.org/officeDocument/2006/relationships/customXml" Target="../ink/ink61.xml"/><Relationship Id="rId50" Type="http://schemas.openxmlformats.org/officeDocument/2006/relationships/image" Target="../media/image62.png"/><Relationship Id="rId55" Type="http://schemas.openxmlformats.org/officeDocument/2006/relationships/customXml" Target="../ink/ink65.xml"/><Relationship Id="rId63" Type="http://schemas.openxmlformats.org/officeDocument/2006/relationships/customXml" Target="../ink/ink69.xml"/><Relationship Id="rId7" Type="http://schemas.openxmlformats.org/officeDocument/2006/relationships/customXml" Target="../ink/ink41.xm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5.png"/><Relationship Id="rId29" Type="http://schemas.openxmlformats.org/officeDocument/2006/relationships/customXml" Target="../ink/ink52.xml"/><Relationship Id="rId11" Type="http://schemas.openxmlformats.org/officeDocument/2006/relationships/customXml" Target="../ink/ink43.xml"/><Relationship Id="rId24" Type="http://schemas.openxmlformats.org/officeDocument/2006/relationships/image" Target="../media/image49.png"/><Relationship Id="rId32" Type="http://schemas.openxmlformats.org/officeDocument/2006/relationships/image" Target="../media/image53.png"/><Relationship Id="rId37" Type="http://schemas.openxmlformats.org/officeDocument/2006/relationships/customXml" Target="../ink/ink56.xml"/><Relationship Id="rId40" Type="http://schemas.openxmlformats.org/officeDocument/2006/relationships/image" Target="../media/image57.png"/><Relationship Id="rId45" Type="http://schemas.openxmlformats.org/officeDocument/2006/relationships/customXml" Target="../ink/ink60.xml"/><Relationship Id="rId53" Type="http://schemas.openxmlformats.org/officeDocument/2006/relationships/customXml" Target="../ink/ink64.xml"/><Relationship Id="rId58" Type="http://schemas.openxmlformats.org/officeDocument/2006/relationships/image" Target="../media/image66.png"/><Relationship Id="rId5" Type="http://schemas.openxmlformats.org/officeDocument/2006/relationships/customXml" Target="../ink/ink40.xml"/><Relationship Id="rId61" Type="http://schemas.openxmlformats.org/officeDocument/2006/relationships/customXml" Target="../ink/ink68.xml"/><Relationship Id="rId19" Type="http://schemas.openxmlformats.org/officeDocument/2006/relationships/customXml" Target="../ink/ink47.xml"/><Relationship Id="rId14" Type="http://schemas.openxmlformats.org/officeDocument/2006/relationships/image" Target="../media/image44.png"/><Relationship Id="rId22" Type="http://schemas.openxmlformats.org/officeDocument/2006/relationships/image" Target="../media/image48.png"/><Relationship Id="rId27" Type="http://schemas.openxmlformats.org/officeDocument/2006/relationships/customXml" Target="../ink/ink51.xml"/><Relationship Id="rId30" Type="http://schemas.openxmlformats.org/officeDocument/2006/relationships/image" Target="../media/image52.png"/><Relationship Id="rId35" Type="http://schemas.openxmlformats.org/officeDocument/2006/relationships/customXml" Target="../ink/ink55.xml"/><Relationship Id="rId43" Type="http://schemas.openxmlformats.org/officeDocument/2006/relationships/customXml" Target="../ink/ink59.xml"/><Relationship Id="rId48" Type="http://schemas.openxmlformats.org/officeDocument/2006/relationships/image" Target="../media/image61.png"/><Relationship Id="rId56" Type="http://schemas.openxmlformats.org/officeDocument/2006/relationships/image" Target="../media/image65.png"/><Relationship Id="rId64" Type="http://schemas.openxmlformats.org/officeDocument/2006/relationships/customXml" Target="../ink/ink70.xml"/><Relationship Id="rId8" Type="http://schemas.openxmlformats.org/officeDocument/2006/relationships/image" Target="../media/image41.png"/><Relationship Id="rId51" Type="http://schemas.openxmlformats.org/officeDocument/2006/relationships/customXml" Target="../ink/ink63.xml"/><Relationship Id="rId3" Type="http://schemas.openxmlformats.org/officeDocument/2006/relationships/customXml" Target="../ink/ink39.xml"/><Relationship Id="rId12" Type="http://schemas.openxmlformats.org/officeDocument/2006/relationships/image" Target="../media/image43.png"/><Relationship Id="rId17" Type="http://schemas.openxmlformats.org/officeDocument/2006/relationships/customXml" Target="../ink/ink46.xml"/><Relationship Id="rId25" Type="http://schemas.openxmlformats.org/officeDocument/2006/relationships/customXml" Target="../ink/ink50.xml"/><Relationship Id="rId33" Type="http://schemas.openxmlformats.org/officeDocument/2006/relationships/customXml" Target="../ink/ink54.xml"/><Relationship Id="rId38" Type="http://schemas.openxmlformats.org/officeDocument/2006/relationships/image" Target="../media/image56.png"/><Relationship Id="rId46" Type="http://schemas.openxmlformats.org/officeDocument/2006/relationships/image" Target="../media/image60.png"/><Relationship Id="rId59" Type="http://schemas.openxmlformats.org/officeDocument/2006/relationships/customXml" Target="../ink/ink67.xml"/><Relationship Id="rId20" Type="http://schemas.openxmlformats.org/officeDocument/2006/relationships/image" Target="../media/image47.png"/><Relationship Id="rId41" Type="http://schemas.openxmlformats.org/officeDocument/2006/relationships/customXml" Target="../ink/ink58.xml"/><Relationship Id="rId54" Type="http://schemas.openxmlformats.org/officeDocument/2006/relationships/image" Target="../media/image64.png"/><Relationship Id="rId6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5" Type="http://schemas.openxmlformats.org/officeDocument/2006/relationships/customXml" Target="../ink/ink45.xml"/><Relationship Id="rId23" Type="http://schemas.openxmlformats.org/officeDocument/2006/relationships/customXml" Target="../ink/ink49.xml"/><Relationship Id="rId28" Type="http://schemas.openxmlformats.org/officeDocument/2006/relationships/image" Target="../media/image51.png"/><Relationship Id="rId36" Type="http://schemas.openxmlformats.org/officeDocument/2006/relationships/image" Target="../media/image55.png"/><Relationship Id="rId49" Type="http://schemas.openxmlformats.org/officeDocument/2006/relationships/customXml" Target="../ink/ink62.xml"/><Relationship Id="rId57" Type="http://schemas.openxmlformats.org/officeDocument/2006/relationships/customXml" Target="../ink/ink66.xml"/><Relationship Id="rId10" Type="http://schemas.openxmlformats.org/officeDocument/2006/relationships/image" Target="../media/image42.png"/><Relationship Id="rId31" Type="http://schemas.openxmlformats.org/officeDocument/2006/relationships/customXml" Target="../ink/ink53.xml"/><Relationship Id="rId44" Type="http://schemas.openxmlformats.org/officeDocument/2006/relationships/image" Target="../media/image59.png"/><Relationship Id="rId52" Type="http://schemas.openxmlformats.org/officeDocument/2006/relationships/image" Target="../media/image63.png"/><Relationship Id="rId60" Type="http://schemas.openxmlformats.org/officeDocument/2006/relationships/image" Target="../media/image67.png"/><Relationship Id="rId65" Type="http://schemas.openxmlformats.org/officeDocument/2006/relationships/image" Target="../media/image69.png"/><Relationship Id="rId4" Type="http://schemas.openxmlformats.org/officeDocument/2006/relationships/image" Target="../media/image39.png"/><Relationship Id="rId9" Type="http://schemas.openxmlformats.org/officeDocument/2006/relationships/customXml" Target="../ink/ink42.xml"/><Relationship Id="rId13" Type="http://schemas.openxmlformats.org/officeDocument/2006/relationships/customXml" Target="../ink/ink44.xml"/><Relationship Id="rId18" Type="http://schemas.openxmlformats.org/officeDocument/2006/relationships/image" Target="../media/image46.png"/><Relationship Id="rId39" Type="http://schemas.openxmlformats.org/officeDocument/2006/relationships/customXml" Target="../ink/ink5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hand-picked weights to parameters learned from data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" y="2011680"/>
            <a:ext cx="4023360" cy="310896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" y="2011680"/>
            <a:ext cx="59436" cy="310896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21671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PROMISE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77240" y="2743200"/>
            <a:ext cx="36576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train a complete network.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 trace every number.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5961888" y="3019349"/>
            <a:ext cx="1975104" cy="914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5961888" y="3019349"/>
            <a:ext cx="1975104" cy="1185062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61888" y="3019349"/>
            <a:ext cx="1975104" cy="1185062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961888" y="4204411"/>
            <a:ext cx="1975104" cy="914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613648" y="3019349"/>
            <a:ext cx="1929384" cy="592531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 flipV="1">
            <a:off x="8613648" y="3611880"/>
            <a:ext cx="1929384" cy="592531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285232" y="2681021"/>
            <a:ext cx="676656" cy="676656"/>
          </a:xfrm>
          <a:prstGeom prst="ellipse">
            <a:avLst/>
          </a:prstGeom>
          <a:solidFill>
            <a:srgbClr val="F4F7FB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285232" y="2836469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5285232" y="3866083"/>
            <a:ext cx="676656" cy="676656"/>
          </a:xfrm>
          <a:prstGeom prst="ellipse">
            <a:avLst/>
          </a:prstGeom>
          <a:solidFill>
            <a:srgbClr val="F4F7FB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285232" y="4021531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7936992" y="2681021"/>
            <a:ext cx="676656" cy="676656"/>
          </a:xfrm>
          <a:prstGeom prst="ellipse">
            <a:avLst/>
          </a:prstGeom>
          <a:solidFill>
            <a:srgbClr val="E7F4F1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936992" y="2836469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7936992" y="3866083"/>
            <a:ext cx="676656" cy="676656"/>
          </a:xfrm>
          <a:prstGeom prst="ellipse">
            <a:avLst/>
          </a:prstGeom>
          <a:solidFill>
            <a:srgbClr val="E7F4F1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936992" y="4021531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10543032" y="3273552"/>
            <a:ext cx="676656" cy="676656"/>
          </a:xfrm>
          <a:prstGeom prst="ellipse">
            <a:avLst/>
          </a:prstGeom>
          <a:solidFill>
            <a:srgbClr val="E7F4F1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0543032" y="34290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074920" y="2103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360920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287000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818120" y="3485693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818120" y="467075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0424160" y="40782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numbers should learning change: inputs, weights, or labels?</a:t>
            </a:r>
            <a:endParaRPr lang="en-US" sz="1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D2E38C2-848B-AE0C-A1B7-2B7ADD5177D9}"/>
                  </a:ext>
                </a:extLst>
              </p14:cNvPr>
              <p14:cNvContentPartPr/>
              <p14:nvPr/>
            </p14:nvContentPartPr>
            <p14:xfrm>
              <a:off x="7316880" y="2521040"/>
              <a:ext cx="1594800" cy="25876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D2E38C2-848B-AE0C-A1B7-2B7ADD5177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10760" y="2514920"/>
                <a:ext cx="1607040" cy="259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8608D22-A5FB-C90A-E790-6472BAB3A4CB}"/>
                  </a:ext>
                </a:extLst>
              </p14:cNvPr>
              <p14:cNvContentPartPr/>
              <p14:nvPr/>
            </p14:nvContentPartPr>
            <p14:xfrm>
              <a:off x="4951320" y="1909760"/>
              <a:ext cx="931680" cy="4784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8608D22-A5FB-C90A-E790-6472BAB3A4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45200" y="1903640"/>
                <a:ext cx="943920" cy="49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01F742D-5C4C-8DEA-243F-4423EF3595D7}"/>
                  </a:ext>
                </a:extLst>
              </p14:cNvPr>
              <p14:cNvContentPartPr/>
              <p14:nvPr/>
            </p14:nvContentPartPr>
            <p14:xfrm>
              <a:off x="10143600" y="1966280"/>
              <a:ext cx="1084320" cy="4543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01F742D-5C4C-8DEA-243F-4423EF3595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137480" y="1960160"/>
                <a:ext cx="1096560" cy="46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BE9B7748-EE8A-6BB2-5224-A0F2669050DB}"/>
              </a:ext>
            </a:extLst>
          </p:cNvPr>
          <p:cNvGrpSpPr/>
          <p:nvPr/>
        </p:nvGrpSpPr>
        <p:grpSpPr>
          <a:xfrm>
            <a:off x="8635920" y="5039240"/>
            <a:ext cx="294480" cy="504000"/>
            <a:chOff x="8635920" y="5039240"/>
            <a:chExt cx="294480" cy="50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E41A968-5F63-3F88-EA22-F95548B5F0B3}"/>
                    </a:ext>
                  </a:extLst>
                </p14:cNvPr>
                <p14:cNvContentPartPr/>
                <p14:nvPr/>
              </p14:nvContentPartPr>
              <p14:xfrm>
                <a:off x="8737440" y="5140760"/>
                <a:ext cx="158400" cy="402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E41A968-5F63-3F88-EA22-F95548B5F0B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31320" y="5134640"/>
                  <a:ext cx="17064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4DC6A49-F74B-B7F4-30F6-13E6A5A12B3C}"/>
                    </a:ext>
                  </a:extLst>
                </p14:cNvPr>
                <p14:cNvContentPartPr/>
                <p14:nvPr/>
              </p14:nvContentPartPr>
              <p14:xfrm>
                <a:off x="8661480" y="5069840"/>
                <a:ext cx="54720" cy="275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4DC6A49-F74B-B7F4-30F6-13E6A5A12B3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55360" y="5063720"/>
                  <a:ext cx="669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3167113-1378-325A-F9BE-821145D57E01}"/>
                    </a:ext>
                  </a:extLst>
                </p14:cNvPr>
                <p14:cNvContentPartPr/>
                <p14:nvPr/>
              </p14:nvContentPartPr>
              <p14:xfrm>
                <a:off x="8635920" y="5039240"/>
                <a:ext cx="294480" cy="209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3167113-1378-325A-F9BE-821145D57E0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29800" y="5033120"/>
                  <a:ext cx="30672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1922A55-93A1-B3E4-16BC-7AE641B8D3A5}"/>
                  </a:ext>
                </a:extLst>
              </p14:cNvPr>
              <p14:cNvContentPartPr/>
              <p14:nvPr/>
            </p14:nvContentPartPr>
            <p14:xfrm>
              <a:off x="7812960" y="1858640"/>
              <a:ext cx="1200960" cy="6919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1922A55-93A1-B3E4-16BC-7AE641B8D3A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806840" y="1852520"/>
                <a:ext cx="1213200" cy="70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BB69A353-E06C-1DA9-FBEC-AD31BD828CE5}"/>
              </a:ext>
            </a:extLst>
          </p:cNvPr>
          <p:cNvGrpSpPr/>
          <p:nvPr/>
        </p:nvGrpSpPr>
        <p:grpSpPr>
          <a:xfrm>
            <a:off x="5861400" y="-93280"/>
            <a:ext cx="1854360" cy="1229640"/>
            <a:chOff x="5861400" y="-93280"/>
            <a:chExt cx="1854360" cy="122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668775E-1B8F-5901-EC1C-C870855A0B73}"/>
                    </a:ext>
                  </a:extLst>
                </p14:cNvPr>
                <p14:cNvContentPartPr/>
                <p14:nvPr/>
              </p14:nvContentPartPr>
              <p14:xfrm>
                <a:off x="5953560" y="132080"/>
                <a:ext cx="154080" cy="344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668775E-1B8F-5901-EC1C-C870855A0B7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47440" y="125960"/>
                  <a:ext cx="1663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B295926-CB0F-D41E-056F-056AF75C77FB}"/>
                    </a:ext>
                  </a:extLst>
                </p14:cNvPr>
                <p14:cNvContentPartPr/>
                <p14:nvPr/>
              </p14:nvContentPartPr>
              <p14:xfrm>
                <a:off x="6207720" y="356360"/>
                <a:ext cx="28440" cy="9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B295926-CB0F-D41E-056F-056AF75C77F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201600" y="350240"/>
                  <a:ext cx="40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5770372-6E40-7284-A095-E9B978D2B483}"/>
                    </a:ext>
                  </a:extLst>
                </p14:cNvPr>
                <p14:cNvContentPartPr/>
                <p14:nvPr/>
              </p14:nvContentPartPr>
              <p14:xfrm>
                <a:off x="6278640" y="497840"/>
                <a:ext cx="69480" cy="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5770372-6E40-7284-A095-E9B978D2B48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272520" y="491720"/>
                  <a:ext cx="81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DD12B10-B30D-E4F3-D1B3-B8F8104AFDEB}"/>
                    </a:ext>
                  </a:extLst>
                </p14:cNvPr>
                <p14:cNvContentPartPr/>
                <p14:nvPr/>
              </p14:nvContentPartPr>
              <p14:xfrm>
                <a:off x="6339840" y="335120"/>
                <a:ext cx="120960" cy="111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DD12B10-B30D-E4F3-D1B3-B8F8104AFDE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333720" y="329000"/>
                  <a:ext cx="1332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ABF0C30-0757-38B5-DD85-3644942988C5}"/>
                    </a:ext>
                  </a:extLst>
                </p14:cNvPr>
                <p14:cNvContentPartPr/>
                <p14:nvPr/>
              </p14:nvContentPartPr>
              <p14:xfrm>
                <a:off x="6482040" y="275360"/>
                <a:ext cx="55800" cy="90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ABF0C30-0757-38B5-DD85-3644942988C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75920" y="269240"/>
                  <a:ext cx="680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72C175E-930E-7E95-5016-B3E53A9E40AF}"/>
                    </a:ext>
                  </a:extLst>
                </p14:cNvPr>
                <p14:cNvContentPartPr/>
                <p14:nvPr/>
              </p14:nvContentPartPr>
              <p14:xfrm>
                <a:off x="6512280" y="365720"/>
                <a:ext cx="30960" cy="75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72C175E-930E-7E95-5016-B3E53A9E40A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506160" y="359600"/>
                  <a:ext cx="432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B751AB3-7B51-0AC1-906E-C06239B472A9}"/>
                    </a:ext>
                  </a:extLst>
                </p14:cNvPr>
                <p14:cNvContentPartPr/>
                <p14:nvPr/>
              </p14:nvContentPartPr>
              <p14:xfrm>
                <a:off x="6643320" y="233600"/>
                <a:ext cx="225000" cy="275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B751AB3-7B51-0AC1-906E-C06239B472A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637200" y="227480"/>
                  <a:ext cx="2372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85C3F26-583E-DF89-824E-C532B6CB2C3C}"/>
                    </a:ext>
                  </a:extLst>
                </p14:cNvPr>
                <p14:cNvContentPartPr/>
                <p14:nvPr/>
              </p14:nvContentPartPr>
              <p14:xfrm>
                <a:off x="6563040" y="335120"/>
                <a:ext cx="173880" cy="141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85C3F26-583E-DF89-824E-C532B6CB2C3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556920" y="329000"/>
                  <a:ext cx="1861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A33E0CB-527E-39E7-C054-3F52610413B0}"/>
                    </a:ext>
                  </a:extLst>
                </p14:cNvPr>
                <p14:cNvContentPartPr/>
                <p14:nvPr/>
              </p14:nvContentPartPr>
              <p14:xfrm>
                <a:off x="7081440" y="436640"/>
                <a:ext cx="271800" cy="21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A33E0CB-527E-39E7-C054-3F52610413B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075320" y="430520"/>
                  <a:ext cx="284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19F4041-DC09-D9B2-C1E0-75D5F7B7B2B7}"/>
                    </a:ext>
                  </a:extLst>
                </p14:cNvPr>
                <p14:cNvContentPartPr/>
                <p14:nvPr/>
              </p14:nvContentPartPr>
              <p14:xfrm>
                <a:off x="7182960" y="304520"/>
                <a:ext cx="56160" cy="252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19F4041-DC09-D9B2-C1E0-75D5F7B7B2B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176840" y="298400"/>
                  <a:ext cx="684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6503C40-8D9E-637B-D3F9-0B41EB46EBC9}"/>
                    </a:ext>
                  </a:extLst>
                </p14:cNvPr>
                <p14:cNvContentPartPr/>
                <p14:nvPr/>
              </p14:nvContentPartPr>
              <p14:xfrm>
                <a:off x="7180800" y="121640"/>
                <a:ext cx="534960" cy="373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6503C40-8D9E-637B-D3F9-0B41EB46EBC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174680" y="115520"/>
                  <a:ext cx="54720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78DF9B9-017B-4210-CC97-B430BA750BF6}"/>
                    </a:ext>
                  </a:extLst>
                </p14:cNvPr>
                <p14:cNvContentPartPr/>
                <p14:nvPr/>
              </p14:nvContentPartPr>
              <p14:xfrm>
                <a:off x="6370080" y="209480"/>
                <a:ext cx="218520" cy="365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78DF9B9-017B-4210-CC97-B430BA750BF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363960" y="203360"/>
                  <a:ext cx="2307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8F3B254-F59C-49B3-2C5E-40DCCAF814C9}"/>
                    </a:ext>
                  </a:extLst>
                </p14:cNvPr>
                <p14:cNvContentPartPr/>
                <p14:nvPr/>
              </p14:nvContentPartPr>
              <p14:xfrm>
                <a:off x="6675000" y="365720"/>
                <a:ext cx="190800" cy="163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8F3B254-F59C-49B3-2C5E-40DCCAF814C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668880" y="359600"/>
                  <a:ext cx="2030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A41A16D-D836-9811-9021-BA7BC814B267}"/>
                    </a:ext>
                  </a:extLst>
                </p14:cNvPr>
                <p14:cNvContentPartPr/>
                <p14:nvPr/>
              </p14:nvContentPartPr>
              <p14:xfrm>
                <a:off x="6525960" y="294440"/>
                <a:ext cx="261360" cy="385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A41A16D-D836-9811-9021-BA7BC814B26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519840" y="288320"/>
                  <a:ext cx="27360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AD42F2B-2F72-E7BB-E0FC-756B1CF6B54A}"/>
                    </a:ext>
                  </a:extLst>
                </p14:cNvPr>
                <p14:cNvContentPartPr/>
                <p14:nvPr/>
              </p14:nvContentPartPr>
              <p14:xfrm>
                <a:off x="5870760" y="-93280"/>
                <a:ext cx="277200" cy="689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AD42F2B-2F72-E7BB-E0FC-756B1CF6B54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864640" y="-99400"/>
                  <a:ext cx="28944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CB396A1-7EE5-CF90-C869-87E28F3D9EED}"/>
                    </a:ext>
                  </a:extLst>
                </p14:cNvPr>
                <p14:cNvContentPartPr/>
                <p14:nvPr/>
              </p14:nvContentPartPr>
              <p14:xfrm>
                <a:off x="5861400" y="-160"/>
                <a:ext cx="319320" cy="557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CB396A1-7EE5-CF90-C869-87E28F3D9EE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855280" y="-6280"/>
                  <a:ext cx="33156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75E875B-0210-93BC-0E3B-70FBC2B14CFD}"/>
                    </a:ext>
                  </a:extLst>
                </p14:cNvPr>
                <p14:cNvContentPartPr/>
                <p14:nvPr/>
              </p14:nvContentPartPr>
              <p14:xfrm>
                <a:off x="6055080" y="729920"/>
                <a:ext cx="277560" cy="406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75E875B-0210-93BC-0E3B-70FBC2B14CF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048960" y="723800"/>
                  <a:ext cx="28980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D83C715-29A1-1292-8A8D-C067097C376B}"/>
                    </a:ext>
                  </a:extLst>
                </p14:cNvPr>
                <p14:cNvContentPartPr/>
                <p14:nvPr/>
              </p14:nvContentPartPr>
              <p14:xfrm>
                <a:off x="6483480" y="894080"/>
                <a:ext cx="153720" cy="111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D83C715-29A1-1292-8A8D-C067097C376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477360" y="887960"/>
                  <a:ext cx="165960" cy="12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2844D85-269F-A6BB-7CE4-20D8BF324CDC}"/>
                  </a:ext>
                </a:extLst>
              </p14:cNvPr>
              <p14:cNvContentPartPr/>
              <p14:nvPr/>
            </p14:nvContentPartPr>
            <p14:xfrm>
              <a:off x="7972080" y="4693520"/>
              <a:ext cx="439200" cy="2239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2844D85-269F-A6BB-7CE4-20D8BF324CD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965960" y="4687400"/>
                <a:ext cx="45144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5D54E914-331D-ABCF-EED3-88A95163DE17}"/>
                  </a:ext>
                </a:extLst>
              </p14:cNvPr>
              <p14:cNvContentPartPr/>
              <p14:nvPr/>
            </p14:nvContentPartPr>
            <p14:xfrm>
              <a:off x="7856160" y="3454760"/>
              <a:ext cx="770760" cy="4744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5D54E914-331D-ABCF-EED3-88A95163DE1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850040" y="3448640"/>
                <a:ext cx="78300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B054C455-3FE2-BA2A-A948-1AFF3F501E33}"/>
                  </a:ext>
                </a:extLst>
              </p14:cNvPr>
              <p14:cNvContentPartPr/>
              <p14:nvPr/>
            </p14:nvContentPartPr>
            <p14:xfrm>
              <a:off x="10581360" y="3994760"/>
              <a:ext cx="412200" cy="3528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B054C455-3FE2-BA2A-A948-1AFF3F501E3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575240" y="3988640"/>
                <a:ext cx="42444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DA90D7D1-0DEF-58DC-A7E4-8945267E6393}"/>
                  </a:ext>
                </a:extLst>
              </p14:cNvPr>
              <p14:cNvContentPartPr/>
              <p14:nvPr/>
            </p14:nvContentPartPr>
            <p14:xfrm>
              <a:off x="6563040" y="2758160"/>
              <a:ext cx="286200" cy="2682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DA90D7D1-0DEF-58DC-A7E4-8945267E639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556920" y="2752040"/>
                <a:ext cx="2984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FFFE64F8-CB0E-00B0-E4C1-1486C5BB8891}"/>
                  </a:ext>
                </a:extLst>
              </p14:cNvPr>
              <p14:cNvContentPartPr/>
              <p14:nvPr/>
            </p14:nvContentPartPr>
            <p14:xfrm>
              <a:off x="6492120" y="3383120"/>
              <a:ext cx="173880" cy="1425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FFFE64F8-CB0E-00B0-E4C1-1486C5BB889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486000" y="3377000"/>
                <a:ext cx="186120" cy="154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ideas to keep separate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precision check before we train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" y="2029968"/>
            <a:ext cx="3584448" cy="3127248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" y="2029968"/>
            <a:ext cx="59436" cy="3127248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2185416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includes networks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77240" y="2761488"/>
            <a:ext cx="321868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and neural networks are both machine-learning model families.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306824" y="2029968"/>
            <a:ext cx="3584448" cy="3127248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06824" y="2029968"/>
            <a:ext cx="59436" cy="3127248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489704" y="2185416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is a function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489704" y="2761488"/>
            <a:ext cx="321868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transforms a number. It need not be a yes/no decision.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8019288" y="2029968"/>
            <a:ext cx="3584448" cy="3127248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19288" y="2029968"/>
            <a:ext cx="59436" cy="3127248"/>
          </a:xfrm>
          <a:prstGeom prst="rect">
            <a:avLst/>
          </a:prstGeom>
          <a:solidFill>
            <a:srgbClr val="1D3557"/>
          </a:solidFill>
          <a:ln w="889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202168" y="2185416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is not always better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202168" y="2761488"/>
            <a:ext cx="321868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parameters can add flexibility, cost and overfitting.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adding a third input automatically make a model a neural network?</a:t>
            </a:r>
            <a:endParaRPr lang="en-US" sz="1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5706055-D2FB-C385-D542-92CDC79BE272}"/>
                  </a:ext>
                </a:extLst>
              </p14:cNvPr>
              <p14:cNvContentPartPr/>
              <p14:nvPr/>
            </p14:nvContentPartPr>
            <p14:xfrm>
              <a:off x="684960" y="1948280"/>
              <a:ext cx="2646720" cy="836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5706055-D2FB-C385-D542-92CDC79BE2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8840" y="1942160"/>
                <a:ext cx="2658960" cy="84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E3A4FC3-16CF-C6D7-73AE-5980A8441451}"/>
                  </a:ext>
                </a:extLst>
              </p14:cNvPr>
              <p14:cNvContentPartPr/>
              <p14:nvPr/>
            </p14:nvContentPartPr>
            <p14:xfrm>
              <a:off x="4501320" y="1959800"/>
              <a:ext cx="2410200" cy="8157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E3A4FC3-16CF-C6D7-73AE-5980A844145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95200" y="1953680"/>
                <a:ext cx="2422440" cy="82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8FC3B2B-FD3D-9CB4-A4C2-6EFC73DB358C}"/>
                  </a:ext>
                </a:extLst>
              </p14:cNvPr>
              <p14:cNvContentPartPr/>
              <p14:nvPr/>
            </p14:nvContentPartPr>
            <p14:xfrm>
              <a:off x="8016720" y="2163200"/>
              <a:ext cx="3433320" cy="6087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8FC3B2B-FD3D-9CB4-A4C2-6EFC73DB358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10600" y="2157080"/>
                <a:ext cx="3445560" cy="62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1CCD038-7F63-3BE8-C639-851559ED46FE}"/>
                  </a:ext>
                </a:extLst>
              </p14:cNvPr>
              <p14:cNvContentPartPr/>
              <p14:nvPr/>
            </p14:nvContentPartPr>
            <p14:xfrm>
              <a:off x="8229480" y="3716600"/>
              <a:ext cx="1187280" cy="525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1CCD038-7F63-3BE8-C639-851559ED46F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23360" y="3710480"/>
                <a:ext cx="1199520" cy="64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XOR. Now learn its weights.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sensor reports disagree: a synthetic learning experiment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 |  C01-C02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14400" y="5029200"/>
            <a:ext cx="3968496" cy="914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flipV="1">
            <a:off x="914400" y="2103120"/>
            <a:ext cx="914" cy="2926080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331720" y="5230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7160" y="216712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50392" y="50566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63440" y="50566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217184" y="4670077"/>
            <a:ext cx="155448" cy="155448"/>
          </a:xfrm>
          <a:prstGeom prst="ellipse">
            <a:avLst/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404636" y="4473481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217184" y="2325083"/>
            <a:ext cx="155448" cy="155448"/>
          </a:xfrm>
          <a:prstGeom prst="rect">
            <a:avLst/>
          </a:prstGeom>
          <a:solidFill>
            <a:srgbClr val="E76F51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404636" y="2128487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388088" y="4670077"/>
            <a:ext cx="155448" cy="155448"/>
          </a:xfrm>
          <a:prstGeom prst="rect">
            <a:avLst/>
          </a:prstGeom>
          <a:solidFill>
            <a:srgbClr val="E76F51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5540" y="4473481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388088" y="2325083"/>
            <a:ext cx="155448" cy="155448"/>
          </a:xfrm>
          <a:prstGeom prst="ellipse">
            <a:avLst/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75540" y="2128487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623560" y="1938528"/>
            <a:ext cx="5943600" cy="3639312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623560" y="1938528"/>
            <a:ext cx="59436" cy="3639312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80644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disagreement, not danger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5806440" y="2670048"/>
            <a:ext cx="557784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00 -&gt; 0      01 -&gt; 1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10 -&gt; 1      11 -&gt; 0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straight boundary cannot separate these labels. A small nonlinear network can.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one line. Can it put both 1s on one side and both 0s on the other?</a:t>
            </a:r>
            <a:endParaRPr lang="en-US" sz="1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F58F857-7D5F-9DB1-FF63-204D4F59C327}"/>
                  </a:ext>
                </a:extLst>
              </p14:cNvPr>
              <p14:cNvContentPartPr/>
              <p14:nvPr/>
            </p14:nvContentPartPr>
            <p14:xfrm>
              <a:off x="1067280" y="4439480"/>
              <a:ext cx="535680" cy="592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F58F857-7D5F-9DB1-FF63-204D4F59C3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1160" y="4433360"/>
                <a:ext cx="547920" cy="60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6174044-034C-22C8-F456-06C5535B1EBE}"/>
                  </a:ext>
                </a:extLst>
              </p14:cNvPr>
              <p14:cNvContentPartPr/>
              <p14:nvPr/>
            </p14:nvContentPartPr>
            <p14:xfrm>
              <a:off x="4184880" y="1713560"/>
              <a:ext cx="681480" cy="9914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6174044-034C-22C8-F456-06C5535B1E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78760" y="1707440"/>
                <a:ext cx="693720" cy="10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C7C0206-3C14-64E9-2A56-6D869EC6C343}"/>
                  </a:ext>
                </a:extLst>
              </p14:cNvPr>
              <p14:cNvContentPartPr/>
              <p14:nvPr/>
            </p14:nvContentPartPr>
            <p14:xfrm>
              <a:off x="1086360" y="1833080"/>
              <a:ext cx="553680" cy="8881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C7C0206-3C14-64E9-2A56-6D869EC6C34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80240" y="1826960"/>
                <a:ext cx="565920" cy="90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C2642EE-2FF6-D1DC-3993-BD930CCE46C7}"/>
                  </a:ext>
                </a:extLst>
              </p14:cNvPr>
              <p14:cNvContentPartPr/>
              <p14:nvPr/>
            </p14:nvContentPartPr>
            <p14:xfrm>
              <a:off x="4348320" y="4297640"/>
              <a:ext cx="539280" cy="6926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C2642EE-2FF6-D1DC-3993-BD930CCE46C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42200" y="4291520"/>
                <a:ext cx="551520" cy="704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first. Explain what changes.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visual experiment, not a black-box demo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|  Training_Lab.html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618488" y="2965399"/>
            <a:ext cx="2249424" cy="914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313432" y="2613355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322576" y="2640787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w11=0.80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 flipV="1">
            <a:off x="1618488" y="2965399"/>
            <a:ext cx="2249424" cy="1338682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752344" y="3246120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61488" y="327355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w12=-0.40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618488" y="2965399"/>
            <a:ext cx="2249424" cy="1338682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752344" y="3941064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761488" y="396849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w21=-0.30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618488" y="4304081"/>
            <a:ext cx="2249424" cy="914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313432" y="4500677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322576" y="4528109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w22=0.90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44568" y="2965399"/>
            <a:ext cx="2203704" cy="669341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216652" y="2920594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225796" y="294802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v1=0.50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 flipV="1">
            <a:off x="4544568" y="3634740"/>
            <a:ext cx="2203704" cy="669341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216652" y="4211726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225796" y="423915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v2=-0.70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41832" y="2627071"/>
            <a:ext cx="676656" cy="676656"/>
          </a:xfrm>
          <a:prstGeom prst="ellipse">
            <a:avLst/>
          </a:prstGeom>
          <a:solidFill>
            <a:srgbClr val="F4F7FB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41832" y="275508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41832" y="298368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941832" y="3965753"/>
            <a:ext cx="676656" cy="676656"/>
          </a:xfrm>
          <a:prstGeom prst="ellipse">
            <a:avLst/>
          </a:prstGeom>
          <a:solidFill>
            <a:srgbClr val="F4F7FB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941832" y="4093769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41832" y="4322369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3867912" y="2627071"/>
            <a:ext cx="676656" cy="676656"/>
          </a:xfrm>
          <a:prstGeom prst="ellipse">
            <a:avLst/>
          </a:prstGeom>
          <a:solidFill>
            <a:srgbClr val="E7F4F1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867912" y="275508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3867912" y="298368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0.711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3867912" y="3965753"/>
            <a:ext cx="676656" cy="676656"/>
          </a:xfrm>
          <a:prstGeom prst="ellipse">
            <a:avLst/>
          </a:prstGeom>
          <a:solidFill>
            <a:srgbClr val="E7F4F1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867912" y="4093769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3867912" y="4322369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0.401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6748272" y="3296412"/>
            <a:ext cx="676656" cy="676656"/>
          </a:xfrm>
          <a:prstGeom prst="ellipse">
            <a:avLst/>
          </a:prstGeom>
          <a:solidFill>
            <a:srgbClr val="E7F4F1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748272" y="3424428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748272" y="3653028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0.519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731520" y="1965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3291840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492240" y="1965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3749040" y="3431743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b1=0.10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749040" y="477042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b2=-0.10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629400" y="41010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bo=0.00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8229600" y="2057400"/>
            <a:ext cx="3337560" cy="33832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8229600" y="2057400"/>
            <a:ext cx="59436" cy="3383280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8412480" y="22128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three things</a:t>
            </a:r>
            <a:endParaRPr lang="en-US" sz="1900" dirty="0"/>
          </a:p>
        </p:txBody>
      </p:sp>
      <p:sp>
        <p:nvSpPr>
          <p:cNvPr id="52" name="Text 49"/>
          <p:cNvSpPr/>
          <p:nvPr/>
        </p:nvSpPr>
        <p:spPr>
          <a:xfrm>
            <a:off x="8412480" y="2788920"/>
            <a:ext cx="297180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nine parameters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scores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</a:t>
            </a:r>
            <a:endParaRPr lang="en-US" sz="2100" dirty="0"/>
          </a:p>
        </p:txBody>
      </p:sp>
      <p:sp>
        <p:nvSpPr>
          <p:cNvPr id="53" name="Shape 50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during learning? What stays fixed?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hidden layer. Nine adjustable numbers.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deliberately small, shallow network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 |  C04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618488" y="3021178"/>
            <a:ext cx="2226564" cy="914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302002" y="2669134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311146" y="269656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flipV="1">
            <a:off x="1618488" y="3021178"/>
            <a:ext cx="2226564" cy="1272845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737485" y="3268980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46629" y="329641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618488" y="3021178"/>
            <a:ext cx="2226564" cy="1272845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737485" y="3963924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746629" y="39913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w21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618488" y="4294022"/>
            <a:ext cx="2226564" cy="914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302002" y="4490618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311146" y="451805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w22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1708" y="3021178"/>
            <a:ext cx="2180844" cy="636422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182362" y="2959913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191506" y="2987345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 flipV="1">
            <a:off x="4521708" y="3657600"/>
            <a:ext cx="2180844" cy="636422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182362" y="4218127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191506" y="4245559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41832" y="2682850"/>
            <a:ext cx="676656" cy="676656"/>
          </a:xfrm>
          <a:prstGeom prst="ellipse">
            <a:avLst/>
          </a:prstGeom>
          <a:solidFill>
            <a:srgbClr val="F4F7FB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41832" y="2838298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941832" y="3955694"/>
            <a:ext cx="676656" cy="676656"/>
          </a:xfrm>
          <a:prstGeom prst="ellipse">
            <a:avLst/>
          </a:prstGeom>
          <a:solidFill>
            <a:srgbClr val="F4F7FB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41832" y="4111142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3845052" y="2682850"/>
            <a:ext cx="676656" cy="676656"/>
          </a:xfrm>
          <a:prstGeom prst="ellipse">
            <a:avLst/>
          </a:prstGeom>
          <a:solidFill>
            <a:srgbClr val="E7F4F1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845052" y="2838298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3845052" y="3955694"/>
            <a:ext cx="676656" cy="676656"/>
          </a:xfrm>
          <a:prstGeom prst="ellipse">
            <a:avLst/>
          </a:prstGeom>
          <a:solidFill>
            <a:srgbClr val="E7F4F1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845052" y="4111142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6702552" y="3319272"/>
            <a:ext cx="676656" cy="676656"/>
          </a:xfrm>
          <a:prstGeom prst="ellipse">
            <a:avLst/>
          </a:prstGeom>
          <a:solidFill>
            <a:srgbClr val="E7F4F1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702552" y="347472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731520" y="2057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326898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446520" y="2057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726180" y="348752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3726180" y="476036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583680" y="41239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8092440" y="2029968"/>
            <a:ext cx="3474720" cy="342900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8092440" y="2029968"/>
            <a:ext cx="59436" cy="3429000"/>
          </a:xfrm>
          <a:prstGeom prst="rect">
            <a:avLst/>
          </a:prstGeom>
          <a:solidFill>
            <a:srgbClr val="1D3557"/>
          </a:solidFill>
          <a:ln w="889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8275320" y="21854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with me</a:t>
            </a:r>
            <a:endParaRPr lang="en-US" sz="1900" dirty="0"/>
          </a:p>
        </p:txBody>
      </p:sp>
      <p:sp>
        <p:nvSpPr>
          <p:cNvPr id="47" name="Text 44"/>
          <p:cNvSpPr/>
          <p:nvPr/>
        </p:nvSpPr>
        <p:spPr>
          <a:xfrm>
            <a:off x="8275320" y="2761488"/>
            <a:ext cx="310896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Hidden: 4 weights + 2 biases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2 weights + 1 bias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9</a:t>
            </a:r>
            <a:endParaRPr lang="en-US" sz="2100" dirty="0"/>
          </a:p>
        </p:txBody>
      </p:sp>
      <p:sp>
        <p:nvSpPr>
          <p:cNvPr id="48" name="Shape 45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circles store inputs rather than compute a weighted sum?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for every connection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drawing and the dictionary side by side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LIVE  |  C04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481328" y="3021178"/>
            <a:ext cx="2066544" cy="914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084832" y="2669134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093976" y="269656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flipV="1">
            <a:off x="1481328" y="3021178"/>
            <a:ext cx="2066544" cy="1272845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496312" y="3268980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505456" y="329641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481328" y="3021178"/>
            <a:ext cx="2066544" cy="1272845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496312" y="3963924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505456" y="39913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w21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481328" y="4294022"/>
            <a:ext cx="2066544" cy="914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084832" y="4490618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093976" y="451805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w22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224528" y="3021178"/>
            <a:ext cx="2020824" cy="636422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805172" y="2959913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14316" y="2987345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 flipV="1">
            <a:off x="4224528" y="3657600"/>
            <a:ext cx="2020824" cy="636422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805172" y="4218127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14316" y="4245559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04672" y="2682850"/>
            <a:ext cx="676656" cy="676656"/>
          </a:xfrm>
          <a:prstGeom prst="ellipse">
            <a:avLst/>
          </a:prstGeom>
          <a:solidFill>
            <a:srgbClr val="F4F7FB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04672" y="2838298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804672" y="3955694"/>
            <a:ext cx="676656" cy="676656"/>
          </a:xfrm>
          <a:prstGeom prst="ellipse">
            <a:avLst/>
          </a:prstGeom>
          <a:solidFill>
            <a:srgbClr val="F4F7FB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04672" y="4111142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3547872" y="2682850"/>
            <a:ext cx="676656" cy="676656"/>
          </a:xfrm>
          <a:prstGeom prst="ellipse">
            <a:avLst/>
          </a:prstGeom>
          <a:solidFill>
            <a:srgbClr val="E7F4F1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547872" y="2838298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3547872" y="3955694"/>
            <a:ext cx="676656" cy="676656"/>
          </a:xfrm>
          <a:prstGeom prst="ellipse">
            <a:avLst/>
          </a:prstGeom>
          <a:solidFill>
            <a:srgbClr val="E7F4F1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547872" y="4111142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6245352" y="3319272"/>
            <a:ext cx="676656" cy="676656"/>
          </a:xfrm>
          <a:prstGeom prst="ellipse">
            <a:avLst/>
          </a:prstGeom>
          <a:solidFill>
            <a:srgbClr val="E7F4F1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245352" y="347472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594360" y="2057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297180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989320" y="2057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429000" y="348752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3429000" y="476036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126480" y="41239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7406640" y="2057400"/>
            <a:ext cx="4114800" cy="352044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7607808" y="2194560"/>
            <a:ext cx="371246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params['w11'] = 0.8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params['w12'] = -0.4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params['b1']  = 0.1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hidden 2: w21, w22, b2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v1, v2, bo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w21 begin, and which neuron receives it?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switch hides small changes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changing last session's step activation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PREDICT  |  C03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05840" y="4663440"/>
            <a:ext cx="4151376" cy="914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flipV="1">
            <a:off x="1005840" y="2313432"/>
            <a:ext cx="914" cy="2350008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514600" y="4864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z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28600" y="23774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41832" y="46908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37760" y="46908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005840" y="4663440"/>
            <a:ext cx="2057400" cy="914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063240" y="2331720"/>
            <a:ext cx="2057400" cy="914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60120" y="19202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output stays flat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6720840" y="4663440"/>
            <a:ext cx="4242816" cy="914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 flipV="1">
            <a:off x="6720840" y="2313432"/>
            <a:ext cx="914" cy="2350008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75320" y="4864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z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943600" y="23774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656832" y="46908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744200" y="46908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 flipV="1">
            <a:off x="6720840" y="4614377"/>
            <a:ext cx="84125" cy="7124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 flipV="1">
            <a:off x="6804965" y="4606074"/>
            <a:ext cx="84125" cy="8303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 flipV="1">
            <a:off x="6889090" y="4596407"/>
            <a:ext cx="84125" cy="9667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 flipV="1">
            <a:off x="6973214" y="4585166"/>
            <a:ext cx="84125" cy="11241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 flipV="1">
            <a:off x="7057339" y="4572117"/>
            <a:ext cx="84125" cy="13049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 flipV="1">
            <a:off x="7141464" y="4556994"/>
            <a:ext cx="84125" cy="15122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 flipV="1">
            <a:off x="7225589" y="4539506"/>
            <a:ext cx="84125" cy="17488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 flipV="1">
            <a:off x="7309714" y="4519332"/>
            <a:ext cx="84125" cy="20175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 flipV="1">
            <a:off x="7393838" y="4496122"/>
            <a:ext cx="84125" cy="2321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 flipV="1">
            <a:off x="7477963" y="4469505"/>
            <a:ext cx="84125" cy="26617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 flipV="1">
            <a:off x="7562088" y="4439092"/>
            <a:ext cx="84125" cy="30412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 flipV="1">
            <a:off x="7646213" y="4404489"/>
            <a:ext cx="84125" cy="34604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 flipV="1">
            <a:off x="7730338" y="4365303"/>
            <a:ext cx="84125" cy="39186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 flipV="1">
            <a:off x="7814462" y="4321166"/>
            <a:ext cx="84125" cy="44137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 flipV="1">
            <a:off x="7898587" y="4271754"/>
            <a:ext cx="84125" cy="49412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 flipV="1">
            <a:off x="7982712" y="4216810"/>
            <a:ext cx="84125" cy="54944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 flipV="1">
            <a:off x="8066837" y="4156174"/>
            <a:ext cx="84125" cy="60636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 flipV="1">
            <a:off x="8150962" y="4089811"/>
            <a:ext cx="84125" cy="66363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 flipV="1">
            <a:off x="8235086" y="4017838"/>
            <a:ext cx="84125" cy="71973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 flipV="1">
            <a:off x="8319211" y="3940547"/>
            <a:ext cx="84125" cy="7729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 flipV="1">
            <a:off x="8403336" y="3858422"/>
            <a:ext cx="84125" cy="82126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 flipV="1">
            <a:off x="8487461" y="3772135"/>
            <a:ext cx="84125" cy="86287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 flipV="1">
            <a:off x="8571586" y="3682542"/>
            <a:ext cx="84125" cy="89593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 flipV="1">
            <a:off x="8655710" y="3590650"/>
            <a:ext cx="84125" cy="91892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 flipV="1">
            <a:off x="8739835" y="3497580"/>
            <a:ext cx="84125" cy="9307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 flipV="1">
            <a:off x="8823960" y="3404510"/>
            <a:ext cx="84125" cy="9307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 flipV="1">
            <a:off x="8908085" y="3312618"/>
            <a:ext cx="84125" cy="91892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 flipV="1">
            <a:off x="8992210" y="3223025"/>
            <a:ext cx="84125" cy="89593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 flipV="1">
            <a:off x="9076334" y="3136738"/>
            <a:ext cx="84125" cy="86287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 flipV="1">
            <a:off x="9160459" y="3054613"/>
            <a:ext cx="84125" cy="82126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 flipV="1">
            <a:off x="9244584" y="2977322"/>
            <a:ext cx="84125" cy="7729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 flipV="1">
            <a:off x="9328709" y="2905349"/>
            <a:ext cx="84125" cy="71973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 flipV="1">
            <a:off x="9412834" y="2838986"/>
            <a:ext cx="84125" cy="66363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 flipV="1">
            <a:off x="9496958" y="2778350"/>
            <a:ext cx="84125" cy="60636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 flipV="1">
            <a:off x="9581083" y="2723406"/>
            <a:ext cx="84125" cy="54944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 flipV="1">
            <a:off x="9665208" y="2673994"/>
            <a:ext cx="84125" cy="49412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 flipV="1">
            <a:off x="9749333" y="2629857"/>
            <a:ext cx="84125" cy="44137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 flipV="1">
            <a:off x="9833458" y="2590671"/>
            <a:ext cx="84125" cy="39186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 flipV="1">
            <a:off x="9917582" y="2556068"/>
            <a:ext cx="84125" cy="34604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 flipV="1">
            <a:off x="10001707" y="2525655"/>
            <a:ext cx="84125" cy="30412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 flipV="1">
            <a:off x="10085832" y="2499038"/>
            <a:ext cx="84125" cy="26617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 flipV="1">
            <a:off x="10169957" y="2475828"/>
            <a:ext cx="84125" cy="2321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 flipV="1">
            <a:off x="10254082" y="2455654"/>
            <a:ext cx="84125" cy="20175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 flipV="1">
            <a:off x="10338206" y="2438166"/>
            <a:ext cx="84125" cy="17488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 flipV="1">
            <a:off x="10422331" y="2423043"/>
            <a:ext cx="84125" cy="15122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 flipV="1">
            <a:off x="10506456" y="2409994"/>
            <a:ext cx="84125" cy="13049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 flipV="1">
            <a:off x="10590581" y="2398753"/>
            <a:ext cx="84125" cy="11241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 flipV="1">
            <a:off x="10674706" y="2389086"/>
            <a:ext cx="84125" cy="9667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0"/>
          <p:cNvSpPr/>
          <p:nvPr/>
        </p:nvSpPr>
        <p:spPr>
          <a:xfrm flipV="1">
            <a:off x="10758830" y="2380783"/>
            <a:ext cx="84125" cy="8303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1"/>
          <p:cNvSpPr/>
          <p:nvPr/>
        </p:nvSpPr>
        <p:spPr>
          <a:xfrm flipV="1">
            <a:off x="10842955" y="2373659"/>
            <a:ext cx="84125" cy="7124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6583680" y="19202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SIGMOID: output changes gradually</a:t>
            </a:r>
            <a:endParaRPr lang="en-US" sz="1900" dirty="0"/>
          </a:p>
        </p:txBody>
      </p:sp>
      <p:sp>
        <p:nvSpPr>
          <p:cNvPr id="76" name="Shape 73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78" name="Text 75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z from 1.0 to 1.01. Which activation reveals a small change?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Sigmoid: squash a score, keep a signal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activation at both hidden neurons and the output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LIVE  |  C03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196596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s(z) = 1 / (1 + exp(-z))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822960" y="2834640"/>
            <a:ext cx="2240280" cy="169164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59436" cy="169164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05840" y="29900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-4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005840" y="3566160"/>
            <a:ext cx="1874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s(z) = 0.018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3246120" y="2834640"/>
            <a:ext cx="2240280" cy="169164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246120" y="2834640"/>
            <a:ext cx="59436" cy="169164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429000" y="29900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0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3429000" y="3566160"/>
            <a:ext cx="1874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s(z) = 0.500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5669280" y="2834640"/>
            <a:ext cx="2240280" cy="169164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669280" y="2834640"/>
            <a:ext cx="59436" cy="169164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852160" y="29900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4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5852160" y="3566160"/>
            <a:ext cx="1874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s(z) = 0.982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8229600" y="1965960"/>
            <a:ext cx="3291840" cy="342900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29600" y="1965960"/>
            <a:ext cx="59436" cy="3429000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12480" y="2121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round yet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8412480" y="2697480"/>
            <a:ext cx="292608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0.519 and 0.520 contain different training feedback.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continuous score.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z = 0, can you calculate the result without a calculator?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| 1. Read the inputs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example throughout: x1 = 1, x2 = 0, target = 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BUILD  |  C05-C06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527048" y="3065069"/>
            <a:ext cx="2203704" cy="914"/>
          </a:xfrm>
          <a:prstGeom prst="line">
            <a:avLst/>
          </a:prstGeom>
          <a:noFill/>
          <a:ln w="13970">
            <a:solidFill>
              <a:srgbClr val="C6D3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199132" y="2713025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208276" y="2740457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w11=0.80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 flipV="1">
            <a:off x="1527048" y="3065069"/>
            <a:ext cx="2203704" cy="1185062"/>
          </a:xfrm>
          <a:prstGeom prst="line">
            <a:avLst/>
          </a:prstGeom>
          <a:noFill/>
          <a:ln w="13970">
            <a:solidFill>
              <a:srgbClr val="C6D3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31186" y="3268980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640330" y="329641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w12=-0.40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527048" y="3065069"/>
            <a:ext cx="2203704" cy="1185062"/>
          </a:xfrm>
          <a:prstGeom prst="line">
            <a:avLst/>
          </a:prstGeom>
          <a:noFill/>
          <a:ln w="13970">
            <a:solidFill>
              <a:srgbClr val="C6D3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631186" y="3963924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640330" y="39913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w21=-0.30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527048" y="4250131"/>
            <a:ext cx="2203704" cy="914"/>
          </a:xfrm>
          <a:prstGeom prst="line">
            <a:avLst/>
          </a:prstGeom>
          <a:noFill/>
          <a:ln w="13970">
            <a:solidFill>
              <a:srgbClr val="C6D3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199132" y="4446727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208276" y="4474159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w22=0.90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407408" y="3065069"/>
            <a:ext cx="2157984" cy="592531"/>
          </a:xfrm>
          <a:prstGeom prst="line">
            <a:avLst/>
          </a:prstGeom>
          <a:noFill/>
          <a:ln w="13970">
            <a:solidFill>
              <a:srgbClr val="C6D3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056632" y="2981858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065776" y="300929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v1=0.50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 flipV="1">
            <a:off x="4407408" y="3657600"/>
            <a:ext cx="2157984" cy="592531"/>
          </a:xfrm>
          <a:prstGeom prst="line">
            <a:avLst/>
          </a:prstGeom>
          <a:noFill/>
          <a:ln w="13970">
            <a:solidFill>
              <a:srgbClr val="C6D3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056632" y="4196182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065776" y="422361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v2=-0.70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50392" y="2726741"/>
            <a:ext cx="676656" cy="676656"/>
          </a:xfrm>
          <a:prstGeom prst="ellipse">
            <a:avLst/>
          </a:prstGeom>
          <a:solidFill>
            <a:srgbClr val="F4F7FB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50392" y="285475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50392" y="308335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850392" y="3911803"/>
            <a:ext cx="676656" cy="676656"/>
          </a:xfrm>
          <a:prstGeom prst="ellipse">
            <a:avLst/>
          </a:prstGeom>
          <a:solidFill>
            <a:srgbClr val="F4F7FB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50392" y="4039819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50392" y="4268419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3730752" y="2726741"/>
            <a:ext cx="676656" cy="676656"/>
          </a:xfrm>
          <a:prstGeom prst="ellipse">
            <a:avLst/>
          </a:prstGeom>
          <a:solidFill>
            <a:srgbClr val="F4F7FB"/>
          </a:solidFill>
          <a:ln w="2540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730752" y="2882189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3730752" y="3911803"/>
            <a:ext cx="676656" cy="676656"/>
          </a:xfrm>
          <a:prstGeom prst="ellipse">
            <a:avLst/>
          </a:prstGeom>
          <a:solidFill>
            <a:srgbClr val="F4F7FB"/>
          </a:solidFill>
          <a:ln w="2540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3730752" y="4067251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2200" dirty="0"/>
          </a:p>
        </p:txBody>
      </p:sp>
      <p:sp>
        <p:nvSpPr>
          <p:cNvPr id="38" name="Shape 35"/>
          <p:cNvSpPr/>
          <p:nvPr/>
        </p:nvSpPr>
        <p:spPr>
          <a:xfrm>
            <a:off x="6565392" y="3319272"/>
            <a:ext cx="676656" cy="676656"/>
          </a:xfrm>
          <a:prstGeom prst="ellipse">
            <a:avLst/>
          </a:prstGeom>
          <a:solidFill>
            <a:srgbClr val="F4F7FB"/>
          </a:solidFill>
          <a:ln w="2540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565392" y="347472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640080" y="2148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15468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309360" y="2148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3611880" y="3531413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b1=0.10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3611880" y="471647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b2=-0.10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446520" y="41239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bo=0.00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8001000" y="1993392"/>
            <a:ext cx="3566160" cy="36118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8001000" y="1993392"/>
            <a:ext cx="59436" cy="361188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8183880" y="2148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data</a:t>
            </a:r>
            <a:endParaRPr lang="en-US" sz="1900" dirty="0"/>
          </a:p>
        </p:txBody>
      </p:sp>
      <p:sp>
        <p:nvSpPr>
          <p:cNvPr id="49" name="Text 46"/>
          <p:cNvSpPr/>
          <p:nvPr/>
        </p:nvSpPr>
        <p:spPr>
          <a:xfrm>
            <a:off x="8183880" y="2724912"/>
            <a:ext cx="320040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= 1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 = 0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1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is not a network input.</a:t>
            </a:r>
            <a:endParaRPr lang="en-US" sz="2100" dirty="0"/>
          </a:p>
        </p:txBody>
      </p:sp>
      <p:sp>
        <p:nvSpPr>
          <p:cNvPr id="50" name="Shape 47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target enter the prediction calculation?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| 2. Compute hidden outputs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example throughout: x1 = 1, x2 = 0, target = 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BUILD  |  C05-C06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527048" y="3065069"/>
            <a:ext cx="2203704" cy="914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199132" y="2713025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208276" y="2740457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w11=0.80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 flipV="1">
            <a:off x="1527048" y="3065069"/>
            <a:ext cx="2203704" cy="1185062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31186" y="3268980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640330" y="329641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w12=-0.40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527048" y="3065069"/>
            <a:ext cx="2203704" cy="1185062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631186" y="3963924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640330" y="39913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w21=-0.30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527048" y="4250131"/>
            <a:ext cx="2203704" cy="914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199132" y="4446727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208276" y="4474159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w22=0.90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407408" y="3065069"/>
            <a:ext cx="2157984" cy="592531"/>
          </a:xfrm>
          <a:prstGeom prst="line">
            <a:avLst/>
          </a:prstGeom>
          <a:noFill/>
          <a:ln w="13970">
            <a:solidFill>
              <a:srgbClr val="C6D3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056632" y="2981858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065776" y="300929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v1=0.50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 flipV="1">
            <a:off x="4407408" y="3657600"/>
            <a:ext cx="2157984" cy="592531"/>
          </a:xfrm>
          <a:prstGeom prst="line">
            <a:avLst/>
          </a:prstGeom>
          <a:noFill/>
          <a:ln w="13970">
            <a:solidFill>
              <a:srgbClr val="C6D3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056632" y="4196182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065776" y="422361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v2=-0.70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50392" y="2726741"/>
            <a:ext cx="676656" cy="676656"/>
          </a:xfrm>
          <a:prstGeom prst="ellipse">
            <a:avLst/>
          </a:prstGeom>
          <a:solidFill>
            <a:srgbClr val="F4F7FB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50392" y="285475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50392" y="308335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850392" y="3911803"/>
            <a:ext cx="676656" cy="676656"/>
          </a:xfrm>
          <a:prstGeom prst="ellipse">
            <a:avLst/>
          </a:prstGeom>
          <a:solidFill>
            <a:srgbClr val="F4F7FB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50392" y="4039819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50392" y="4268419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3730752" y="2726741"/>
            <a:ext cx="676656" cy="676656"/>
          </a:xfrm>
          <a:prstGeom prst="ellipse">
            <a:avLst/>
          </a:prstGeom>
          <a:solidFill>
            <a:srgbClr val="E7F4F1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730752" y="285475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3730752" y="308335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0.711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3730752" y="3911803"/>
            <a:ext cx="676656" cy="676656"/>
          </a:xfrm>
          <a:prstGeom prst="ellipse">
            <a:avLst/>
          </a:prstGeom>
          <a:solidFill>
            <a:srgbClr val="E7F4F1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730752" y="4039819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3730752" y="4268419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0.401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6565392" y="3319272"/>
            <a:ext cx="676656" cy="676656"/>
          </a:xfrm>
          <a:prstGeom prst="ellipse">
            <a:avLst/>
          </a:prstGeom>
          <a:solidFill>
            <a:srgbClr val="F4F7FB"/>
          </a:solidFill>
          <a:ln w="2540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565392" y="347472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640080" y="2148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315468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309360" y="2148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3611880" y="3531413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b1=0.10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3611880" y="471647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b2=-0.10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446520" y="41239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bo=0.00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8001000" y="1993392"/>
            <a:ext cx="3566160" cy="36118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8001000" y="1993392"/>
            <a:ext cx="59436" cy="361188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8183880" y="2148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Multiply, add, squash</a:t>
            </a:r>
            <a:endParaRPr lang="en-US" sz="1900" dirty="0"/>
          </a:p>
        </p:txBody>
      </p:sp>
      <p:sp>
        <p:nvSpPr>
          <p:cNvPr id="51" name="Text 48"/>
          <p:cNvSpPr/>
          <p:nvPr/>
        </p:nvSpPr>
        <p:spPr>
          <a:xfrm>
            <a:off x="8183880" y="2724912"/>
            <a:ext cx="320040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 </a:t>
            </a:r>
            <a:r>
              <a:rPr lang="en-US" sz="2100" b="1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0.8(1) - 0.4(0) + 0.1</a:t>
            </a:r>
            <a:endParaRPr lang="en-US" sz="2100" b="1" dirty="0"/>
          </a:p>
          <a:p>
            <a:pPr marL="0" indent="0">
              <a:buNone/>
            </a:pPr>
            <a:r>
              <a:rPr lang="en-US" sz="2100" b="1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= 0.9</a:t>
            </a:r>
            <a:endParaRPr lang="en-US" sz="2100" b="1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= 0.711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 = -0.4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= 0.401</a:t>
            </a:r>
            <a:endParaRPr lang="en-US" sz="2100" dirty="0"/>
          </a:p>
        </p:txBody>
      </p:sp>
      <p:sp>
        <p:nvSpPr>
          <p:cNvPr id="52" name="Shape 49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h1 and h2 have to produce the same value? Why not?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| 3. Compute the final score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example throughout: x1 = 1, x2 = 0, target = 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BUILD  |  C05-C06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527048" y="3065069"/>
            <a:ext cx="2203704" cy="914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199132" y="2713025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208276" y="2740457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w11=0.80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 flipV="1">
            <a:off x="1527048" y="3065069"/>
            <a:ext cx="2203704" cy="1185062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31186" y="3268980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640330" y="329641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w12=-0.40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527048" y="3065069"/>
            <a:ext cx="2203704" cy="1185062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631186" y="3963924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640330" y="39913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w21=-0.30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527048" y="4250131"/>
            <a:ext cx="2203704" cy="914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199132" y="4446727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208276" y="4474159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w22=0.90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407408" y="3065069"/>
            <a:ext cx="2157984" cy="592531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056632" y="2981858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065776" y="300929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v1=0.50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 flipV="1">
            <a:off x="4407408" y="3657600"/>
            <a:ext cx="2157984" cy="592531"/>
          </a:xfrm>
          <a:prstGeom prst="line">
            <a:avLst/>
          </a:prstGeom>
          <a:noFill/>
          <a:ln w="2667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056632" y="4196182"/>
            <a:ext cx="859536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065776" y="422361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v2=-0.70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50392" y="2726741"/>
            <a:ext cx="676656" cy="676656"/>
          </a:xfrm>
          <a:prstGeom prst="ellipse">
            <a:avLst/>
          </a:prstGeom>
          <a:solidFill>
            <a:srgbClr val="F4F7FB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50392" y="285475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50392" y="308335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850392" y="3911803"/>
            <a:ext cx="676656" cy="676656"/>
          </a:xfrm>
          <a:prstGeom prst="ellipse">
            <a:avLst/>
          </a:prstGeom>
          <a:solidFill>
            <a:srgbClr val="F4F7FB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50392" y="4039819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50392" y="4268419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3730752" y="2726741"/>
            <a:ext cx="676656" cy="676656"/>
          </a:xfrm>
          <a:prstGeom prst="ellipse">
            <a:avLst/>
          </a:prstGeom>
          <a:solidFill>
            <a:srgbClr val="E7F4F1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730752" y="285475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3730752" y="308335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0.711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3730752" y="3911803"/>
            <a:ext cx="676656" cy="676656"/>
          </a:xfrm>
          <a:prstGeom prst="ellipse">
            <a:avLst/>
          </a:prstGeom>
          <a:solidFill>
            <a:srgbClr val="E7F4F1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730752" y="4039819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3730752" y="4268419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0.401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6565392" y="3319272"/>
            <a:ext cx="676656" cy="676656"/>
          </a:xfrm>
          <a:prstGeom prst="ellipse">
            <a:avLst/>
          </a:prstGeom>
          <a:solidFill>
            <a:srgbClr val="E7F4F1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565392" y="3447288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565392" y="3675888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0.519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640080" y="2148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315468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309360" y="2148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3611880" y="3531413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b1=0.10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611880" y="471647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b2=-0.10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446520" y="41239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bo=0.00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8001000" y="1993392"/>
            <a:ext cx="3566160" cy="36118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8001000" y="1993392"/>
            <a:ext cx="59436" cy="361188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8183880" y="2148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hidden outputs</a:t>
            </a:r>
            <a:endParaRPr lang="en-US" sz="1900" dirty="0"/>
          </a:p>
        </p:txBody>
      </p:sp>
      <p:sp>
        <p:nvSpPr>
          <p:cNvPr id="52" name="Text 49"/>
          <p:cNvSpPr/>
          <p:nvPr/>
        </p:nvSpPr>
        <p:spPr>
          <a:xfrm>
            <a:off x="8183880" y="2724912"/>
            <a:ext cx="320040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= 0.5h1 - 0.7h2 + 0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= 0.075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s(zo) = 0.519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close to target 1.</a:t>
            </a:r>
            <a:endParaRPr lang="en-US" sz="2100" dirty="0"/>
          </a:p>
        </p:txBody>
      </p:sp>
      <p:sp>
        <p:nvSpPr>
          <p:cNvPr id="53" name="Shape 50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weights change while computing this prediction?</a:t>
            </a:r>
            <a:endParaRPr lang="en-US" sz="1600" dirty="0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2592642-532A-1FBA-4230-4E3D79FE365B}"/>
              </a:ext>
            </a:extLst>
          </p:cNvPr>
          <p:cNvGrpSpPr/>
          <p:nvPr/>
        </p:nvGrpSpPr>
        <p:grpSpPr>
          <a:xfrm>
            <a:off x="7278000" y="385880"/>
            <a:ext cx="4925880" cy="1608840"/>
            <a:chOff x="7278000" y="385880"/>
            <a:chExt cx="4925880" cy="160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D910593-D008-0653-D878-57A66C2881DF}"/>
                    </a:ext>
                  </a:extLst>
                </p14:cNvPr>
                <p14:cNvContentPartPr/>
                <p14:nvPr/>
              </p14:nvContentPartPr>
              <p14:xfrm>
                <a:off x="7406520" y="674240"/>
                <a:ext cx="358560" cy="313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D910593-D008-0653-D878-57A66C2881D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400400" y="668120"/>
                  <a:ext cx="3708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BDC31D8-03B7-3293-6CA4-255B20BAA797}"/>
                    </a:ext>
                  </a:extLst>
                </p14:cNvPr>
                <p14:cNvContentPartPr/>
                <p14:nvPr/>
              </p14:nvContentPartPr>
              <p14:xfrm>
                <a:off x="7975320" y="1015880"/>
                <a:ext cx="360" cy="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BDC31D8-03B7-3293-6CA4-255B20BAA79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69200" y="10097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AACB8DF-616A-9B1E-AA8D-DF87E6D7D3EA}"/>
                    </a:ext>
                  </a:extLst>
                </p14:cNvPr>
                <p14:cNvContentPartPr/>
                <p14:nvPr/>
              </p14:nvContentPartPr>
              <p14:xfrm>
                <a:off x="7955160" y="952520"/>
                <a:ext cx="73080" cy="126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AACB8DF-616A-9B1E-AA8D-DF87E6D7D3E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949040" y="946400"/>
                  <a:ext cx="853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35CCB10-0E3F-D99F-4E3B-F73FAA4F800F}"/>
                    </a:ext>
                  </a:extLst>
                </p14:cNvPr>
                <p14:cNvContentPartPr/>
                <p14:nvPr/>
              </p14:nvContentPartPr>
              <p14:xfrm>
                <a:off x="8036520" y="883760"/>
                <a:ext cx="161640" cy="202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35CCB10-0E3F-D99F-4E3B-F73FAA4F800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030400" y="877640"/>
                  <a:ext cx="1738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3E14220-ADD3-4D8D-DC6F-18B4A2F3BC9A}"/>
                    </a:ext>
                  </a:extLst>
                </p14:cNvPr>
                <p14:cNvContentPartPr/>
                <p14:nvPr/>
              </p14:nvContentPartPr>
              <p14:xfrm>
                <a:off x="7999440" y="558680"/>
                <a:ext cx="392760" cy="513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3E14220-ADD3-4D8D-DC6F-18B4A2F3BC9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93320" y="552560"/>
                  <a:ext cx="40500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3389FDF-DDED-2F79-6ECE-C16CC35712E4}"/>
                    </a:ext>
                  </a:extLst>
                </p14:cNvPr>
                <p14:cNvContentPartPr/>
                <p14:nvPr/>
              </p14:nvContentPartPr>
              <p14:xfrm>
                <a:off x="8016000" y="710960"/>
                <a:ext cx="191160" cy="190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3389FDF-DDED-2F79-6ECE-C16CC35712E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009880" y="704840"/>
                  <a:ext cx="2034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5E325EB-22C9-3299-A9FE-0C81E14DF5F1}"/>
                    </a:ext>
                  </a:extLst>
                </p14:cNvPr>
                <p14:cNvContentPartPr/>
                <p14:nvPr/>
              </p14:nvContentPartPr>
              <p14:xfrm>
                <a:off x="8239560" y="843080"/>
                <a:ext cx="55080" cy="156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5E325EB-22C9-3299-A9FE-0C81E14DF5F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233440" y="836960"/>
                  <a:ext cx="67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0EC78C4-FB43-86B5-44C1-CA2B406D8C22}"/>
                    </a:ext>
                  </a:extLst>
                </p14:cNvPr>
                <p14:cNvContentPartPr/>
                <p14:nvPr/>
              </p14:nvContentPartPr>
              <p14:xfrm>
                <a:off x="8522160" y="747680"/>
                <a:ext cx="214920" cy="65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0EC78C4-FB43-86B5-44C1-CA2B406D8C2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516040" y="741560"/>
                  <a:ext cx="2271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81660B8-B7D1-934C-A448-962C676E1323}"/>
                    </a:ext>
                  </a:extLst>
                </p14:cNvPr>
                <p14:cNvContentPartPr/>
                <p14:nvPr/>
              </p14:nvContentPartPr>
              <p14:xfrm>
                <a:off x="8646000" y="640040"/>
                <a:ext cx="157320" cy="316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81660B8-B7D1-934C-A448-962C676E132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39880" y="633920"/>
                  <a:ext cx="1695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BBB1D97-5B29-6B6D-5F27-1CF1A9AE3077}"/>
                    </a:ext>
                  </a:extLst>
                </p14:cNvPr>
                <p14:cNvContentPartPr/>
                <p14:nvPr/>
              </p14:nvContentPartPr>
              <p14:xfrm>
                <a:off x="8981160" y="534920"/>
                <a:ext cx="336240" cy="350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BBB1D97-5B29-6B6D-5F27-1CF1A9AE307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75040" y="528800"/>
                  <a:ext cx="3484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17A7BCD-1934-E444-2F60-42ADC8FC0ED7}"/>
                    </a:ext>
                  </a:extLst>
                </p14:cNvPr>
                <p14:cNvContentPartPr/>
                <p14:nvPr/>
              </p14:nvContentPartPr>
              <p14:xfrm>
                <a:off x="9511800" y="812480"/>
                <a:ext cx="19080" cy="162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17A7BCD-1934-E444-2F60-42ADC8FC0ED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505680" y="806360"/>
                  <a:ext cx="313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B823932-7223-14D7-0374-46BAFA5C47AD}"/>
                    </a:ext>
                  </a:extLst>
                </p14:cNvPr>
                <p14:cNvContentPartPr/>
                <p14:nvPr/>
              </p14:nvContentPartPr>
              <p14:xfrm>
                <a:off x="9570480" y="811760"/>
                <a:ext cx="167040" cy="136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B823932-7223-14D7-0374-46BAFA5C47A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564360" y="805640"/>
                  <a:ext cx="1792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A44F09D-790D-20C2-1161-0E11463D0095}"/>
                    </a:ext>
                  </a:extLst>
                </p14:cNvPr>
                <p14:cNvContentPartPr/>
                <p14:nvPr/>
              </p14:nvContentPartPr>
              <p14:xfrm>
                <a:off x="9943080" y="528080"/>
                <a:ext cx="196560" cy="152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A44F09D-790D-20C2-1161-0E11463D009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936960" y="521960"/>
                  <a:ext cx="2088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BE00BFA-3EB4-AB96-7914-F024BA8A6C41}"/>
                    </a:ext>
                  </a:extLst>
                </p14:cNvPr>
                <p14:cNvContentPartPr/>
                <p14:nvPr/>
              </p14:nvContentPartPr>
              <p14:xfrm>
                <a:off x="9906000" y="436640"/>
                <a:ext cx="207000" cy="280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BE00BFA-3EB4-AB96-7914-F024BA8A6C4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99880" y="430520"/>
                  <a:ext cx="2192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AFA80C2-7FF5-B758-1CC2-47D322D7F483}"/>
                    </a:ext>
                  </a:extLst>
                </p14:cNvPr>
                <p14:cNvContentPartPr/>
                <p14:nvPr/>
              </p14:nvContentPartPr>
              <p14:xfrm>
                <a:off x="10138200" y="687200"/>
                <a:ext cx="321480" cy="339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AFA80C2-7FF5-B758-1CC2-47D322D7F48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132080" y="681080"/>
                  <a:ext cx="33372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DE99357-E99E-9B47-C07A-3AF301F9BAA9}"/>
                    </a:ext>
                  </a:extLst>
                </p14:cNvPr>
                <p14:cNvContentPartPr/>
                <p14:nvPr/>
              </p14:nvContentPartPr>
              <p14:xfrm>
                <a:off x="10677840" y="555080"/>
                <a:ext cx="246600" cy="34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DE99357-E99E-9B47-C07A-3AF301F9BAA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671720" y="548960"/>
                  <a:ext cx="258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9FBF8B1-B2F6-8940-3B3A-95E0ACD51827}"/>
                    </a:ext>
                  </a:extLst>
                </p14:cNvPr>
                <p14:cNvContentPartPr/>
                <p14:nvPr/>
              </p14:nvContentPartPr>
              <p14:xfrm>
                <a:off x="10718520" y="467240"/>
                <a:ext cx="146160" cy="311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9FBF8B1-B2F6-8940-3B3A-95E0ACD5182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712400" y="461120"/>
                  <a:ext cx="1584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37495A8-B5FB-C782-52D7-9BC99D726AFE}"/>
                    </a:ext>
                  </a:extLst>
                </p14:cNvPr>
                <p14:cNvContentPartPr/>
                <p14:nvPr/>
              </p14:nvContentPartPr>
              <p14:xfrm>
                <a:off x="11095800" y="385880"/>
                <a:ext cx="307080" cy="343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37495A8-B5FB-C782-52D7-9BC99D726AF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089680" y="379760"/>
                  <a:ext cx="3193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0A04DCC-AFD1-5431-6E6D-002B7E60C4EB}"/>
                    </a:ext>
                  </a:extLst>
                </p14:cNvPr>
                <p14:cNvContentPartPr/>
                <p14:nvPr/>
              </p14:nvContentPartPr>
              <p14:xfrm>
                <a:off x="11511240" y="710960"/>
                <a:ext cx="72360" cy="183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0A04DCC-AFD1-5431-6E6D-002B7E60C4E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505120" y="704840"/>
                  <a:ext cx="846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3C14A38-1F10-DD15-02EE-1D87003D4ECC}"/>
                    </a:ext>
                  </a:extLst>
                </p14:cNvPr>
                <p14:cNvContentPartPr/>
                <p14:nvPr/>
              </p14:nvContentPartPr>
              <p14:xfrm>
                <a:off x="7902600" y="1261400"/>
                <a:ext cx="320040" cy="392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3C14A38-1F10-DD15-02EE-1D87003D4EC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896480" y="1255280"/>
                  <a:ext cx="332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91DE968-3255-4828-21A1-FC1A35644C70}"/>
                    </a:ext>
                  </a:extLst>
                </p14:cNvPr>
                <p14:cNvContentPartPr/>
                <p14:nvPr/>
              </p14:nvContentPartPr>
              <p14:xfrm>
                <a:off x="9396240" y="1217120"/>
                <a:ext cx="499680" cy="52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91DE968-3255-4828-21A1-FC1A35644C7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390120" y="1211000"/>
                  <a:ext cx="5119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92B6C5B-41CA-84C6-7E82-D75CBAAFB37A}"/>
                    </a:ext>
                  </a:extLst>
                </p14:cNvPr>
                <p14:cNvContentPartPr/>
                <p14:nvPr/>
              </p14:nvContentPartPr>
              <p14:xfrm>
                <a:off x="11714280" y="606560"/>
                <a:ext cx="59400" cy="33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92B6C5B-41CA-84C6-7E82-D75CBAAFB37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708160" y="600440"/>
                  <a:ext cx="71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55C6566-B068-5153-124C-6CF97DE1098F}"/>
                    </a:ext>
                  </a:extLst>
                </p14:cNvPr>
                <p14:cNvContentPartPr/>
                <p14:nvPr/>
              </p14:nvContentPartPr>
              <p14:xfrm>
                <a:off x="11653440" y="775760"/>
                <a:ext cx="114840" cy="16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55C6566-B068-5153-124C-6CF97DE1098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647320" y="769640"/>
                  <a:ext cx="127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F387157-B84D-C117-78BD-68ACF857FA56}"/>
                    </a:ext>
                  </a:extLst>
                </p14:cNvPr>
                <p14:cNvContentPartPr/>
                <p14:nvPr/>
              </p14:nvContentPartPr>
              <p14:xfrm>
                <a:off x="11961240" y="513680"/>
                <a:ext cx="126360" cy="340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F387157-B84D-C117-78BD-68ACF857FA5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955120" y="507560"/>
                  <a:ext cx="1386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8E859D6-2FD3-ED64-51FC-47EDCA9D37B7}"/>
                    </a:ext>
                  </a:extLst>
                </p14:cNvPr>
                <p14:cNvContentPartPr/>
                <p14:nvPr/>
              </p14:nvContentPartPr>
              <p14:xfrm>
                <a:off x="7278000" y="395600"/>
                <a:ext cx="4925880" cy="1315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8E859D6-2FD3-ED64-51FC-47EDCA9D37B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271880" y="389480"/>
                  <a:ext cx="4938120" cy="13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52B5E4D-ECF5-2027-1ECC-AEE3AC257882}"/>
                    </a:ext>
                  </a:extLst>
                </p14:cNvPr>
                <p14:cNvContentPartPr/>
                <p14:nvPr/>
              </p14:nvContentPartPr>
              <p14:xfrm>
                <a:off x="9174480" y="1400000"/>
                <a:ext cx="427320" cy="277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52B5E4D-ECF5-2027-1ECC-AEE3AC25788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168360" y="1393880"/>
                  <a:ext cx="4395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E556F52-F2A4-A8FA-2DD3-5AD8DBADB6AF}"/>
                    </a:ext>
                  </a:extLst>
                </p14:cNvPr>
                <p14:cNvContentPartPr/>
                <p14:nvPr/>
              </p14:nvContentPartPr>
              <p14:xfrm>
                <a:off x="9691440" y="1574600"/>
                <a:ext cx="438480" cy="2746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E556F52-F2A4-A8FA-2DD3-5AD8DBADB6A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685320" y="1568480"/>
                  <a:ext cx="4507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9E640D4-8901-6712-3F63-B67713E63BB5}"/>
                    </a:ext>
                  </a:extLst>
                </p14:cNvPr>
                <p14:cNvContentPartPr/>
                <p14:nvPr/>
              </p14:nvContentPartPr>
              <p14:xfrm>
                <a:off x="10037760" y="1615280"/>
                <a:ext cx="10440" cy="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9E640D4-8901-6712-3F63-B67713E63BB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031640" y="1609160"/>
                  <a:ext cx="22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32F80B7-37FC-0E43-5CB4-C3ED19710D7C}"/>
                    </a:ext>
                  </a:extLst>
                </p14:cNvPr>
                <p14:cNvContentPartPr/>
                <p14:nvPr/>
              </p14:nvContentPartPr>
              <p14:xfrm>
                <a:off x="10081320" y="1666040"/>
                <a:ext cx="825120" cy="328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32F80B7-37FC-0E43-5CB4-C3ED19710D7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075200" y="1659920"/>
                  <a:ext cx="8373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8E0E27A-4BD5-88E6-6599-4C3C9E0E29B9}"/>
                    </a:ext>
                  </a:extLst>
                </p14:cNvPr>
                <p14:cNvContentPartPr/>
                <p14:nvPr/>
              </p14:nvContentPartPr>
              <p14:xfrm>
                <a:off x="10972680" y="1818320"/>
                <a:ext cx="48240" cy="6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8E0E27A-4BD5-88E6-6599-4C3C9E0E29B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966560" y="1812200"/>
                  <a:ext cx="604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F709476-341E-3F08-5766-FA29721B457E}"/>
                    </a:ext>
                  </a:extLst>
                </p14:cNvPr>
                <p14:cNvContentPartPr/>
                <p14:nvPr/>
              </p14:nvContentPartPr>
              <p14:xfrm>
                <a:off x="10891320" y="1686560"/>
                <a:ext cx="360" cy="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F709476-341E-3F08-5766-FA29721B457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885200" y="1680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FB820B7-5ED2-F6C3-1A9B-64C178A87C37}"/>
                    </a:ext>
                  </a:extLst>
                </p14:cNvPr>
                <p14:cNvContentPartPr/>
                <p14:nvPr/>
              </p14:nvContentPartPr>
              <p14:xfrm>
                <a:off x="11165640" y="1574600"/>
                <a:ext cx="158760" cy="247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FB820B7-5ED2-F6C3-1A9B-64C178A87C3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159520" y="1568480"/>
                  <a:ext cx="171000" cy="259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turn: build forward()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weighted sums. Three activations. No training yet.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FOR EXERCISE  |  C05-C06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" y="2029968"/>
            <a:ext cx="6720840" cy="352044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24128" y="2167128"/>
            <a:ext cx="63185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z1 = w11*x1 + w12*x2 + b1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z2 = w21*x1 + w22*x2 + b2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= sigmoid(z1)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= sigmoid(z2)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 = v1*h1 + v2*h2 + bo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= sigmoid(zo)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001000" y="2029968"/>
            <a:ext cx="3520440" cy="352044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001000" y="2029968"/>
            <a:ext cx="59436" cy="3520440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3880" y="218541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183880" y="2761488"/>
            <a:ext cx="315468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parameters zero?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= 0.5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= 0.5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unchanged.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to a partner why the output uses h1 and h2, not raw x1 and x2.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mistake, not a rounded decision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squared error from regression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LIVE  |  C07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1993392"/>
            <a:ext cx="3383280" cy="347472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1993392"/>
            <a:ext cx="59436" cy="347472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prediction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14400" y="2724912"/>
            <a:ext cx="30175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0.519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1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= -0.481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0.232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389120" y="1993392"/>
            <a:ext cx="3383280" cy="347472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89120" y="1993392"/>
            <a:ext cx="59436" cy="3474720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predictions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572000" y="2724912"/>
            <a:ext cx="30175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= average((p-y)^2)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MSE = 0.2515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on every row: 0.25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8046720" y="1993392"/>
            <a:ext cx="3383280" cy="347472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0" y="1993392"/>
            <a:ext cx="59436" cy="347472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22960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distinction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229600" y="2724912"/>
            <a:ext cx="30175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 thresholded decision can still have a large loss.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uses the score.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0.6 -&gt; target 1. What is the squared error?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one parameter. Which way helps?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 measures local sensitivity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PREDICT  |  C08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2057400"/>
            <a:ext cx="3401568" cy="29260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2057400"/>
            <a:ext cx="59436" cy="292608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21284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v1 = 0.49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14400" y="2788920"/>
            <a:ext cx="303580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example's loss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0.233429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407408" y="2057400"/>
            <a:ext cx="3401568" cy="29260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407408" y="2057400"/>
            <a:ext cx="59436" cy="2926080"/>
          </a:xfrm>
          <a:prstGeom prst="rect">
            <a:avLst/>
          </a:prstGeom>
          <a:solidFill>
            <a:srgbClr val="1D3557"/>
          </a:solidFill>
          <a:ln w="889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90288" y="221284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v1 = 0.50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590288" y="2788920"/>
            <a:ext cx="303580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example's loss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0.231717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8083296" y="2057400"/>
            <a:ext cx="3401568" cy="29260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83296" y="2057400"/>
            <a:ext cx="59436" cy="292608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266176" y="221284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v1 = 0.51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266176" y="2788920"/>
            <a:ext cx="303580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example's loss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0.230011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914400" y="52852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increasing v1 a little reduces loss. The local slope is negative.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slope is negative, does gradient descent increase or decrease v1?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follows a chain of influences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notation: how does v1 affect the loss?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 |  C08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" y="2331720"/>
            <a:ext cx="2148840" cy="17830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22960" y="2331720"/>
            <a:ext cx="59436" cy="178308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05840" y="24871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005840" y="3063240"/>
            <a:ext cx="17830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parameter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2999232" y="3200400"/>
            <a:ext cx="58521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703320" y="2331720"/>
            <a:ext cx="2148840" cy="17830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703320" y="2331720"/>
            <a:ext cx="59436" cy="178308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886200" y="24871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3886200" y="3063240"/>
            <a:ext cx="17830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5879592" y="3200400"/>
            <a:ext cx="58521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583680" y="2331720"/>
            <a:ext cx="2148840" cy="17830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583680" y="2331720"/>
            <a:ext cx="59436" cy="178308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766560" y="24871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6766560" y="3063240"/>
            <a:ext cx="17830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output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8759952" y="3200400"/>
            <a:ext cx="58521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9464040" y="2331720"/>
            <a:ext cx="2148840" cy="17830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464040" y="2331720"/>
            <a:ext cx="59436" cy="1783080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646920" y="24871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9646920" y="3063240"/>
            <a:ext cx="17830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(p-y)^2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1097280" y="44897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much?   h1</a:t>
            </a:r>
            <a:endParaRPr lang="en-US" sz="2300" dirty="0"/>
          </a:p>
        </p:txBody>
      </p:sp>
      <p:sp>
        <p:nvSpPr>
          <p:cNvPr id="30" name="Text 27"/>
          <p:cNvSpPr/>
          <p:nvPr/>
        </p:nvSpPr>
        <p:spPr>
          <a:xfrm>
            <a:off x="4873752" y="44897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p(1-p)</a:t>
            </a:r>
            <a:endParaRPr lang="en-US" sz="2300" dirty="0"/>
          </a:p>
        </p:txBody>
      </p:sp>
      <p:sp>
        <p:nvSpPr>
          <p:cNvPr id="31" name="Text 28"/>
          <p:cNvSpPr/>
          <p:nvPr/>
        </p:nvSpPr>
        <p:spPr>
          <a:xfrm>
            <a:off x="7973568" y="44897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2(p-y)</a:t>
            </a:r>
            <a:endParaRPr lang="en-US" sz="2300" dirty="0"/>
          </a:p>
        </p:txBody>
      </p:sp>
      <p:sp>
        <p:nvSpPr>
          <p:cNvPr id="32" name="Shape 29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link would disappear if the incoming activation were zero?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gradient | multiply three local slopes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example, not yet the full training batch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LIVE  |  C08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57400"/>
            <a:ext cx="7315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d_out = 2(p-y) × p(1-p)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777240" y="2779776"/>
            <a:ext cx="7315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dv1 = d_out × h1</a:t>
            </a:r>
            <a:endParaRPr lang="en-US" sz="2900" dirty="0"/>
          </a:p>
        </p:txBody>
      </p:sp>
      <p:sp>
        <p:nvSpPr>
          <p:cNvPr id="12" name="Shape 9"/>
          <p:cNvSpPr/>
          <p:nvPr/>
        </p:nvSpPr>
        <p:spPr>
          <a:xfrm>
            <a:off x="777240" y="3685032"/>
            <a:ext cx="7406640" cy="1444752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78408" y="3822192"/>
            <a:ext cx="70043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d_out = 2 * (prediction - target)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d_out *= prediction * (1 - prediction)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dv1 = d_out * h1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458200" y="2011680"/>
            <a:ext cx="3017520" cy="33832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458200" y="2011680"/>
            <a:ext cx="59436" cy="3383280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41080" y="2167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values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641080" y="2743200"/>
            <a:ext cx="265176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d_out = -0.24035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= 0.71095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dv1 = -0.17088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dv1 suggests which small change to v1?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gradient | add one more link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neuron has no target label of its own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LIVE  |  C09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299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d_hidden1 = d_out × v1 × h1(1-h1)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77240" y="285292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dw11 = d_hidden1 × x1</a:t>
            </a:r>
            <a:endParaRPr lang="en-US" sz="2900" dirty="0"/>
          </a:p>
        </p:txBody>
      </p:sp>
      <p:sp>
        <p:nvSpPr>
          <p:cNvPr id="12" name="Shape 9"/>
          <p:cNvSpPr/>
          <p:nvPr/>
        </p:nvSpPr>
        <p:spPr>
          <a:xfrm>
            <a:off x="777240" y="3767328"/>
            <a:ext cx="5120640" cy="160020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77240" y="3767328"/>
            <a:ext cx="59436" cy="160020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60120" y="392277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x1 = 1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960120" y="4498848"/>
            <a:ext cx="4754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dw11 = -0.02470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6236208" y="3767328"/>
            <a:ext cx="5120640" cy="160020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36208" y="3767328"/>
            <a:ext cx="59436" cy="1600200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19088" y="392277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x2 = 0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419088" y="4498848"/>
            <a:ext cx="4754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dw12 = 0 for this example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the bias gradient be nonzero when an input is zero?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all four examples before updating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their contributions, then take the mean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 |  C10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2057400"/>
            <a:ext cx="2651760" cy="20116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2057400"/>
            <a:ext cx="59436" cy="2011680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212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00 -&gt; 0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14400" y="2788920"/>
            <a:ext cx="22860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dv1 contribution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0.1265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3602736" y="2057400"/>
            <a:ext cx="2651760" cy="20116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602736" y="2057400"/>
            <a:ext cx="59436" cy="201168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785616" y="2212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01 -&gt; 1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3785616" y="2788920"/>
            <a:ext cx="22860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dv1 contribution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-0.1185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6473952" y="2057400"/>
            <a:ext cx="2651760" cy="20116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473952" y="2057400"/>
            <a:ext cx="59436" cy="201168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656832" y="2212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10 -&gt; 1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656832" y="2788920"/>
            <a:ext cx="22860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dv1 contribution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-0.1709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9345168" y="2057400"/>
            <a:ext cx="2651760" cy="20116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345168" y="2057400"/>
            <a:ext cx="59436" cy="2011680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528048" y="2212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11 -&gt; 0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9528048" y="2788920"/>
            <a:ext cx="22860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dv1 contribution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0.1454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2468880" y="468172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dv1 = -0.004376</a:t>
            </a:r>
            <a:endParaRPr lang="en-US" sz="2800" dirty="0"/>
          </a:p>
        </p:txBody>
      </p:sp>
      <p:sp>
        <p:nvSpPr>
          <p:cNvPr id="27" name="Shape 24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every training example necessarily improve after one batch update?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computes. Gradient descent updates.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mix these two jobs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|  C10-C11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" y="2011680"/>
            <a:ext cx="5120640" cy="22402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7240" y="2011680"/>
            <a:ext cx="59436" cy="224028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21671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Compute sensitivities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60120" y="2743200"/>
            <a:ext cx="47548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= backpropagation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change parameters yet.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236208" y="2011680"/>
            <a:ext cx="5120640" cy="22402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36208" y="2011680"/>
            <a:ext cx="59436" cy="2240280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19088" y="21671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Take a small step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419088" y="2743200"/>
            <a:ext cx="47548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= old - rate × gradient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update every parameter.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22960" y="4572000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v1 = 0.5 - 0.1(-0.17088) = 0.51709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822960" y="522122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all nine on this one example: loss 0.23172 -&gt; 0.22176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there a minus sign in the update?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Five-minute reset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one prediction in chat before the break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0" y="23317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every weight</a:t>
            </a:r>
            <a:endParaRPr lang="en-US" sz="3500" dirty="0"/>
          </a:p>
          <a:p>
            <a:pPr marL="0" indent="0" algn="ctr">
              <a:buNone/>
            </a:pPr>
            <a:r>
              <a:rPr lang="en-US" sz="3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bias starts at zero?</a:t>
            </a:r>
            <a:endParaRPr lang="en-US" sz="3500" dirty="0"/>
          </a:p>
        </p:txBody>
      </p:sp>
      <p:sp>
        <p:nvSpPr>
          <p:cNvPr id="11" name="Text 8"/>
          <p:cNvSpPr/>
          <p:nvPr/>
        </p:nvSpPr>
        <p:spPr>
          <a:xfrm>
            <a:off x="1371600" y="427024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two hidden neurons learn different jobs?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learns normally   B: gets stuck   C: need an experiment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same pattern in code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sensitivities produce all nine parameter gradients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LIVE  |  C08-C10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" y="2039112"/>
            <a:ext cx="7406640" cy="352044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78408" y="2176272"/>
            <a:ext cx="70043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d_out = 2 * (p - y) * p * (1 - p)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d_hidden1 = d_out * v1 * h1 * (1 - h1)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d_hidden2 = d_out * v2 * h2 * (1 - h2)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g['v1']  += d_out * h1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g['w11'] += d_hidden1 * x1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Other connections, then average.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439912" y="2039112"/>
            <a:ext cx="3063240" cy="352044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439912" y="2039112"/>
            <a:ext cx="59436" cy="3520440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22792" y="2194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checks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622792" y="2770632"/>
            <a:ext cx="269748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weight updates here.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entries exist.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n once.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formula for dw11 appear in this code?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repeat four familiar steps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parameters learn; no model.fit()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LIVE  |  C11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2029968"/>
            <a:ext cx="10789920" cy="237744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32688" y="2167128"/>
            <a:ext cx="103875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epoch in range(1, epochs + 1):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 = gradients(DATA, params)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name in params: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params[name] -= learning_rate * g[name]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history.append(mean_loss(DATA, params))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731520" y="4690872"/>
            <a:ext cx="5166360" cy="859536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31520" y="4690872"/>
            <a:ext cx="59436" cy="859536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48463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246120" y="4892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g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6217920" y="4690872"/>
            <a:ext cx="5166360" cy="859536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17920" y="4690872"/>
            <a:ext cx="59436" cy="859536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0" y="48463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9144000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params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line changes the trainable numbers?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prediction. Then press Run.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tiny updates on four rows; a fixed starting point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FOR EXERCISE  |  C12-C13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" y="2057400"/>
            <a:ext cx="5120640" cy="33832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7240" y="2057400"/>
            <a:ext cx="59436" cy="338328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2212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run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60120" y="2788920"/>
            <a:ext cx="47548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loss decrease?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every weight change?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every start work equally well?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236208" y="2057400"/>
            <a:ext cx="5120640" cy="338328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36208" y="2057400"/>
            <a:ext cx="59436" cy="3383280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19088" y="2212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to record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419088" y="2788920"/>
            <a:ext cx="47548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and final MSE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continuous scores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decisions at threshold 0.5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observation would convince you that parameters learned from data?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snapshots | 0 epochs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forward to watch the same network improve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BUILD  |  C12-C15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2103120"/>
            <a:ext cx="221894" cy="168554"/>
          </a:xfrm>
          <a:prstGeom prst="rect">
            <a:avLst/>
          </a:prstGeom>
          <a:solidFill>
            <a:srgbClr val="91C9CA"/>
          </a:solidFill>
          <a:ln w="12700">
            <a:solidFill>
              <a:srgbClr val="91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89660" y="2103120"/>
            <a:ext cx="221894" cy="168554"/>
          </a:xfrm>
          <a:prstGeom prst="rect">
            <a:avLst/>
          </a:prstGeom>
          <a:solidFill>
            <a:srgbClr val="90C9CA"/>
          </a:solidFill>
          <a:ln w="12700">
            <a:solidFill>
              <a:srgbClr val="90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310640" y="210312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531620" y="210312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752600" y="210312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973580" y="210312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194560" y="210312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415540" y="210312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636520" y="210312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857500" y="210312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078480" y="2103120"/>
            <a:ext cx="221894" cy="168554"/>
          </a:xfrm>
          <a:prstGeom prst="rect">
            <a:avLst/>
          </a:prstGeom>
          <a:solidFill>
            <a:srgbClr val="8DC7C8"/>
          </a:solidFill>
          <a:ln w="12700">
            <a:solidFill>
              <a:srgbClr val="8DC7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299460" y="2103120"/>
            <a:ext cx="221894" cy="168554"/>
          </a:xfrm>
          <a:prstGeom prst="rect">
            <a:avLst/>
          </a:prstGeom>
          <a:solidFill>
            <a:srgbClr val="8DC7C7"/>
          </a:solidFill>
          <a:ln w="12700">
            <a:solidFill>
              <a:srgbClr val="8D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520440" y="210312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741420" y="210312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962400" y="210312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183380" y="2103120"/>
            <a:ext cx="221894" cy="168554"/>
          </a:xfrm>
          <a:prstGeom prst="rect">
            <a:avLst/>
          </a:prstGeom>
          <a:solidFill>
            <a:srgbClr val="8BC7C7"/>
          </a:solidFill>
          <a:ln w="12700">
            <a:solidFill>
              <a:srgbClr val="8B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404360" y="2103120"/>
            <a:ext cx="221894" cy="168554"/>
          </a:xfrm>
          <a:prstGeom prst="rect">
            <a:avLst/>
          </a:prstGeom>
          <a:solidFill>
            <a:srgbClr val="8BC7C6"/>
          </a:solidFill>
          <a:ln w="12700">
            <a:solidFill>
              <a:srgbClr val="8BC7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625340" y="2103120"/>
            <a:ext cx="221894" cy="168554"/>
          </a:xfrm>
          <a:prstGeom prst="rect">
            <a:avLst/>
          </a:prstGeom>
          <a:solidFill>
            <a:srgbClr val="8BC6C6"/>
          </a:solidFill>
          <a:ln w="12700">
            <a:solidFill>
              <a:srgbClr val="8B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68680" y="227076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089660" y="227076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310640" y="227076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531620" y="227076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1752600" y="227076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973580" y="2270760"/>
            <a:ext cx="221894" cy="168554"/>
          </a:xfrm>
          <a:prstGeom prst="rect">
            <a:avLst/>
          </a:prstGeom>
          <a:solidFill>
            <a:srgbClr val="8FC8C8"/>
          </a:solidFill>
          <a:ln w="12700">
            <a:solidFill>
              <a:srgbClr val="8F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2194560" y="227076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2415540" y="227076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2636520" y="2270760"/>
            <a:ext cx="221894" cy="168554"/>
          </a:xfrm>
          <a:prstGeom prst="rect">
            <a:avLst/>
          </a:prstGeom>
          <a:solidFill>
            <a:srgbClr val="8DC8C8"/>
          </a:solidFill>
          <a:ln w="12700">
            <a:solidFill>
              <a:srgbClr val="8D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2857500" y="2270760"/>
            <a:ext cx="221894" cy="168554"/>
          </a:xfrm>
          <a:prstGeom prst="rect">
            <a:avLst/>
          </a:prstGeom>
          <a:solidFill>
            <a:srgbClr val="8DC7C8"/>
          </a:solidFill>
          <a:ln w="12700">
            <a:solidFill>
              <a:srgbClr val="8DC7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3078480" y="2270760"/>
            <a:ext cx="221894" cy="168554"/>
          </a:xfrm>
          <a:prstGeom prst="rect">
            <a:avLst/>
          </a:prstGeom>
          <a:solidFill>
            <a:srgbClr val="8DC7C7"/>
          </a:solidFill>
          <a:ln w="12700">
            <a:solidFill>
              <a:srgbClr val="8D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3299460" y="227076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3520440" y="227076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3741420" y="227076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3962400" y="2270760"/>
            <a:ext cx="221894" cy="168554"/>
          </a:xfrm>
          <a:prstGeom prst="rect">
            <a:avLst/>
          </a:prstGeom>
          <a:solidFill>
            <a:srgbClr val="8BC7C7"/>
          </a:solidFill>
          <a:ln w="12700">
            <a:solidFill>
              <a:srgbClr val="8B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4183380" y="2270760"/>
            <a:ext cx="221894" cy="168554"/>
          </a:xfrm>
          <a:prstGeom prst="rect">
            <a:avLst/>
          </a:prstGeom>
          <a:solidFill>
            <a:srgbClr val="8BC6C6"/>
          </a:solidFill>
          <a:ln w="12700">
            <a:solidFill>
              <a:srgbClr val="8B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4404360" y="227076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4625340" y="227076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868680" y="243840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1089660" y="243840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1310640" y="243840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1531620" y="243840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1752600" y="243840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1973580" y="243840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2194560" y="243840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2415540" y="2438400"/>
            <a:ext cx="221894" cy="168554"/>
          </a:xfrm>
          <a:prstGeom prst="rect">
            <a:avLst/>
          </a:prstGeom>
          <a:solidFill>
            <a:srgbClr val="8DC8C8"/>
          </a:solidFill>
          <a:ln w="12700">
            <a:solidFill>
              <a:srgbClr val="8D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2636520" y="2438400"/>
            <a:ext cx="221894" cy="168554"/>
          </a:xfrm>
          <a:prstGeom prst="rect">
            <a:avLst/>
          </a:prstGeom>
          <a:solidFill>
            <a:srgbClr val="8DC7C8"/>
          </a:solidFill>
          <a:ln w="12700">
            <a:solidFill>
              <a:srgbClr val="8DC7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2857500" y="2438400"/>
            <a:ext cx="221894" cy="168554"/>
          </a:xfrm>
          <a:prstGeom prst="rect">
            <a:avLst/>
          </a:prstGeom>
          <a:solidFill>
            <a:srgbClr val="8DC7C7"/>
          </a:solidFill>
          <a:ln w="12700">
            <a:solidFill>
              <a:srgbClr val="8D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3078480" y="243840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3299460" y="243840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3520440" y="2438400"/>
            <a:ext cx="221894" cy="168554"/>
          </a:xfrm>
          <a:prstGeom prst="rect">
            <a:avLst/>
          </a:prstGeom>
          <a:solidFill>
            <a:srgbClr val="8BC7C7"/>
          </a:solidFill>
          <a:ln w="12700">
            <a:solidFill>
              <a:srgbClr val="8B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3741420" y="2438400"/>
            <a:ext cx="221894" cy="168554"/>
          </a:xfrm>
          <a:prstGeom prst="rect">
            <a:avLst/>
          </a:prstGeom>
          <a:solidFill>
            <a:srgbClr val="8BC7C6"/>
          </a:solidFill>
          <a:ln w="12700">
            <a:solidFill>
              <a:srgbClr val="8BC7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3962400" y="2438400"/>
            <a:ext cx="221894" cy="168554"/>
          </a:xfrm>
          <a:prstGeom prst="rect">
            <a:avLst/>
          </a:prstGeom>
          <a:solidFill>
            <a:srgbClr val="8BC6C6"/>
          </a:solidFill>
          <a:ln w="12700">
            <a:solidFill>
              <a:srgbClr val="8B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4183380" y="243840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4404360" y="243840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4625340" y="243840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868680" y="260604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1089660" y="260604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1310640" y="260604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1531620" y="260604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1752600" y="260604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1973580" y="260604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2194560" y="2606040"/>
            <a:ext cx="221894" cy="168554"/>
          </a:xfrm>
          <a:prstGeom prst="rect">
            <a:avLst/>
          </a:prstGeom>
          <a:solidFill>
            <a:srgbClr val="8DC8C8"/>
          </a:solidFill>
          <a:ln w="12700">
            <a:solidFill>
              <a:srgbClr val="8D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2415540" y="2606040"/>
            <a:ext cx="221894" cy="168554"/>
          </a:xfrm>
          <a:prstGeom prst="rect">
            <a:avLst/>
          </a:prstGeom>
          <a:solidFill>
            <a:srgbClr val="8DC7C7"/>
          </a:solidFill>
          <a:ln w="12700">
            <a:solidFill>
              <a:srgbClr val="8D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2636520" y="260604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0"/>
          <p:cNvSpPr/>
          <p:nvPr/>
        </p:nvSpPr>
        <p:spPr>
          <a:xfrm>
            <a:off x="2857500" y="260604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1"/>
          <p:cNvSpPr/>
          <p:nvPr/>
        </p:nvSpPr>
        <p:spPr>
          <a:xfrm>
            <a:off x="3078480" y="260604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2"/>
          <p:cNvSpPr/>
          <p:nvPr/>
        </p:nvSpPr>
        <p:spPr>
          <a:xfrm>
            <a:off x="3299460" y="2606040"/>
            <a:ext cx="221894" cy="168554"/>
          </a:xfrm>
          <a:prstGeom prst="rect">
            <a:avLst/>
          </a:prstGeom>
          <a:solidFill>
            <a:srgbClr val="8BC7C7"/>
          </a:solidFill>
          <a:ln w="12700">
            <a:solidFill>
              <a:srgbClr val="8B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3"/>
          <p:cNvSpPr/>
          <p:nvPr/>
        </p:nvSpPr>
        <p:spPr>
          <a:xfrm>
            <a:off x="3520440" y="2606040"/>
            <a:ext cx="221894" cy="168554"/>
          </a:xfrm>
          <a:prstGeom prst="rect">
            <a:avLst/>
          </a:prstGeom>
          <a:solidFill>
            <a:srgbClr val="8BC7C6"/>
          </a:solidFill>
          <a:ln w="12700">
            <a:solidFill>
              <a:srgbClr val="8BC7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4"/>
          <p:cNvSpPr/>
          <p:nvPr/>
        </p:nvSpPr>
        <p:spPr>
          <a:xfrm>
            <a:off x="3741420" y="2606040"/>
            <a:ext cx="221894" cy="168554"/>
          </a:xfrm>
          <a:prstGeom prst="rect">
            <a:avLst/>
          </a:prstGeom>
          <a:solidFill>
            <a:srgbClr val="8BC6C6"/>
          </a:solidFill>
          <a:ln w="12700">
            <a:solidFill>
              <a:srgbClr val="8B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3962400" y="260604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6"/>
          <p:cNvSpPr/>
          <p:nvPr/>
        </p:nvSpPr>
        <p:spPr>
          <a:xfrm>
            <a:off x="4183380" y="260604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7"/>
          <p:cNvSpPr/>
          <p:nvPr/>
        </p:nvSpPr>
        <p:spPr>
          <a:xfrm>
            <a:off x="4404360" y="2606040"/>
            <a:ext cx="221894" cy="168554"/>
          </a:xfrm>
          <a:prstGeom prst="rect">
            <a:avLst/>
          </a:prstGeom>
          <a:solidFill>
            <a:srgbClr val="89C6C6"/>
          </a:solidFill>
          <a:ln w="12700">
            <a:solidFill>
              <a:srgbClr val="89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8"/>
          <p:cNvSpPr/>
          <p:nvPr/>
        </p:nvSpPr>
        <p:spPr>
          <a:xfrm>
            <a:off x="4625340" y="260604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9"/>
          <p:cNvSpPr/>
          <p:nvPr/>
        </p:nvSpPr>
        <p:spPr>
          <a:xfrm>
            <a:off x="868680" y="277368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0"/>
          <p:cNvSpPr/>
          <p:nvPr/>
        </p:nvSpPr>
        <p:spPr>
          <a:xfrm>
            <a:off x="1089660" y="2773680"/>
            <a:ext cx="221894" cy="168554"/>
          </a:xfrm>
          <a:prstGeom prst="rect">
            <a:avLst/>
          </a:prstGeom>
          <a:solidFill>
            <a:srgbClr val="8FC8C8"/>
          </a:solidFill>
          <a:ln w="12700">
            <a:solidFill>
              <a:srgbClr val="8F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1"/>
          <p:cNvSpPr/>
          <p:nvPr/>
        </p:nvSpPr>
        <p:spPr>
          <a:xfrm>
            <a:off x="1310640" y="277368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2"/>
          <p:cNvSpPr/>
          <p:nvPr/>
        </p:nvSpPr>
        <p:spPr>
          <a:xfrm>
            <a:off x="1531620" y="277368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3"/>
          <p:cNvSpPr/>
          <p:nvPr/>
        </p:nvSpPr>
        <p:spPr>
          <a:xfrm>
            <a:off x="1752600" y="2773680"/>
            <a:ext cx="221894" cy="168554"/>
          </a:xfrm>
          <a:prstGeom prst="rect">
            <a:avLst/>
          </a:prstGeom>
          <a:solidFill>
            <a:srgbClr val="8DC8C8"/>
          </a:solidFill>
          <a:ln w="12700">
            <a:solidFill>
              <a:srgbClr val="8D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4"/>
          <p:cNvSpPr/>
          <p:nvPr/>
        </p:nvSpPr>
        <p:spPr>
          <a:xfrm>
            <a:off x="1973580" y="2773680"/>
            <a:ext cx="221894" cy="168554"/>
          </a:xfrm>
          <a:prstGeom prst="rect">
            <a:avLst/>
          </a:prstGeom>
          <a:solidFill>
            <a:srgbClr val="8DC7C8"/>
          </a:solidFill>
          <a:ln w="12700">
            <a:solidFill>
              <a:srgbClr val="8DC7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5"/>
          <p:cNvSpPr/>
          <p:nvPr/>
        </p:nvSpPr>
        <p:spPr>
          <a:xfrm>
            <a:off x="2194560" y="2773680"/>
            <a:ext cx="221894" cy="168554"/>
          </a:xfrm>
          <a:prstGeom prst="rect">
            <a:avLst/>
          </a:prstGeom>
          <a:solidFill>
            <a:srgbClr val="8DC7C7"/>
          </a:solidFill>
          <a:ln w="12700">
            <a:solidFill>
              <a:srgbClr val="8D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6"/>
          <p:cNvSpPr/>
          <p:nvPr/>
        </p:nvSpPr>
        <p:spPr>
          <a:xfrm>
            <a:off x="2415540" y="277368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7"/>
          <p:cNvSpPr/>
          <p:nvPr/>
        </p:nvSpPr>
        <p:spPr>
          <a:xfrm>
            <a:off x="2636520" y="277368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8"/>
          <p:cNvSpPr/>
          <p:nvPr/>
        </p:nvSpPr>
        <p:spPr>
          <a:xfrm>
            <a:off x="2857500" y="277368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89"/>
          <p:cNvSpPr/>
          <p:nvPr/>
        </p:nvSpPr>
        <p:spPr>
          <a:xfrm>
            <a:off x="3078480" y="2773680"/>
            <a:ext cx="221894" cy="168554"/>
          </a:xfrm>
          <a:prstGeom prst="rect">
            <a:avLst/>
          </a:prstGeom>
          <a:solidFill>
            <a:srgbClr val="8BC7C7"/>
          </a:solidFill>
          <a:ln w="12700">
            <a:solidFill>
              <a:srgbClr val="8B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0"/>
          <p:cNvSpPr/>
          <p:nvPr/>
        </p:nvSpPr>
        <p:spPr>
          <a:xfrm>
            <a:off x="3299460" y="2773680"/>
            <a:ext cx="221894" cy="168554"/>
          </a:xfrm>
          <a:prstGeom prst="rect">
            <a:avLst/>
          </a:prstGeom>
          <a:solidFill>
            <a:srgbClr val="8BC6C6"/>
          </a:solidFill>
          <a:ln w="12700">
            <a:solidFill>
              <a:srgbClr val="8B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1"/>
          <p:cNvSpPr/>
          <p:nvPr/>
        </p:nvSpPr>
        <p:spPr>
          <a:xfrm>
            <a:off x="3520440" y="277368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2"/>
          <p:cNvSpPr/>
          <p:nvPr/>
        </p:nvSpPr>
        <p:spPr>
          <a:xfrm>
            <a:off x="3741420" y="277368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3"/>
          <p:cNvSpPr/>
          <p:nvPr/>
        </p:nvSpPr>
        <p:spPr>
          <a:xfrm>
            <a:off x="3962400" y="277368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4"/>
          <p:cNvSpPr/>
          <p:nvPr/>
        </p:nvSpPr>
        <p:spPr>
          <a:xfrm>
            <a:off x="4183380" y="277368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5"/>
          <p:cNvSpPr/>
          <p:nvPr/>
        </p:nvSpPr>
        <p:spPr>
          <a:xfrm>
            <a:off x="4404360" y="277368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6"/>
          <p:cNvSpPr/>
          <p:nvPr/>
        </p:nvSpPr>
        <p:spPr>
          <a:xfrm>
            <a:off x="4625340" y="277368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7"/>
          <p:cNvSpPr/>
          <p:nvPr/>
        </p:nvSpPr>
        <p:spPr>
          <a:xfrm>
            <a:off x="868680" y="294132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8"/>
          <p:cNvSpPr/>
          <p:nvPr/>
        </p:nvSpPr>
        <p:spPr>
          <a:xfrm>
            <a:off x="1089660" y="294132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99"/>
          <p:cNvSpPr/>
          <p:nvPr/>
        </p:nvSpPr>
        <p:spPr>
          <a:xfrm>
            <a:off x="1310640" y="294132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0"/>
          <p:cNvSpPr/>
          <p:nvPr/>
        </p:nvSpPr>
        <p:spPr>
          <a:xfrm>
            <a:off x="1531620" y="2941320"/>
            <a:ext cx="221894" cy="168554"/>
          </a:xfrm>
          <a:prstGeom prst="rect">
            <a:avLst/>
          </a:prstGeom>
          <a:solidFill>
            <a:srgbClr val="8DC8C8"/>
          </a:solidFill>
          <a:ln w="12700">
            <a:solidFill>
              <a:srgbClr val="8D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1"/>
          <p:cNvSpPr/>
          <p:nvPr/>
        </p:nvSpPr>
        <p:spPr>
          <a:xfrm>
            <a:off x="1752600" y="2941320"/>
            <a:ext cx="221894" cy="168554"/>
          </a:xfrm>
          <a:prstGeom prst="rect">
            <a:avLst/>
          </a:prstGeom>
          <a:solidFill>
            <a:srgbClr val="8DC7C8"/>
          </a:solidFill>
          <a:ln w="12700">
            <a:solidFill>
              <a:srgbClr val="8DC7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2"/>
          <p:cNvSpPr/>
          <p:nvPr/>
        </p:nvSpPr>
        <p:spPr>
          <a:xfrm>
            <a:off x="1973580" y="2941320"/>
            <a:ext cx="221894" cy="168554"/>
          </a:xfrm>
          <a:prstGeom prst="rect">
            <a:avLst/>
          </a:prstGeom>
          <a:solidFill>
            <a:srgbClr val="8DC7C7"/>
          </a:solidFill>
          <a:ln w="12700">
            <a:solidFill>
              <a:srgbClr val="8D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3"/>
          <p:cNvSpPr/>
          <p:nvPr/>
        </p:nvSpPr>
        <p:spPr>
          <a:xfrm>
            <a:off x="2194560" y="294132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4"/>
          <p:cNvSpPr/>
          <p:nvPr/>
        </p:nvSpPr>
        <p:spPr>
          <a:xfrm>
            <a:off x="2415540" y="294132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5"/>
          <p:cNvSpPr/>
          <p:nvPr/>
        </p:nvSpPr>
        <p:spPr>
          <a:xfrm>
            <a:off x="2636520" y="2941320"/>
            <a:ext cx="221894" cy="168554"/>
          </a:xfrm>
          <a:prstGeom prst="rect">
            <a:avLst/>
          </a:prstGeom>
          <a:solidFill>
            <a:srgbClr val="8BC7C7"/>
          </a:solidFill>
          <a:ln w="12700">
            <a:solidFill>
              <a:srgbClr val="8B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6"/>
          <p:cNvSpPr/>
          <p:nvPr/>
        </p:nvSpPr>
        <p:spPr>
          <a:xfrm>
            <a:off x="2857500" y="2941320"/>
            <a:ext cx="221894" cy="168554"/>
          </a:xfrm>
          <a:prstGeom prst="rect">
            <a:avLst/>
          </a:prstGeom>
          <a:solidFill>
            <a:srgbClr val="8BC7C6"/>
          </a:solidFill>
          <a:ln w="12700">
            <a:solidFill>
              <a:srgbClr val="8BC7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7"/>
          <p:cNvSpPr/>
          <p:nvPr/>
        </p:nvSpPr>
        <p:spPr>
          <a:xfrm>
            <a:off x="3078480" y="2941320"/>
            <a:ext cx="221894" cy="168554"/>
          </a:xfrm>
          <a:prstGeom prst="rect">
            <a:avLst/>
          </a:prstGeom>
          <a:solidFill>
            <a:srgbClr val="8BC6C6"/>
          </a:solidFill>
          <a:ln w="12700">
            <a:solidFill>
              <a:srgbClr val="8B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8"/>
          <p:cNvSpPr/>
          <p:nvPr/>
        </p:nvSpPr>
        <p:spPr>
          <a:xfrm>
            <a:off x="3299460" y="294132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09"/>
          <p:cNvSpPr/>
          <p:nvPr/>
        </p:nvSpPr>
        <p:spPr>
          <a:xfrm>
            <a:off x="3520440" y="294132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0"/>
          <p:cNvSpPr/>
          <p:nvPr/>
        </p:nvSpPr>
        <p:spPr>
          <a:xfrm>
            <a:off x="3741420" y="294132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1"/>
          <p:cNvSpPr/>
          <p:nvPr/>
        </p:nvSpPr>
        <p:spPr>
          <a:xfrm>
            <a:off x="3962400" y="294132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2"/>
          <p:cNvSpPr/>
          <p:nvPr/>
        </p:nvSpPr>
        <p:spPr>
          <a:xfrm>
            <a:off x="4183380" y="294132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3"/>
          <p:cNvSpPr/>
          <p:nvPr/>
        </p:nvSpPr>
        <p:spPr>
          <a:xfrm>
            <a:off x="4404360" y="294132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4"/>
          <p:cNvSpPr/>
          <p:nvPr/>
        </p:nvSpPr>
        <p:spPr>
          <a:xfrm>
            <a:off x="4625340" y="294132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5"/>
          <p:cNvSpPr/>
          <p:nvPr/>
        </p:nvSpPr>
        <p:spPr>
          <a:xfrm>
            <a:off x="868680" y="310896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6"/>
          <p:cNvSpPr/>
          <p:nvPr/>
        </p:nvSpPr>
        <p:spPr>
          <a:xfrm>
            <a:off x="1089660" y="310896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7"/>
          <p:cNvSpPr/>
          <p:nvPr/>
        </p:nvSpPr>
        <p:spPr>
          <a:xfrm>
            <a:off x="1310640" y="3108960"/>
            <a:ext cx="221894" cy="168554"/>
          </a:xfrm>
          <a:prstGeom prst="rect">
            <a:avLst/>
          </a:prstGeom>
          <a:solidFill>
            <a:srgbClr val="8DC8C8"/>
          </a:solidFill>
          <a:ln w="12700">
            <a:solidFill>
              <a:srgbClr val="8D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8"/>
          <p:cNvSpPr/>
          <p:nvPr/>
        </p:nvSpPr>
        <p:spPr>
          <a:xfrm>
            <a:off x="1531620" y="3108960"/>
            <a:ext cx="221894" cy="168554"/>
          </a:xfrm>
          <a:prstGeom prst="rect">
            <a:avLst/>
          </a:prstGeom>
          <a:solidFill>
            <a:srgbClr val="8DC7C7"/>
          </a:solidFill>
          <a:ln w="12700">
            <a:solidFill>
              <a:srgbClr val="8D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19"/>
          <p:cNvSpPr/>
          <p:nvPr/>
        </p:nvSpPr>
        <p:spPr>
          <a:xfrm>
            <a:off x="1752600" y="310896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0"/>
          <p:cNvSpPr/>
          <p:nvPr/>
        </p:nvSpPr>
        <p:spPr>
          <a:xfrm>
            <a:off x="1973580" y="310896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1"/>
          <p:cNvSpPr/>
          <p:nvPr/>
        </p:nvSpPr>
        <p:spPr>
          <a:xfrm>
            <a:off x="2194560" y="310896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2"/>
          <p:cNvSpPr/>
          <p:nvPr/>
        </p:nvSpPr>
        <p:spPr>
          <a:xfrm>
            <a:off x="2415540" y="3108960"/>
            <a:ext cx="221894" cy="168554"/>
          </a:xfrm>
          <a:prstGeom prst="rect">
            <a:avLst/>
          </a:prstGeom>
          <a:solidFill>
            <a:srgbClr val="8BC7C7"/>
          </a:solidFill>
          <a:ln w="12700">
            <a:solidFill>
              <a:srgbClr val="8B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3"/>
          <p:cNvSpPr/>
          <p:nvPr/>
        </p:nvSpPr>
        <p:spPr>
          <a:xfrm>
            <a:off x="2636520" y="3108960"/>
            <a:ext cx="221894" cy="168554"/>
          </a:xfrm>
          <a:prstGeom prst="rect">
            <a:avLst/>
          </a:prstGeom>
          <a:solidFill>
            <a:srgbClr val="8BC7C6"/>
          </a:solidFill>
          <a:ln w="12700">
            <a:solidFill>
              <a:srgbClr val="8BC7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4"/>
          <p:cNvSpPr/>
          <p:nvPr/>
        </p:nvSpPr>
        <p:spPr>
          <a:xfrm>
            <a:off x="2857500" y="3108960"/>
            <a:ext cx="221894" cy="168554"/>
          </a:xfrm>
          <a:prstGeom prst="rect">
            <a:avLst/>
          </a:prstGeom>
          <a:solidFill>
            <a:srgbClr val="8BC6C6"/>
          </a:solidFill>
          <a:ln w="12700">
            <a:solidFill>
              <a:srgbClr val="8B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5"/>
          <p:cNvSpPr/>
          <p:nvPr/>
        </p:nvSpPr>
        <p:spPr>
          <a:xfrm>
            <a:off x="3078480" y="310896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6"/>
          <p:cNvSpPr/>
          <p:nvPr/>
        </p:nvSpPr>
        <p:spPr>
          <a:xfrm>
            <a:off x="3299460" y="310896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7"/>
          <p:cNvSpPr/>
          <p:nvPr/>
        </p:nvSpPr>
        <p:spPr>
          <a:xfrm>
            <a:off x="3520440" y="3108960"/>
            <a:ext cx="221894" cy="168554"/>
          </a:xfrm>
          <a:prstGeom prst="rect">
            <a:avLst/>
          </a:prstGeom>
          <a:solidFill>
            <a:srgbClr val="89C6C6"/>
          </a:solidFill>
          <a:ln w="12700">
            <a:solidFill>
              <a:srgbClr val="89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8"/>
          <p:cNvSpPr/>
          <p:nvPr/>
        </p:nvSpPr>
        <p:spPr>
          <a:xfrm>
            <a:off x="3741420" y="310896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29"/>
          <p:cNvSpPr/>
          <p:nvPr/>
        </p:nvSpPr>
        <p:spPr>
          <a:xfrm>
            <a:off x="3962400" y="310896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0"/>
          <p:cNvSpPr/>
          <p:nvPr/>
        </p:nvSpPr>
        <p:spPr>
          <a:xfrm>
            <a:off x="4183380" y="310896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1"/>
          <p:cNvSpPr/>
          <p:nvPr/>
        </p:nvSpPr>
        <p:spPr>
          <a:xfrm>
            <a:off x="4404360" y="310896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2"/>
          <p:cNvSpPr/>
          <p:nvPr/>
        </p:nvSpPr>
        <p:spPr>
          <a:xfrm>
            <a:off x="4625340" y="3108960"/>
            <a:ext cx="221894" cy="168554"/>
          </a:xfrm>
          <a:prstGeom prst="rect">
            <a:avLst/>
          </a:prstGeom>
          <a:solidFill>
            <a:srgbClr val="88C5C4"/>
          </a:solidFill>
          <a:ln w="12700">
            <a:solidFill>
              <a:srgbClr val="88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3"/>
          <p:cNvSpPr/>
          <p:nvPr/>
        </p:nvSpPr>
        <p:spPr>
          <a:xfrm>
            <a:off x="868680" y="3276600"/>
            <a:ext cx="221894" cy="168554"/>
          </a:xfrm>
          <a:prstGeom prst="rect">
            <a:avLst/>
          </a:prstGeom>
          <a:solidFill>
            <a:srgbClr val="8DC8C8"/>
          </a:solidFill>
          <a:ln w="12700">
            <a:solidFill>
              <a:srgbClr val="8D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4"/>
          <p:cNvSpPr/>
          <p:nvPr/>
        </p:nvSpPr>
        <p:spPr>
          <a:xfrm>
            <a:off x="1089660" y="3276600"/>
            <a:ext cx="221894" cy="168554"/>
          </a:xfrm>
          <a:prstGeom prst="rect">
            <a:avLst/>
          </a:prstGeom>
          <a:solidFill>
            <a:srgbClr val="8DC7C8"/>
          </a:solidFill>
          <a:ln w="12700">
            <a:solidFill>
              <a:srgbClr val="8DC7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5"/>
          <p:cNvSpPr/>
          <p:nvPr/>
        </p:nvSpPr>
        <p:spPr>
          <a:xfrm>
            <a:off x="1310640" y="3276600"/>
            <a:ext cx="221894" cy="168554"/>
          </a:xfrm>
          <a:prstGeom prst="rect">
            <a:avLst/>
          </a:prstGeom>
          <a:solidFill>
            <a:srgbClr val="8DC7C7"/>
          </a:solidFill>
          <a:ln w="12700">
            <a:solidFill>
              <a:srgbClr val="8D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6"/>
          <p:cNvSpPr/>
          <p:nvPr/>
        </p:nvSpPr>
        <p:spPr>
          <a:xfrm>
            <a:off x="1531620" y="327660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7"/>
          <p:cNvSpPr/>
          <p:nvPr/>
        </p:nvSpPr>
        <p:spPr>
          <a:xfrm>
            <a:off x="1752600" y="327660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8"/>
          <p:cNvSpPr/>
          <p:nvPr/>
        </p:nvSpPr>
        <p:spPr>
          <a:xfrm>
            <a:off x="1973580" y="327660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39"/>
          <p:cNvSpPr/>
          <p:nvPr/>
        </p:nvSpPr>
        <p:spPr>
          <a:xfrm>
            <a:off x="2194560" y="3276600"/>
            <a:ext cx="221894" cy="168554"/>
          </a:xfrm>
          <a:prstGeom prst="rect">
            <a:avLst/>
          </a:prstGeom>
          <a:solidFill>
            <a:srgbClr val="8BC7C7"/>
          </a:solidFill>
          <a:ln w="12700">
            <a:solidFill>
              <a:srgbClr val="8B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0"/>
          <p:cNvSpPr/>
          <p:nvPr/>
        </p:nvSpPr>
        <p:spPr>
          <a:xfrm>
            <a:off x="2415540" y="3276600"/>
            <a:ext cx="221894" cy="168554"/>
          </a:xfrm>
          <a:prstGeom prst="rect">
            <a:avLst/>
          </a:prstGeom>
          <a:solidFill>
            <a:srgbClr val="8BC6C6"/>
          </a:solidFill>
          <a:ln w="12700">
            <a:solidFill>
              <a:srgbClr val="8B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1"/>
          <p:cNvSpPr/>
          <p:nvPr/>
        </p:nvSpPr>
        <p:spPr>
          <a:xfrm>
            <a:off x="2636520" y="327660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2"/>
          <p:cNvSpPr/>
          <p:nvPr/>
        </p:nvSpPr>
        <p:spPr>
          <a:xfrm>
            <a:off x="2857500" y="327660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3"/>
          <p:cNvSpPr/>
          <p:nvPr/>
        </p:nvSpPr>
        <p:spPr>
          <a:xfrm>
            <a:off x="3078480" y="327660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4"/>
          <p:cNvSpPr/>
          <p:nvPr/>
        </p:nvSpPr>
        <p:spPr>
          <a:xfrm>
            <a:off x="3299460" y="327660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5"/>
          <p:cNvSpPr/>
          <p:nvPr/>
        </p:nvSpPr>
        <p:spPr>
          <a:xfrm>
            <a:off x="3520440" y="327660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6"/>
          <p:cNvSpPr/>
          <p:nvPr/>
        </p:nvSpPr>
        <p:spPr>
          <a:xfrm>
            <a:off x="3741420" y="327660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7"/>
          <p:cNvSpPr/>
          <p:nvPr/>
        </p:nvSpPr>
        <p:spPr>
          <a:xfrm>
            <a:off x="3962400" y="327660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8"/>
          <p:cNvSpPr/>
          <p:nvPr/>
        </p:nvSpPr>
        <p:spPr>
          <a:xfrm>
            <a:off x="4183380" y="327660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49"/>
          <p:cNvSpPr/>
          <p:nvPr/>
        </p:nvSpPr>
        <p:spPr>
          <a:xfrm>
            <a:off x="4404360" y="327660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0"/>
          <p:cNvSpPr/>
          <p:nvPr/>
        </p:nvSpPr>
        <p:spPr>
          <a:xfrm>
            <a:off x="4625340" y="327660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1"/>
          <p:cNvSpPr/>
          <p:nvPr/>
        </p:nvSpPr>
        <p:spPr>
          <a:xfrm>
            <a:off x="868680" y="3444240"/>
            <a:ext cx="221894" cy="168554"/>
          </a:xfrm>
          <a:prstGeom prst="rect">
            <a:avLst/>
          </a:prstGeom>
          <a:solidFill>
            <a:srgbClr val="8DC7C8"/>
          </a:solidFill>
          <a:ln w="12700">
            <a:solidFill>
              <a:srgbClr val="8DC7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2"/>
          <p:cNvSpPr/>
          <p:nvPr/>
        </p:nvSpPr>
        <p:spPr>
          <a:xfrm>
            <a:off x="1089660" y="3444240"/>
            <a:ext cx="221894" cy="168554"/>
          </a:xfrm>
          <a:prstGeom prst="rect">
            <a:avLst/>
          </a:prstGeom>
          <a:solidFill>
            <a:srgbClr val="8DC7C7"/>
          </a:solidFill>
          <a:ln w="12700">
            <a:solidFill>
              <a:srgbClr val="8D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3"/>
          <p:cNvSpPr/>
          <p:nvPr/>
        </p:nvSpPr>
        <p:spPr>
          <a:xfrm>
            <a:off x="1310640" y="344424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4"/>
          <p:cNvSpPr/>
          <p:nvPr/>
        </p:nvSpPr>
        <p:spPr>
          <a:xfrm>
            <a:off x="1531620" y="344424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5"/>
          <p:cNvSpPr/>
          <p:nvPr/>
        </p:nvSpPr>
        <p:spPr>
          <a:xfrm>
            <a:off x="1752600" y="3444240"/>
            <a:ext cx="221894" cy="168554"/>
          </a:xfrm>
          <a:prstGeom prst="rect">
            <a:avLst/>
          </a:prstGeom>
          <a:solidFill>
            <a:srgbClr val="8BC7C7"/>
          </a:solidFill>
          <a:ln w="12700">
            <a:solidFill>
              <a:srgbClr val="8B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6"/>
          <p:cNvSpPr/>
          <p:nvPr/>
        </p:nvSpPr>
        <p:spPr>
          <a:xfrm>
            <a:off x="1973580" y="3444240"/>
            <a:ext cx="221894" cy="168554"/>
          </a:xfrm>
          <a:prstGeom prst="rect">
            <a:avLst/>
          </a:prstGeom>
          <a:solidFill>
            <a:srgbClr val="8BC7C6"/>
          </a:solidFill>
          <a:ln w="12700">
            <a:solidFill>
              <a:srgbClr val="8BC7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7"/>
          <p:cNvSpPr/>
          <p:nvPr/>
        </p:nvSpPr>
        <p:spPr>
          <a:xfrm>
            <a:off x="2194560" y="3444240"/>
            <a:ext cx="221894" cy="168554"/>
          </a:xfrm>
          <a:prstGeom prst="rect">
            <a:avLst/>
          </a:prstGeom>
          <a:solidFill>
            <a:srgbClr val="8BC6C6"/>
          </a:solidFill>
          <a:ln w="12700">
            <a:solidFill>
              <a:srgbClr val="8B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8"/>
          <p:cNvSpPr/>
          <p:nvPr/>
        </p:nvSpPr>
        <p:spPr>
          <a:xfrm>
            <a:off x="2415540" y="344424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59"/>
          <p:cNvSpPr/>
          <p:nvPr/>
        </p:nvSpPr>
        <p:spPr>
          <a:xfrm>
            <a:off x="2636520" y="344424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0"/>
          <p:cNvSpPr/>
          <p:nvPr/>
        </p:nvSpPr>
        <p:spPr>
          <a:xfrm>
            <a:off x="2857500" y="344424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1"/>
          <p:cNvSpPr/>
          <p:nvPr/>
        </p:nvSpPr>
        <p:spPr>
          <a:xfrm>
            <a:off x="3078480" y="344424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2"/>
          <p:cNvSpPr/>
          <p:nvPr/>
        </p:nvSpPr>
        <p:spPr>
          <a:xfrm>
            <a:off x="3299460" y="344424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3"/>
          <p:cNvSpPr/>
          <p:nvPr/>
        </p:nvSpPr>
        <p:spPr>
          <a:xfrm>
            <a:off x="3520440" y="344424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4"/>
          <p:cNvSpPr/>
          <p:nvPr/>
        </p:nvSpPr>
        <p:spPr>
          <a:xfrm>
            <a:off x="3741420" y="344424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5"/>
          <p:cNvSpPr/>
          <p:nvPr/>
        </p:nvSpPr>
        <p:spPr>
          <a:xfrm>
            <a:off x="3962400" y="344424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6"/>
          <p:cNvSpPr/>
          <p:nvPr/>
        </p:nvSpPr>
        <p:spPr>
          <a:xfrm>
            <a:off x="4183380" y="344424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7"/>
          <p:cNvSpPr/>
          <p:nvPr/>
        </p:nvSpPr>
        <p:spPr>
          <a:xfrm>
            <a:off x="4404360" y="344424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8"/>
          <p:cNvSpPr/>
          <p:nvPr/>
        </p:nvSpPr>
        <p:spPr>
          <a:xfrm>
            <a:off x="4625340" y="344424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69"/>
          <p:cNvSpPr/>
          <p:nvPr/>
        </p:nvSpPr>
        <p:spPr>
          <a:xfrm>
            <a:off x="868680" y="361188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0"/>
          <p:cNvSpPr/>
          <p:nvPr/>
        </p:nvSpPr>
        <p:spPr>
          <a:xfrm>
            <a:off x="1089660" y="361188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1"/>
          <p:cNvSpPr/>
          <p:nvPr/>
        </p:nvSpPr>
        <p:spPr>
          <a:xfrm>
            <a:off x="1310640" y="361188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2"/>
          <p:cNvSpPr/>
          <p:nvPr/>
        </p:nvSpPr>
        <p:spPr>
          <a:xfrm>
            <a:off x="1531620" y="3611880"/>
            <a:ext cx="221894" cy="168554"/>
          </a:xfrm>
          <a:prstGeom prst="rect">
            <a:avLst/>
          </a:prstGeom>
          <a:solidFill>
            <a:srgbClr val="8BC7C7"/>
          </a:solidFill>
          <a:ln w="12700">
            <a:solidFill>
              <a:srgbClr val="8B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3"/>
          <p:cNvSpPr/>
          <p:nvPr/>
        </p:nvSpPr>
        <p:spPr>
          <a:xfrm>
            <a:off x="1752600" y="3611880"/>
            <a:ext cx="221894" cy="168554"/>
          </a:xfrm>
          <a:prstGeom prst="rect">
            <a:avLst/>
          </a:prstGeom>
          <a:solidFill>
            <a:srgbClr val="8BC7C6"/>
          </a:solidFill>
          <a:ln w="12700">
            <a:solidFill>
              <a:srgbClr val="8BC7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4"/>
          <p:cNvSpPr/>
          <p:nvPr/>
        </p:nvSpPr>
        <p:spPr>
          <a:xfrm>
            <a:off x="1973580" y="3611880"/>
            <a:ext cx="221894" cy="168554"/>
          </a:xfrm>
          <a:prstGeom prst="rect">
            <a:avLst/>
          </a:prstGeom>
          <a:solidFill>
            <a:srgbClr val="8BC6C6"/>
          </a:solidFill>
          <a:ln w="12700">
            <a:solidFill>
              <a:srgbClr val="8B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5"/>
          <p:cNvSpPr/>
          <p:nvPr/>
        </p:nvSpPr>
        <p:spPr>
          <a:xfrm>
            <a:off x="2194560" y="361188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6"/>
          <p:cNvSpPr/>
          <p:nvPr/>
        </p:nvSpPr>
        <p:spPr>
          <a:xfrm>
            <a:off x="2415540" y="361188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7"/>
          <p:cNvSpPr/>
          <p:nvPr/>
        </p:nvSpPr>
        <p:spPr>
          <a:xfrm>
            <a:off x="2636520" y="361188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8"/>
          <p:cNvSpPr/>
          <p:nvPr/>
        </p:nvSpPr>
        <p:spPr>
          <a:xfrm>
            <a:off x="2857500" y="361188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79"/>
          <p:cNvSpPr/>
          <p:nvPr/>
        </p:nvSpPr>
        <p:spPr>
          <a:xfrm>
            <a:off x="3078480" y="361188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0"/>
          <p:cNvSpPr/>
          <p:nvPr/>
        </p:nvSpPr>
        <p:spPr>
          <a:xfrm>
            <a:off x="3299460" y="361188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1"/>
          <p:cNvSpPr/>
          <p:nvPr/>
        </p:nvSpPr>
        <p:spPr>
          <a:xfrm>
            <a:off x="3520440" y="361188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2"/>
          <p:cNvSpPr/>
          <p:nvPr/>
        </p:nvSpPr>
        <p:spPr>
          <a:xfrm>
            <a:off x="3741420" y="361188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3"/>
          <p:cNvSpPr/>
          <p:nvPr/>
        </p:nvSpPr>
        <p:spPr>
          <a:xfrm>
            <a:off x="3962400" y="361188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4"/>
          <p:cNvSpPr/>
          <p:nvPr/>
        </p:nvSpPr>
        <p:spPr>
          <a:xfrm>
            <a:off x="4183380" y="361188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5"/>
          <p:cNvSpPr/>
          <p:nvPr/>
        </p:nvSpPr>
        <p:spPr>
          <a:xfrm>
            <a:off x="4404360" y="3611880"/>
            <a:ext cx="221894" cy="168554"/>
          </a:xfrm>
          <a:prstGeom prst="rect">
            <a:avLst/>
          </a:prstGeom>
          <a:solidFill>
            <a:srgbClr val="86C5C4"/>
          </a:solidFill>
          <a:ln w="12700">
            <a:solidFill>
              <a:srgbClr val="86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6"/>
          <p:cNvSpPr/>
          <p:nvPr/>
        </p:nvSpPr>
        <p:spPr>
          <a:xfrm>
            <a:off x="4625340" y="3611880"/>
            <a:ext cx="221894" cy="168554"/>
          </a:xfrm>
          <a:prstGeom prst="rect">
            <a:avLst/>
          </a:prstGeom>
          <a:solidFill>
            <a:srgbClr val="86C4C4"/>
          </a:solidFill>
          <a:ln w="12700">
            <a:solidFill>
              <a:srgbClr val="86C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7"/>
          <p:cNvSpPr/>
          <p:nvPr/>
        </p:nvSpPr>
        <p:spPr>
          <a:xfrm>
            <a:off x="868680" y="377952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8"/>
          <p:cNvSpPr/>
          <p:nvPr/>
        </p:nvSpPr>
        <p:spPr>
          <a:xfrm>
            <a:off x="1089660" y="377952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89"/>
          <p:cNvSpPr/>
          <p:nvPr/>
        </p:nvSpPr>
        <p:spPr>
          <a:xfrm>
            <a:off x="1310640" y="3779520"/>
            <a:ext cx="221894" cy="168554"/>
          </a:xfrm>
          <a:prstGeom prst="rect">
            <a:avLst/>
          </a:prstGeom>
          <a:solidFill>
            <a:srgbClr val="8BC7C7"/>
          </a:solidFill>
          <a:ln w="12700">
            <a:solidFill>
              <a:srgbClr val="8B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0"/>
          <p:cNvSpPr/>
          <p:nvPr/>
        </p:nvSpPr>
        <p:spPr>
          <a:xfrm>
            <a:off x="1531620" y="3779520"/>
            <a:ext cx="221894" cy="168554"/>
          </a:xfrm>
          <a:prstGeom prst="rect">
            <a:avLst/>
          </a:prstGeom>
          <a:solidFill>
            <a:srgbClr val="8BC6C6"/>
          </a:solidFill>
          <a:ln w="12700">
            <a:solidFill>
              <a:srgbClr val="8B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1"/>
          <p:cNvSpPr/>
          <p:nvPr/>
        </p:nvSpPr>
        <p:spPr>
          <a:xfrm>
            <a:off x="1752600" y="377952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2"/>
          <p:cNvSpPr/>
          <p:nvPr/>
        </p:nvSpPr>
        <p:spPr>
          <a:xfrm>
            <a:off x="1973580" y="377952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3"/>
          <p:cNvSpPr/>
          <p:nvPr/>
        </p:nvSpPr>
        <p:spPr>
          <a:xfrm>
            <a:off x="2194560" y="377952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4"/>
          <p:cNvSpPr/>
          <p:nvPr/>
        </p:nvSpPr>
        <p:spPr>
          <a:xfrm>
            <a:off x="2415540" y="377952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5"/>
          <p:cNvSpPr/>
          <p:nvPr/>
        </p:nvSpPr>
        <p:spPr>
          <a:xfrm>
            <a:off x="2636520" y="377952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6"/>
          <p:cNvSpPr/>
          <p:nvPr/>
        </p:nvSpPr>
        <p:spPr>
          <a:xfrm>
            <a:off x="2857500" y="377952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7"/>
          <p:cNvSpPr/>
          <p:nvPr/>
        </p:nvSpPr>
        <p:spPr>
          <a:xfrm>
            <a:off x="3078480" y="377952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8"/>
          <p:cNvSpPr/>
          <p:nvPr/>
        </p:nvSpPr>
        <p:spPr>
          <a:xfrm>
            <a:off x="3299460" y="377952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199"/>
          <p:cNvSpPr/>
          <p:nvPr/>
        </p:nvSpPr>
        <p:spPr>
          <a:xfrm>
            <a:off x="3520440" y="377952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0"/>
          <p:cNvSpPr/>
          <p:nvPr/>
        </p:nvSpPr>
        <p:spPr>
          <a:xfrm>
            <a:off x="3741420" y="377952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1"/>
          <p:cNvSpPr/>
          <p:nvPr/>
        </p:nvSpPr>
        <p:spPr>
          <a:xfrm>
            <a:off x="3962400" y="377952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2"/>
          <p:cNvSpPr/>
          <p:nvPr/>
        </p:nvSpPr>
        <p:spPr>
          <a:xfrm>
            <a:off x="4183380" y="3779520"/>
            <a:ext cx="221894" cy="168554"/>
          </a:xfrm>
          <a:prstGeom prst="rect">
            <a:avLst/>
          </a:prstGeom>
          <a:solidFill>
            <a:srgbClr val="86C5C4"/>
          </a:solidFill>
          <a:ln w="12700">
            <a:solidFill>
              <a:srgbClr val="86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3"/>
          <p:cNvSpPr/>
          <p:nvPr/>
        </p:nvSpPr>
        <p:spPr>
          <a:xfrm>
            <a:off x="4404360" y="3779520"/>
            <a:ext cx="221894" cy="168554"/>
          </a:xfrm>
          <a:prstGeom prst="rect">
            <a:avLst/>
          </a:prstGeom>
          <a:solidFill>
            <a:srgbClr val="86C4C4"/>
          </a:solidFill>
          <a:ln w="12700">
            <a:solidFill>
              <a:srgbClr val="86C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4"/>
          <p:cNvSpPr/>
          <p:nvPr/>
        </p:nvSpPr>
        <p:spPr>
          <a:xfrm>
            <a:off x="4625340" y="3779520"/>
            <a:ext cx="221894" cy="168554"/>
          </a:xfrm>
          <a:prstGeom prst="rect">
            <a:avLst/>
          </a:prstGeom>
          <a:solidFill>
            <a:srgbClr val="86C4C3"/>
          </a:solidFill>
          <a:ln w="12700">
            <a:solidFill>
              <a:srgbClr val="86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5"/>
          <p:cNvSpPr/>
          <p:nvPr/>
        </p:nvSpPr>
        <p:spPr>
          <a:xfrm>
            <a:off x="868680" y="3947160"/>
            <a:ext cx="221894" cy="168554"/>
          </a:xfrm>
          <a:prstGeom prst="rect">
            <a:avLst/>
          </a:prstGeom>
          <a:solidFill>
            <a:srgbClr val="8BC7C7"/>
          </a:solidFill>
          <a:ln w="12700">
            <a:solidFill>
              <a:srgbClr val="8B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6"/>
          <p:cNvSpPr/>
          <p:nvPr/>
        </p:nvSpPr>
        <p:spPr>
          <a:xfrm>
            <a:off x="1089660" y="3947160"/>
            <a:ext cx="221894" cy="168554"/>
          </a:xfrm>
          <a:prstGeom prst="rect">
            <a:avLst/>
          </a:prstGeom>
          <a:solidFill>
            <a:srgbClr val="8BC7C6"/>
          </a:solidFill>
          <a:ln w="12700">
            <a:solidFill>
              <a:srgbClr val="8BC7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7"/>
          <p:cNvSpPr/>
          <p:nvPr/>
        </p:nvSpPr>
        <p:spPr>
          <a:xfrm>
            <a:off x="1310640" y="3947160"/>
            <a:ext cx="221894" cy="168554"/>
          </a:xfrm>
          <a:prstGeom prst="rect">
            <a:avLst/>
          </a:prstGeom>
          <a:solidFill>
            <a:srgbClr val="8BC6C6"/>
          </a:solidFill>
          <a:ln w="12700">
            <a:solidFill>
              <a:srgbClr val="8B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8"/>
          <p:cNvSpPr/>
          <p:nvPr/>
        </p:nvSpPr>
        <p:spPr>
          <a:xfrm>
            <a:off x="1531620" y="394716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09"/>
          <p:cNvSpPr/>
          <p:nvPr/>
        </p:nvSpPr>
        <p:spPr>
          <a:xfrm>
            <a:off x="1752600" y="394716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0"/>
          <p:cNvSpPr/>
          <p:nvPr/>
        </p:nvSpPr>
        <p:spPr>
          <a:xfrm>
            <a:off x="1973580" y="3947160"/>
            <a:ext cx="221894" cy="168554"/>
          </a:xfrm>
          <a:prstGeom prst="rect">
            <a:avLst/>
          </a:prstGeom>
          <a:solidFill>
            <a:srgbClr val="89C6C6"/>
          </a:solidFill>
          <a:ln w="12700">
            <a:solidFill>
              <a:srgbClr val="89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1"/>
          <p:cNvSpPr/>
          <p:nvPr/>
        </p:nvSpPr>
        <p:spPr>
          <a:xfrm>
            <a:off x="2194560" y="394716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2"/>
          <p:cNvSpPr/>
          <p:nvPr/>
        </p:nvSpPr>
        <p:spPr>
          <a:xfrm>
            <a:off x="2415540" y="394716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3"/>
          <p:cNvSpPr/>
          <p:nvPr/>
        </p:nvSpPr>
        <p:spPr>
          <a:xfrm>
            <a:off x="2636520" y="394716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4"/>
          <p:cNvSpPr/>
          <p:nvPr/>
        </p:nvSpPr>
        <p:spPr>
          <a:xfrm>
            <a:off x="2857500" y="394716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5"/>
          <p:cNvSpPr/>
          <p:nvPr/>
        </p:nvSpPr>
        <p:spPr>
          <a:xfrm>
            <a:off x="3078480" y="3947160"/>
            <a:ext cx="221894" cy="168554"/>
          </a:xfrm>
          <a:prstGeom prst="rect">
            <a:avLst/>
          </a:prstGeom>
          <a:solidFill>
            <a:srgbClr val="88C5C4"/>
          </a:solidFill>
          <a:ln w="12700">
            <a:solidFill>
              <a:srgbClr val="88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6"/>
          <p:cNvSpPr/>
          <p:nvPr/>
        </p:nvSpPr>
        <p:spPr>
          <a:xfrm>
            <a:off x="3299460" y="394716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7"/>
          <p:cNvSpPr/>
          <p:nvPr/>
        </p:nvSpPr>
        <p:spPr>
          <a:xfrm>
            <a:off x="3520440" y="394716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8"/>
          <p:cNvSpPr/>
          <p:nvPr/>
        </p:nvSpPr>
        <p:spPr>
          <a:xfrm>
            <a:off x="3741420" y="3947160"/>
            <a:ext cx="221894" cy="168554"/>
          </a:xfrm>
          <a:prstGeom prst="rect">
            <a:avLst/>
          </a:prstGeom>
          <a:solidFill>
            <a:srgbClr val="86C5C4"/>
          </a:solidFill>
          <a:ln w="12700">
            <a:solidFill>
              <a:srgbClr val="86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19"/>
          <p:cNvSpPr/>
          <p:nvPr/>
        </p:nvSpPr>
        <p:spPr>
          <a:xfrm>
            <a:off x="3962400" y="3947160"/>
            <a:ext cx="221894" cy="168554"/>
          </a:xfrm>
          <a:prstGeom prst="rect">
            <a:avLst/>
          </a:prstGeom>
          <a:solidFill>
            <a:srgbClr val="86C4C4"/>
          </a:solidFill>
          <a:ln w="12700">
            <a:solidFill>
              <a:srgbClr val="86C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0"/>
          <p:cNvSpPr/>
          <p:nvPr/>
        </p:nvSpPr>
        <p:spPr>
          <a:xfrm>
            <a:off x="4183380" y="3947160"/>
            <a:ext cx="221894" cy="168554"/>
          </a:xfrm>
          <a:prstGeom prst="rect">
            <a:avLst/>
          </a:prstGeom>
          <a:solidFill>
            <a:srgbClr val="86C4C3"/>
          </a:solidFill>
          <a:ln w="12700">
            <a:solidFill>
              <a:srgbClr val="86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1"/>
          <p:cNvSpPr/>
          <p:nvPr/>
        </p:nvSpPr>
        <p:spPr>
          <a:xfrm>
            <a:off x="4404360" y="394716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2"/>
          <p:cNvSpPr/>
          <p:nvPr/>
        </p:nvSpPr>
        <p:spPr>
          <a:xfrm>
            <a:off x="4625340" y="394716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3"/>
          <p:cNvSpPr/>
          <p:nvPr/>
        </p:nvSpPr>
        <p:spPr>
          <a:xfrm>
            <a:off x="868680" y="4114800"/>
            <a:ext cx="221894" cy="168554"/>
          </a:xfrm>
          <a:prstGeom prst="rect">
            <a:avLst/>
          </a:prstGeom>
          <a:solidFill>
            <a:srgbClr val="8BC7C6"/>
          </a:solidFill>
          <a:ln w="12700">
            <a:solidFill>
              <a:srgbClr val="8BC7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4"/>
          <p:cNvSpPr/>
          <p:nvPr/>
        </p:nvSpPr>
        <p:spPr>
          <a:xfrm>
            <a:off x="1089660" y="411480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5"/>
          <p:cNvSpPr/>
          <p:nvPr/>
        </p:nvSpPr>
        <p:spPr>
          <a:xfrm>
            <a:off x="1310640" y="411480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6"/>
          <p:cNvSpPr/>
          <p:nvPr/>
        </p:nvSpPr>
        <p:spPr>
          <a:xfrm>
            <a:off x="1531620" y="411480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7"/>
          <p:cNvSpPr/>
          <p:nvPr/>
        </p:nvSpPr>
        <p:spPr>
          <a:xfrm>
            <a:off x="1752600" y="411480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8"/>
          <p:cNvSpPr/>
          <p:nvPr/>
        </p:nvSpPr>
        <p:spPr>
          <a:xfrm>
            <a:off x="1973580" y="411480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29"/>
          <p:cNvSpPr/>
          <p:nvPr/>
        </p:nvSpPr>
        <p:spPr>
          <a:xfrm>
            <a:off x="2194560" y="411480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0"/>
          <p:cNvSpPr/>
          <p:nvPr/>
        </p:nvSpPr>
        <p:spPr>
          <a:xfrm>
            <a:off x="2415540" y="411480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1"/>
          <p:cNvSpPr/>
          <p:nvPr/>
        </p:nvSpPr>
        <p:spPr>
          <a:xfrm>
            <a:off x="2636520" y="411480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2"/>
          <p:cNvSpPr/>
          <p:nvPr/>
        </p:nvSpPr>
        <p:spPr>
          <a:xfrm>
            <a:off x="2857500" y="411480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3"/>
          <p:cNvSpPr/>
          <p:nvPr/>
        </p:nvSpPr>
        <p:spPr>
          <a:xfrm>
            <a:off x="3078480" y="411480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4"/>
          <p:cNvSpPr/>
          <p:nvPr/>
        </p:nvSpPr>
        <p:spPr>
          <a:xfrm>
            <a:off x="3299460" y="411480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5"/>
          <p:cNvSpPr/>
          <p:nvPr/>
        </p:nvSpPr>
        <p:spPr>
          <a:xfrm>
            <a:off x="3520440" y="4114800"/>
            <a:ext cx="221894" cy="168554"/>
          </a:xfrm>
          <a:prstGeom prst="rect">
            <a:avLst/>
          </a:prstGeom>
          <a:solidFill>
            <a:srgbClr val="86C5C4"/>
          </a:solidFill>
          <a:ln w="12700">
            <a:solidFill>
              <a:srgbClr val="86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6"/>
          <p:cNvSpPr/>
          <p:nvPr/>
        </p:nvSpPr>
        <p:spPr>
          <a:xfrm>
            <a:off x="3741420" y="4114800"/>
            <a:ext cx="221894" cy="168554"/>
          </a:xfrm>
          <a:prstGeom prst="rect">
            <a:avLst/>
          </a:prstGeom>
          <a:solidFill>
            <a:srgbClr val="86C4C4"/>
          </a:solidFill>
          <a:ln w="12700">
            <a:solidFill>
              <a:srgbClr val="86C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7"/>
          <p:cNvSpPr/>
          <p:nvPr/>
        </p:nvSpPr>
        <p:spPr>
          <a:xfrm>
            <a:off x="3962400" y="4114800"/>
            <a:ext cx="221894" cy="168554"/>
          </a:xfrm>
          <a:prstGeom prst="rect">
            <a:avLst/>
          </a:prstGeom>
          <a:solidFill>
            <a:srgbClr val="86C4C3"/>
          </a:solidFill>
          <a:ln w="12700">
            <a:solidFill>
              <a:srgbClr val="86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8"/>
          <p:cNvSpPr/>
          <p:nvPr/>
        </p:nvSpPr>
        <p:spPr>
          <a:xfrm>
            <a:off x="4183380" y="411480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39"/>
          <p:cNvSpPr/>
          <p:nvPr/>
        </p:nvSpPr>
        <p:spPr>
          <a:xfrm>
            <a:off x="4404360" y="411480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0"/>
          <p:cNvSpPr/>
          <p:nvPr/>
        </p:nvSpPr>
        <p:spPr>
          <a:xfrm>
            <a:off x="4625340" y="411480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1"/>
          <p:cNvSpPr/>
          <p:nvPr/>
        </p:nvSpPr>
        <p:spPr>
          <a:xfrm>
            <a:off x="868680" y="428244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2"/>
          <p:cNvSpPr/>
          <p:nvPr/>
        </p:nvSpPr>
        <p:spPr>
          <a:xfrm>
            <a:off x="1089660" y="428244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3"/>
          <p:cNvSpPr/>
          <p:nvPr/>
        </p:nvSpPr>
        <p:spPr>
          <a:xfrm>
            <a:off x="1310640" y="428244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4"/>
          <p:cNvSpPr/>
          <p:nvPr/>
        </p:nvSpPr>
        <p:spPr>
          <a:xfrm>
            <a:off x="1531620" y="428244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5"/>
          <p:cNvSpPr/>
          <p:nvPr/>
        </p:nvSpPr>
        <p:spPr>
          <a:xfrm>
            <a:off x="1752600" y="428244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6"/>
          <p:cNvSpPr/>
          <p:nvPr/>
        </p:nvSpPr>
        <p:spPr>
          <a:xfrm>
            <a:off x="1973580" y="428244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7"/>
          <p:cNvSpPr/>
          <p:nvPr/>
        </p:nvSpPr>
        <p:spPr>
          <a:xfrm>
            <a:off x="2194560" y="428244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8"/>
          <p:cNvSpPr/>
          <p:nvPr/>
        </p:nvSpPr>
        <p:spPr>
          <a:xfrm>
            <a:off x="2415540" y="428244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49"/>
          <p:cNvSpPr/>
          <p:nvPr/>
        </p:nvSpPr>
        <p:spPr>
          <a:xfrm>
            <a:off x="2636520" y="428244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0"/>
          <p:cNvSpPr/>
          <p:nvPr/>
        </p:nvSpPr>
        <p:spPr>
          <a:xfrm>
            <a:off x="2857500" y="428244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1"/>
          <p:cNvSpPr/>
          <p:nvPr/>
        </p:nvSpPr>
        <p:spPr>
          <a:xfrm>
            <a:off x="3078480" y="428244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2"/>
          <p:cNvSpPr/>
          <p:nvPr/>
        </p:nvSpPr>
        <p:spPr>
          <a:xfrm>
            <a:off x="3299460" y="4282440"/>
            <a:ext cx="221894" cy="168554"/>
          </a:xfrm>
          <a:prstGeom prst="rect">
            <a:avLst/>
          </a:prstGeom>
          <a:solidFill>
            <a:srgbClr val="86C5C4"/>
          </a:solidFill>
          <a:ln w="12700">
            <a:solidFill>
              <a:srgbClr val="86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3"/>
          <p:cNvSpPr/>
          <p:nvPr/>
        </p:nvSpPr>
        <p:spPr>
          <a:xfrm>
            <a:off x="3520440" y="4282440"/>
            <a:ext cx="221894" cy="168554"/>
          </a:xfrm>
          <a:prstGeom prst="rect">
            <a:avLst/>
          </a:prstGeom>
          <a:solidFill>
            <a:srgbClr val="86C4C3"/>
          </a:solidFill>
          <a:ln w="12700">
            <a:solidFill>
              <a:srgbClr val="86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4"/>
          <p:cNvSpPr/>
          <p:nvPr/>
        </p:nvSpPr>
        <p:spPr>
          <a:xfrm>
            <a:off x="3741420" y="428244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5"/>
          <p:cNvSpPr/>
          <p:nvPr/>
        </p:nvSpPr>
        <p:spPr>
          <a:xfrm>
            <a:off x="3962400" y="428244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6"/>
          <p:cNvSpPr/>
          <p:nvPr/>
        </p:nvSpPr>
        <p:spPr>
          <a:xfrm>
            <a:off x="4183380" y="428244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7"/>
          <p:cNvSpPr/>
          <p:nvPr/>
        </p:nvSpPr>
        <p:spPr>
          <a:xfrm>
            <a:off x="4404360" y="4282440"/>
            <a:ext cx="221894" cy="168554"/>
          </a:xfrm>
          <a:prstGeom prst="rect">
            <a:avLst/>
          </a:prstGeom>
          <a:solidFill>
            <a:srgbClr val="84C4C3"/>
          </a:solidFill>
          <a:ln w="12700">
            <a:solidFill>
              <a:srgbClr val="84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8"/>
          <p:cNvSpPr/>
          <p:nvPr/>
        </p:nvSpPr>
        <p:spPr>
          <a:xfrm>
            <a:off x="4625340" y="4282440"/>
            <a:ext cx="221894" cy="168554"/>
          </a:xfrm>
          <a:prstGeom prst="rect">
            <a:avLst/>
          </a:prstGeom>
          <a:solidFill>
            <a:srgbClr val="84C4C2"/>
          </a:solidFill>
          <a:ln w="12700">
            <a:solidFill>
              <a:srgbClr val="84C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59"/>
          <p:cNvSpPr/>
          <p:nvPr/>
        </p:nvSpPr>
        <p:spPr>
          <a:xfrm>
            <a:off x="868680" y="445008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0"/>
          <p:cNvSpPr/>
          <p:nvPr/>
        </p:nvSpPr>
        <p:spPr>
          <a:xfrm>
            <a:off x="1089660" y="4450080"/>
            <a:ext cx="221894" cy="168554"/>
          </a:xfrm>
          <a:prstGeom prst="rect">
            <a:avLst/>
          </a:prstGeom>
          <a:solidFill>
            <a:srgbClr val="89C6C6"/>
          </a:solidFill>
          <a:ln w="12700">
            <a:solidFill>
              <a:srgbClr val="89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1"/>
          <p:cNvSpPr/>
          <p:nvPr/>
        </p:nvSpPr>
        <p:spPr>
          <a:xfrm>
            <a:off x="1310640" y="445008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2"/>
          <p:cNvSpPr/>
          <p:nvPr/>
        </p:nvSpPr>
        <p:spPr>
          <a:xfrm>
            <a:off x="1531620" y="445008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3"/>
          <p:cNvSpPr/>
          <p:nvPr/>
        </p:nvSpPr>
        <p:spPr>
          <a:xfrm>
            <a:off x="1752600" y="445008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4"/>
          <p:cNvSpPr/>
          <p:nvPr/>
        </p:nvSpPr>
        <p:spPr>
          <a:xfrm>
            <a:off x="1973580" y="445008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5"/>
          <p:cNvSpPr/>
          <p:nvPr/>
        </p:nvSpPr>
        <p:spPr>
          <a:xfrm>
            <a:off x="2194560" y="4450080"/>
            <a:ext cx="221894" cy="168554"/>
          </a:xfrm>
          <a:prstGeom prst="rect">
            <a:avLst/>
          </a:prstGeom>
          <a:solidFill>
            <a:srgbClr val="88C5C4"/>
          </a:solidFill>
          <a:ln w="12700">
            <a:solidFill>
              <a:srgbClr val="88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6"/>
          <p:cNvSpPr/>
          <p:nvPr/>
        </p:nvSpPr>
        <p:spPr>
          <a:xfrm>
            <a:off x="2415540" y="445008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7"/>
          <p:cNvSpPr/>
          <p:nvPr/>
        </p:nvSpPr>
        <p:spPr>
          <a:xfrm>
            <a:off x="2636520" y="445008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8"/>
          <p:cNvSpPr/>
          <p:nvPr/>
        </p:nvSpPr>
        <p:spPr>
          <a:xfrm>
            <a:off x="2857500" y="4450080"/>
            <a:ext cx="221894" cy="168554"/>
          </a:xfrm>
          <a:prstGeom prst="rect">
            <a:avLst/>
          </a:prstGeom>
          <a:solidFill>
            <a:srgbClr val="86C5C4"/>
          </a:solidFill>
          <a:ln w="12700">
            <a:solidFill>
              <a:srgbClr val="86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69"/>
          <p:cNvSpPr/>
          <p:nvPr/>
        </p:nvSpPr>
        <p:spPr>
          <a:xfrm>
            <a:off x="3078480" y="4450080"/>
            <a:ext cx="221894" cy="168554"/>
          </a:xfrm>
          <a:prstGeom prst="rect">
            <a:avLst/>
          </a:prstGeom>
          <a:solidFill>
            <a:srgbClr val="86C4C4"/>
          </a:solidFill>
          <a:ln w="12700">
            <a:solidFill>
              <a:srgbClr val="86C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0"/>
          <p:cNvSpPr/>
          <p:nvPr/>
        </p:nvSpPr>
        <p:spPr>
          <a:xfrm>
            <a:off x="3299460" y="4450080"/>
            <a:ext cx="221894" cy="168554"/>
          </a:xfrm>
          <a:prstGeom prst="rect">
            <a:avLst/>
          </a:prstGeom>
          <a:solidFill>
            <a:srgbClr val="86C4C3"/>
          </a:solidFill>
          <a:ln w="12700">
            <a:solidFill>
              <a:srgbClr val="86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1"/>
          <p:cNvSpPr/>
          <p:nvPr/>
        </p:nvSpPr>
        <p:spPr>
          <a:xfrm>
            <a:off x="3520440" y="445008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2"/>
          <p:cNvSpPr/>
          <p:nvPr/>
        </p:nvSpPr>
        <p:spPr>
          <a:xfrm>
            <a:off x="3741420" y="445008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3"/>
          <p:cNvSpPr/>
          <p:nvPr/>
        </p:nvSpPr>
        <p:spPr>
          <a:xfrm>
            <a:off x="3962400" y="445008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4"/>
          <p:cNvSpPr/>
          <p:nvPr/>
        </p:nvSpPr>
        <p:spPr>
          <a:xfrm>
            <a:off x="4183380" y="4450080"/>
            <a:ext cx="221894" cy="168554"/>
          </a:xfrm>
          <a:prstGeom prst="rect">
            <a:avLst/>
          </a:prstGeom>
          <a:solidFill>
            <a:srgbClr val="84C4C3"/>
          </a:solidFill>
          <a:ln w="12700">
            <a:solidFill>
              <a:srgbClr val="84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5"/>
          <p:cNvSpPr/>
          <p:nvPr/>
        </p:nvSpPr>
        <p:spPr>
          <a:xfrm>
            <a:off x="4404360" y="4450080"/>
            <a:ext cx="221894" cy="168554"/>
          </a:xfrm>
          <a:prstGeom prst="rect">
            <a:avLst/>
          </a:prstGeom>
          <a:solidFill>
            <a:srgbClr val="84C4C2"/>
          </a:solidFill>
          <a:ln w="12700">
            <a:solidFill>
              <a:srgbClr val="84C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6"/>
          <p:cNvSpPr/>
          <p:nvPr/>
        </p:nvSpPr>
        <p:spPr>
          <a:xfrm>
            <a:off x="4625340" y="4450080"/>
            <a:ext cx="221894" cy="168554"/>
          </a:xfrm>
          <a:prstGeom prst="rect">
            <a:avLst/>
          </a:prstGeom>
          <a:solidFill>
            <a:srgbClr val="84C3C2"/>
          </a:solidFill>
          <a:ln w="12700">
            <a:solidFill>
              <a:srgbClr val="84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7"/>
          <p:cNvSpPr/>
          <p:nvPr/>
        </p:nvSpPr>
        <p:spPr>
          <a:xfrm>
            <a:off x="868680" y="461772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8"/>
          <p:cNvSpPr/>
          <p:nvPr/>
        </p:nvSpPr>
        <p:spPr>
          <a:xfrm>
            <a:off x="1089660" y="461772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79"/>
          <p:cNvSpPr/>
          <p:nvPr/>
        </p:nvSpPr>
        <p:spPr>
          <a:xfrm>
            <a:off x="1310640" y="461772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0"/>
          <p:cNvSpPr/>
          <p:nvPr/>
        </p:nvSpPr>
        <p:spPr>
          <a:xfrm>
            <a:off x="1531620" y="461772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1"/>
          <p:cNvSpPr/>
          <p:nvPr/>
        </p:nvSpPr>
        <p:spPr>
          <a:xfrm>
            <a:off x="1752600" y="461772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2"/>
          <p:cNvSpPr/>
          <p:nvPr/>
        </p:nvSpPr>
        <p:spPr>
          <a:xfrm>
            <a:off x="1973580" y="461772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3"/>
          <p:cNvSpPr/>
          <p:nvPr/>
        </p:nvSpPr>
        <p:spPr>
          <a:xfrm>
            <a:off x="2194560" y="461772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4"/>
          <p:cNvSpPr/>
          <p:nvPr/>
        </p:nvSpPr>
        <p:spPr>
          <a:xfrm>
            <a:off x="2415540" y="461772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5"/>
          <p:cNvSpPr/>
          <p:nvPr/>
        </p:nvSpPr>
        <p:spPr>
          <a:xfrm>
            <a:off x="2636520" y="4617720"/>
            <a:ext cx="221894" cy="168554"/>
          </a:xfrm>
          <a:prstGeom prst="rect">
            <a:avLst/>
          </a:prstGeom>
          <a:solidFill>
            <a:srgbClr val="86C5C4"/>
          </a:solidFill>
          <a:ln w="12700">
            <a:solidFill>
              <a:srgbClr val="86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6"/>
          <p:cNvSpPr/>
          <p:nvPr/>
        </p:nvSpPr>
        <p:spPr>
          <a:xfrm>
            <a:off x="2857500" y="4617720"/>
            <a:ext cx="221894" cy="168554"/>
          </a:xfrm>
          <a:prstGeom prst="rect">
            <a:avLst/>
          </a:prstGeom>
          <a:solidFill>
            <a:srgbClr val="86C4C4"/>
          </a:solidFill>
          <a:ln w="12700">
            <a:solidFill>
              <a:srgbClr val="86C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7"/>
          <p:cNvSpPr/>
          <p:nvPr/>
        </p:nvSpPr>
        <p:spPr>
          <a:xfrm>
            <a:off x="3078480" y="4617720"/>
            <a:ext cx="221894" cy="168554"/>
          </a:xfrm>
          <a:prstGeom prst="rect">
            <a:avLst/>
          </a:prstGeom>
          <a:solidFill>
            <a:srgbClr val="86C4C3"/>
          </a:solidFill>
          <a:ln w="12700">
            <a:solidFill>
              <a:srgbClr val="86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8"/>
          <p:cNvSpPr/>
          <p:nvPr/>
        </p:nvSpPr>
        <p:spPr>
          <a:xfrm>
            <a:off x="3299460" y="461772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89"/>
          <p:cNvSpPr/>
          <p:nvPr/>
        </p:nvSpPr>
        <p:spPr>
          <a:xfrm>
            <a:off x="3520440" y="461772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0"/>
          <p:cNvSpPr/>
          <p:nvPr/>
        </p:nvSpPr>
        <p:spPr>
          <a:xfrm>
            <a:off x="3741420" y="4617720"/>
            <a:ext cx="221894" cy="168554"/>
          </a:xfrm>
          <a:prstGeom prst="rect">
            <a:avLst/>
          </a:prstGeom>
          <a:solidFill>
            <a:srgbClr val="84C4C3"/>
          </a:solidFill>
          <a:ln w="12700">
            <a:solidFill>
              <a:srgbClr val="84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1"/>
          <p:cNvSpPr/>
          <p:nvPr/>
        </p:nvSpPr>
        <p:spPr>
          <a:xfrm>
            <a:off x="3962400" y="4617720"/>
            <a:ext cx="221894" cy="168554"/>
          </a:xfrm>
          <a:prstGeom prst="rect">
            <a:avLst/>
          </a:prstGeom>
          <a:solidFill>
            <a:srgbClr val="84C4C2"/>
          </a:solidFill>
          <a:ln w="12700">
            <a:solidFill>
              <a:srgbClr val="84C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2"/>
          <p:cNvSpPr/>
          <p:nvPr/>
        </p:nvSpPr>
        <p:spPr>
          <a:xfrm>
            <a:off x="4183380" y="4617720"/>
            <a:ext cx="221894" cy="168554"/>
          </a:xfrm>
          <a:prstGeom prst="rect">
            <a:avLst/>
          </a:prstGeom>
          <a:solidFill>
            <a:srgbClr val="84C3C2"/>
          </a:solidFill>
          <a:ln w="12700">
            <a:solidFill>
              <a:srgbClr val="84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3"/>
          <p:cNvSpPr/>
          <p:nvPr/>
        </p:nvSpPr>
        <p:spPr>
          <a:xfrm>
            <a:off x="4404360" y="4617720"/>
            <a:ext cx="221894" cy="168554"/>
          </a:xfrm>
          <a:prstGeom prst="rect">
            <a:avLst/>
          </a:prstGeom>
          <a:solidFill>
            <a:srgbClr val="83C3C2"/>
          </a:solidFill>
          <a:ln w="12700">
            <a:solidFill>
              <a:srgbClr val="83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4"/>
          <p:cNvSpPr/>
          <p:nvPr/>
        </p:nvSpPr>
        <p:spPr>
          <a:xfrm>
            <a:off x="4625340" y="4617720"/>
            <a:ext cx="221894" cy="168554"/>
          </a:xfrm>
          <a:prstGeom prst="rect">
            <a:avLst/>
          </a:prstGeom>
          <a:solidFill>
            <a:srgbClr val="83C3C2"/>
          </a:solidFill>
          <a:ln w="12700">
            <a:solidFill>
              <a:srgbClr val="83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5"/>
          <p:cNvSpPr/>
          <p:nvPr/>
        </p:nvSpPr>
        <p:spPr>
          <a:xfrm>
            <a:off x="868680" y="478536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6"/>
          <p:cNvSpPr/>
          <p:nvPr/>
        </p:nvSpPr>
        <p:spPr>
          <a:xfrm>
            <a:off x="1089660" y="478536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7"/>
          <p:cNvSpPr/>
          <p:nvPr/>
        </p:nvSpPr>
        <p:spPr>
          <a:xfrm>
            <a:off x="1310640" y="478536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8"/>
          <p:cNvSpPr/>
          <p:nvPr/>
        </p:nvSpPr>
        <p:spPr>
          <a:xfrm>
            <a:off x="1531620" y="478536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299"/>
          <p:cNvSpPr/>
          <p:nvPr/>
        </p:nvSpPr>
        <p:spPr>
          <a:xfrm>
            <a:off x="1752600" y="478536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0"/>
          <p:cNvSpPr/>
          <p:nvPr/>
        </p:nvSpPr>
        <p:spPr>
          <a:xfrm>
            <a:off x="1973580" y="478536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1"/>
          <p:cNvSpPr/>
          <p:nvPr/>
        </p:nvSpPr>
        <p:spPr>
          <a:xfrm>
            <a:off x="2194560" y="4785360"/>
            <a:ext cx="221894" cy="168554"/>
          </a:xfrm>
          <a:prstGeom prst="rect">
            <a:avLst/>
          </a:prstGeom>
          <a:solidFill>
            <a:srgbClr val="86C5C4"/>
          </a:solidFill>
          <a:ln w="12700">
            <a:solidFill>
              <a:srgbClr val="86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2"/>
          <p:cNvSpPr/>
          <p:nvPr/>
        </p:nvSpPr>
        <p:spPr>
          <a:xfrm>
            <a:off x="2415540" y="4785360"/>
            <a:ext cx="221894" cy="168554"/>
          </a:xfrm>
          <a:prstGeom prst="rect">
            <a:avLst/>
          </a:prstGeom>
          <a:solidFill>
            <a:srgbClr val="86C4C4"/>
          </a:solidFill>
          <a:ln w="12700">
            <a:solidFill>
              <a:srgbClr val="86C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3"/>
          <p:cNvSpPr/>
          <p:nvPr/>
        </p:nvSpPr>
        <p:spPr>
          <a:xfrm>
            <a:off x="2636520" y="4785360"/>
            <a:ext cx="221894" cy="168554"/>
          </a:xfrm>
          <a:prstGeom prst="rect">
            <a:avLst/>
          </a:prstGeom>
          <a:solidFill>
            <a:srgbClr val="86C4C3"/>
          </a:solidFill>
          <a:ln w="12700">
            <a:solidFill>
              <a:srgbClr val="86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4"/>
          <p:cNvSpPr/>
          <p:nvPr/>
        </p:nvSpPr>
        <p:spPr>
          <a:xfrm>
            <a:off x="2857500" y="478536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5"/>
          <p:cNvSpPr/>
          <p:nvPr/>
        </p:nvSpPr>
        <p:spPr>
          <a:xfrm>
            <a:off x="3078480" y="478536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6"/>
          <p:cNvSpPr/>
          <p:nvPr/>
        </p:nvSpPr>
        <p:spPr>
          <a:xfrm>
            <a:off x="3299460" y="478536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7"/>
          <p:cNvSpPr/>
          <p:nvPr/>
        </p:nvSpPr>
        <p:spPr>
          <a:xfrm>
            <a:off x="3520440" y="4785360"/>
            <a:ext cx="221894" cy="168554"/>
          </a:xfrm>
          <a:prstGeom prst="rect">
            <a:avLst/>
          </a:prstGeom>
          <a:solidFill>
            <a:srgbClr val="84C4C3"/>
          </a:solidFill>
          <a:ln w="12700">
            <a:solidFill>
              <a:srgbClr val="84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8"/>
          <p:cNvSpPr/>
          <p:nvPr/>
        </p:nvSpPr>
        <p:spPr>
          <a:xfrm>
            <a:off x="3741420" y="4785360"/>
            <a:ext cx="221894" cy="168554"/>
          </a:xfrm>
          <a:prstGeom prst="rect">
            <a:avLst/>
          </a:prstGeom>
          <a:solidFill>
            <a:srgbClr val="84C4C2"/>
          </a:solidFill>
          <a:ln w="12700">
            <a:solidFill>
              <a:srgbClr val="84C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09"/>
          <p:cNvSpPr/>
          <p:nvPr/>
        </p:nvSpPr>
        <p:spPr>
          <a:xfrm>
            <a:off x="3962400" y="4785360"/>
            <a:ext cx="221894" cy="168554"/>
          </a:xfrm>
          <a:prstGeom prst="rect">
            <a:avLst/>
          </a:prstGeom>
          <a:solidFill>
            <a:srgbClr val="84C3C2"/>
          </a:solidFill>
          <a:ln w="12700">
            <a:solidFill>
              <a:srgbClr val="84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0"/>
          <p:cNvSpPr/>
          <p:nvPr/>
        </p:nvSpPr>
        <p:spPr>
          <a:xfrm>
            <a:off x="4183380" y="4785360"/>
            <a:ext cx="221894" cy="168554"/>
          </a:xfrm>
          <a:prstGeom prst="rect">
            <a:avLst/>
          </a:prstGeom>
          <a:solidFill>
            <a:srgbClr val="83C3C2"/>
          </a:solidFill>
          <a:ln w="12700">
            <a:solidFill>
              <a:srgbClr val="83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1"/>
          <p:cNvSpPr/>
          <p:nvPr/>
        </p:nvSpPr>
        <p:spPr>
          <a:xfrm>
            <a:off x="4404360" y="4785360"/>
            <a:ext cx="221894" cy="168554"/>
          </a:xfrm>
          <a:prstGeom prst="rect">
            <a:avLst/>
          </a:prstGeom>
          <a:solidFill>
            <a:srgbClr val="83C3C2"/>
          </a:solidFill>
          <a:ln w="12700">
            <a:solidFill>
              <a:srgbClr val="83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2"/>
          <p:cNvSpPr/>
          <p:nvPr/>
        </p:nvSpPr>
        <p:spPr>
          <a:xfrm>
            <a:off x="4625340" y="4785360"/>
            <a:ext cx="221894" cy="168554"/>
          </a:xfrm>
          <a:prstGeom prst="rect">
            <a:avLst/>
          </a:prstGeom>
          <a:solidFill>
            <a:srgbClr val="83C3C2"/>
          </a:solidFill>
          <a:ln w="12700">
            <a:solidFill>
              <a:srgbClr val="83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3"/>
          <p:cNvSpPr/>
          <p:nvPr/>
        </p:nvSpPr>
        <p:spPr>
          <a:xfrm>
            <a:off x="868680" y="495300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4"/>
          <p:cNvSpPr/>
          <p:nvPr/>
        </p:nvSpPr>
        <p:spPr>
          <a:xfrm>
            <a:off x="1089660" y="495300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5"/>
          <p:cNvSpPr/>
          <p:nvPr/>
        </p:nvSpPr>
        <p:spPr>
          <a:xfrm>
            <a:off x="1310640" y="495300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6"/>
          <p:cNvSpPr/>
          <p:nvPr/>
        </p:nvSpPr>
        <p:spPr>
          <a:xfrm>
            <a:off x="1531620" y="495300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7"/>
          <p:cNvSpPr/>
          <p:nvPr/>
        </p:nvSpPr>
        <p:spPr>
          <a:xfrm>
            <a:off x="1752600" y="495300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8"/>
          <p:cNvSpPr/>
          <p:nvPr/>
        </p:nvSpPr>
        <p:spPr>
          <a:xfrm>
            <a:off x="1973580" y="4953000"/>
            <a:ext cx="221894" cy="168554"/>
          </a:xfrm>
          <a:prstGeom prst="rect">
            <a:avLst/>
          </a:prstGeom>
          <a:solidFill>
            <a:srgbClr val="86C5C4"/>
          </a:solidFill>
          <a:ln w="12700">
            <a:solidFill>
              <a:srgbClr val="86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19"/>
          <p:cNvSpPr/>
          <p:nvPr/>
        </p:nvSpPr>
        <p:spPr>
          <a:xfrm>
            <a:off x="2194560" y="4953000"/>
            <a:ext cx="221894" cy="168554"/>
          </a:xfrm>
          <a:prstGeom prst="rect">
            <a:avLst/>
          </a:prstGeom>
          <a:solidFill>
            <a:srgbClr val="86C4C4"/>
          </a:solidFill>
          <a:ln w="12700">
            <a:solidFill>
              <a:srgbClr val="86C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0"/>
          <p:cNvSpPr/>
          <p:nvPr/>
        </p:nvSpPr>
        <p:spPr>
          <a:xfrm>
            <a:off x="2415540" y="4953000"/>
            <a:ext cx="221894" cy="168554"/>
          </a:xfrm>
          <a:prstGeom prst="rect">
            <a:avLst/>
          </a:prstGeom>
          <a:solidFill>
            <a:srgbClr val="86C4C3"/>
          </a:solidFill>
          <a:ln w="12700">
            <a:solidFill>
              <a:srgbClr val="86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1"/>
          <p:cNvSpPr/>
          <p:nvPr/>
        </p:nvSpPr>
        <p:spPr>
          <a:xfrm>
            <a:off x="2636520" y="495300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2"/>
          <p:cNvSpPr/>
          <p:nvPr/>
        </p:nvSpPr>
        <p:spPr>
          <a:xfrm>
            <a:off x="2857500" y="495300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3"/>
          <p:cNvSpPr/>
          <p:nvPr/>
        </p:nvSpPr>
        <p:spPr>
          <a:xfrm>
            <a:off x="3078480" y="4953000"/>
            <a:ext cx="221894" cy="168554"/>
          </a:xfrm>
          <a:prstGeom prst="rect">
            <a:avLst/>
          </a:prstGeom>
          <a:solidFill>
            <a:srgbClr val="84C4C3"/>
          </a:solidFill>
          <a:ln w="12700">
            <a:solidFill>
              <a:srgbClr val="84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4"/>
          <p:cNvSpPr/>
          <p:nvPr/>
        </p:nvSpPr>
        <p:spPr>
          <a:xfrm>
            <a:off x="3299460" y="4953000"/>
            <a:ext cx="221894" cy="168554"/>
          </a:xfrm>
          <a:prstGeom prst="rect">
            <a:avLst/>
          </a:prstGeom>
          <a:solidFill>
            <a:srgbClr val="84C4C3"/>
          </a:solidFill>
          <a:ln w="12700">
            <a:solidFill>
              <a:srgbClr val="84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5"/>
          <p:cNvSpPr/>
          <p:nvPr/>
        </p:nvSpPr>
        <p:spPr>
          <a:xfrm>
            <a:off x="3520440" y="4953000"/>
            <a:ext cx="221894" cy="168554"/>
          </a:xfrm>
          <a:prstGeom prst="rect">
            <a:avLst/>
          </a:prstGeom>
          <a:solidFill>
            <a:srgbClr val="84C3C2"/>
          </a:solidFill>
          <a:ln w="12700">
            <a:solidFill>
              <a:srgbClr val="84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6"/>
          <p:cNvSpPr/>
          <p:nvPr/>
        </p:nvSpPr>
        <p:spPr>
          <a:xfrm>
            <a:off x="3741420" y="4953000"/>
            <a:ext cx="221894" cy="168554"/>
          </a:xfrm>
          <a:prstGeom prst="rect">
            <a:avLst/>
          </a:prstGeom>
          <a:solidFill>
            <a:srgbClr val="83C3C2"/>
          </a:solidFill>
          <a:ln w="12700">
            <a:solidFill>
              <a:srgbClr val="83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7"/>
          <p:cNvSpPr/>
          <p:nvPr/>
        </p:nvSpPr>
        <p:spPr>
          <a:xfrm>
            <a:off x="3962400" y="4953000"/>
            <a:ext cx="221894" cy="168554"/>
          </a:xfrm>
          <a:prstGeom prst="rect">
            <a:avLst/>
          </a:prstGeom>
          <a:solidFill>
            <a:srgbClr val="83C3C2"/>
          </a:solidFill>
          <a:ln w="12700">
            <a:solidFill>
              <a:srgbClr val="83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8"/>
          <p:cNvSpPr/>
          <p:nvPr/>
        </p:nvSpPr>
        <p:spPr>
          <a:xfrm>
            <a:off x="4183380" y="4953000"/>
            <a:ext cx="221894" cy="168554"/>
          </a:xfrm>
          <a:prstGeom prst="rect">
            <a:avLst/>
          </a:prstGeom>
          <a:solidFill>
            <a:srgbClr val="83C3C2"/>
          </a:solidFill>
          <a:ln w="12700">
            <a:solidFill>
              <a:srgbClr val="83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29"/>
          <p:cNvSpPr/>
          <p:nvPr/>
        </p:nvSpPr>
        <p:spPr>
          <a:xfrm>
            <a:off x="4404360" y="4953000"/>
            <a:ext cx="221894" cy="168554"/>
          </a:xfrm>
          <a:prstGeom prst="rect">
            <a:avLst/>
          </a:prstGeom>
          <a:solidFill>
            <a:srgbClr val="82C3C1"/>
          </a:solidFill>
          <a:ln w="12700">
            <a:solidFill>
              <a:srgbClr val="82C3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0"/>
          <p:cNvSpPr/>
          <p:nvPr/>
        </p:nvSpPr>
        <p:spPr>
          <a:xfrm>
            <a:off x="4625340" y="4953000"/>
            <a:ext cx="221894" cy="168554"/>
          </a:xfrm>
          <a:prstGeom prst="rect">
            <a:avLst/>
          </a:prstGeom>
          <a:solidFill>
            <a:srgbClr val="82C3C1"/>
          </a:solidFill>
          <a:ln w="12700">
            <a:solidFill>
              <a:srgbClr val="82C3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1"/>
          <p:cNvSpPr/>
          <p:nvPr/>
        </p:nvSpPr>
        <p:spPr>
          <a:xfrm>
            <a:off x="868680" y="5120640"/>
            <a:ext cx="4014216" cy="914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2"/>
          <p:cNvSpPr/>
          <p:nvPr/>
        </p:nvSpPr>
        <p:spPr>
          <a:xfrm flipV="1">
            <a:off x="868680" y="2084832"/>
            <a:ext cx="914" cy="3035808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6" name="Text 333"/>
          <p:cNvSpPr/>
          <p:nvPr/>
        </p:nvSpPr>
        <p:spPr>
          <a:xfrm>
            <a:off x="2308860" y="5321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500" dirty="0"/>
          </a:p>
        </p:txBody>
      </p:sp>
      <p:sp>
        <p:nvSpPr>
          <p:cNvPr id="337" name="Text 334"/>
          <p:cNvSpPr/>
          <p:nvPr/>
        </p:nvSpPr>
        <p:spPr>
          <a:xfrm>
            <a:off x="91440" y="21488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500" dirty="0"/>
          </a:p>
        </p:txBody>
      </p:sp>
      <p:sp>
        <p:nvSpPr>
          <p:cNvPr id="338" name="Text 335"/>
          <p:cNvSpPr/>
          <p:nvPr/>
        </p:nvSpPr>
        <p:spPr>
          <a:xfrm>
            <a:off x="804672" y="51480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39" name="Text 336"/>
          <p:cNvSpPr/>
          <p:nvPr/>
        </p:nvSpPr>
        <p:spPr>
          <a:xfrm>
            <a:off x="4663440" y="5148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0" name="Shape 337"/>
          <p:cNvSpPr/>
          <p:nvPr/>
        </p:nvSpPr>
        <p:spPr>
          <a:xfrm>
            <a:off x="777240" y="5029200"/>
            <a:ext cx="182880" cy="18288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Text 338"/>
          <p:cNvSpPr/>
          <p:nvPr/>
        </p:nvSpPr>
        <p:spPr>
          <a:xfrm>
            <a:off x="1005840" y="4800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42" name="Shape 339"/>
          <p:cNvSpPr/>
          <p:nvPr/>
        </p:nvSpPr>
        <p:spPr>
          <a:xfrm>
            <a:off x="777240" y="2011680"/>
            <a:ext cx="182880" cy="182880"/>
          </a:xfrm>
          <a:prstGeom prst="rect">
            <a:avLst/>
          </a:prstGeom>
          <a:solidFill>
            <a:srgbClr val="E76F51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Text 340"/>
          <p:cNvSpPr/>
          <p:nvPr/>
        </p:nvSpPr>
        <p:spPr>
          <a:xfrm>
            <a:off x="1005840" y="21305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4" name="Shape 341"/>
          <p:cNvSpPr/>
          <p:nvPr/>
        </p:nvSpPr>
        <p:spPr>
          <a:xfrm>
            <a:off x="4754880" y="5029200"/>
            <a:ext cx="182880" cy="182880"/>
          </a:xfrm>
          <a:prstGeom prst="rect">
            <a:avLst/>
          </a:prstGeom>
          <a:solidFill>
            <a:srgbClr val="E76F51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Text 342"/>
          <p:cNvSpPr/>
          <p:nvPr/>
        </p:nvSpPr>
        <p:spPr>
          <a:xfrm>
            <a:off x="4498848" y="4800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6" name="Shape 343"/>
          <p:cNvSpPr/>
          <p:nvPr/>
        </p:nvSpPr>
        <p:spPr>
          <a:xfrm>
            <a:off x="4754880" y="2011680"/>
            <a:ext cx="182880" cy="18288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Text 344"/>
          <p:cNvSpPr/>
          <p:nvPr/>
        </p:nvSpPr>
        <p:spPr>
          <a:xfrm>
            <a:off x="4498848" y="21305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48" name="Text 345"/>
          <p:cNvSpPr/>
          <p:nvPr/>
        </p:nvSpPr>
        <p:spPr>
          <a:xfrm>
            <a:off x="868680" y="56418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light: score 0   |   teal: score 1</a:t>
            </a:r>
            <a:endParaRPr lang="en-US" sz="1300" dirty="0"/>
          </a:p>
        </p:txBody>
      </p:sp>
      <p:sp>
        <p:nvSpPr>
          <p:cNvPr id="349" name="Shape 346"/>
          <p:cNvSpPr/>
          <p:nvPr/>
        </p:nvSpPr>
        <p:spPr>
          <a:xfrm>
            <a:off x="5806440" y="4407408"/>
            <a:ext cx="5175504" cy="914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7"/>
          <p:cNvSpPr/>
          <p:nvPr/>
        </p:nvSpPr>
        <p:spPr>
          <a:xfrm flipV="1">
            <a:off x="5806440" y="2377440"/>
            <a:ext cx="914" cy="2029968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1" name="Text 348"/>
          <p:cNvSpPr/>
          <p:nvPr/>
        </p:nvSpPr>
        <p:spPr>
          <a:xfrm>
            <a:off x="7827264" y="4608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endParaRPr lang="en-US" sz="1500" dirty="0"/>
          </a:p>
        </p:txBody>
      </p:sp>
      <p:sp>
        <p:nvSpPr>
          <p:cNvPr id="352" name="Text 349"/>
          <p:cNvSpPr/>
          <p:nvPr/>
        </p:nvSpPr>
        <p:spPr>
          <a:xfrm>
            <a:off x="5742432" y="44348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53" name="Text 350"/>
          <p:cNvSpPr/>
          <p:nvPr/>
        </p:nvSpPr>
        <p:spPr>
          <a:xfrm>
            <a:off x="10762488" y="4434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</a:t>
            </a:r>
            <a:endParaRPr lang="en-US" sz="1100" dirty="0"/>
          </a:p>
        </p:txBody>
      </p:sp>
      <p:sp>
        <p:nvSpPr>
          <p:cNvPr id="354" name="Text 351"/>
          <p:cNvSpPr/>
          <p:nvPr/>
        </p:nvSpPr>
        <p:spPr>
          <a:xfrm>
            <a:off x="5806440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400" dirty="0"/>
          </a:p>
        </p:txBody>
      </p:sp>
      <p:sp>
        <p:nvSpPr>
          <p:cNvPr id="355" name="Text 352"/>
          <p:cNvSpPr/>
          <p:nvPr/>
        </p:nvSpPr>
        <p:spPr>
          <a:xfrm>
            <a:off x="5349240" y="23591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100" dirty="0"/>
          </a:p>
        </p:txBody>
      </p:sp>
      <p:sp>
        <p:nvSpPr>
          <p:cNvPr id="356" name="Shape 353"/>
          <p:cNvSpPr/>
          <p:nvPr/>
        </p:nvSpPr>
        <p:spPr>
          <a:xfrm>
            <a:off x="5806440" y="2720852"/>
            <a:ext cx="914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4"/>
          <p:cNvSpPr/>
          <p:nvPr/>
        </p:nvSpPr>
        <p:spPr>
          <a:xfrm>
            <a:off x="5765292" y="2679704"/>
            <a:ext cx="82296" cy="8229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Text 355"/>
          <p:cNvSpPr/>
          <p:nvPr/>
        </p:nvSpPr>
        <p:spPr>
          <a:xfrm>
            <a:off x="5760720" y="5266944"/>
            <a:ext cx="5257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= 0.251515</a:t>
            </a:r>
            <a:endParaRPr lang="en-US" sz="2800" dirty="0"/>
          </a:p>
        </p:txBody>
      </p:sp>
      <p:sp>
        <p:nvSpPr>
          <p:cNvPr id="359" name="Shape 356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Text 357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361" name="Text 358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parts of this picture are observations, and which are model predictions?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snapshots | 800 epochs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forward to watch the same network improve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BUILD  |  C12-C15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2103120"/>
            <a:ext cx="221894" cy="168554"/>
          </a:xfrm>
          <a:prstGeom prst="rect">
            <a:avLst/>
          </a:prstGeom>
          <a:solidFill>
            <a:srgbClr val="98CCCE"/>
          </a:solidFill>
          <a:ln w="12700">
            <a:solidFill>
              <a:srgbClr val="98CC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89660" y="2103120"/>
            <a:ext cx="221894" cy="168554"/>
          </a:xfrm>
          <a:prstGeom prst="rect">
            <a:avLst/>
          </a:prstGeom>
          <a:solidFill>
            <a:srgbClr val="98CCCE"/>
          </a:solidFill>
          <a:ln w="12700">
            <a:solidFill>
              <a:srgbClr val="98CC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310640" y="2103120"/>
            <a:ext cx="221894" cy="168554"/>
          </a:xfrm>
          <a:prstGeom prst="rect">
            <a:avLst/>
          </a:prstGeom>
          <a:solidFill>
            <a:srgbClr val="97CCCD"/>
          </a:solidFill>
          <a:ln w="12700">
            <a:solidFill>
              <a:srgbClr val="97CC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531620" y="2103120"/>
            <a:ext cx="221894" cy="168554"/>
          </a:xfrm>
          <a:prstGeom prst="rect">
            <a:avLst/>
          </a:prstGeom>
          <a:solidFill>
            <a:srgbClr val="97CCCD"/>
          </a:solidFill>
          <a:ln w="12700">
            <a:solidFill>
              <a:srgbClr val="97CC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752600" y="2103120"/>
            <a:ext cx="221894" cy="168554"/>
          </a:xfrm>
          <a:prstGeom prst="rect">
            <a:avLst/>
          </a:prstGeom>
          <a:solidFill>
            <a:srgbClr val="97CCCD"/>
          </a:solidFill>
          <a:ln w="12700">
            <a:solidFill>
              <a:srgbClr val="97CC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973580" y="2103120"/>
            <a:ext cx="221894" cy="168554"/>
          </a:xfrm>
          <a:prstGeom prst="rect">
            <a:avLst/>
          </a:prstGeom>
          <a:solidFill>
            <a:srgbClr val="96CBCD"/>
          </a:solidFill>
          <a:ln w="12700">
            <a:solidFill>
              <a:srgbClr val="96CB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194560" y="2103120"/>
            <a:ext cx="221894" cy="168554"/>
          </a:xfrm>
          <a:prstGeom prst="rect">
            <a:avLst/>
          </a:prstGeom>
          <a:solidFill>
            <a:srgbClr val="96CBCD"/>
          </a:solidFill>
          <a:ln w="12700">
            <a:solidFill>
              <a:srgbClr val="96CB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415540" y="2103120"/>
            <a:ext cx="221894" cy="168554"/>
          </a:xfrm>
          <a:prstGeom prst="rect">
            <a:avLst/>
          </a:prstGeom>
          <a:solidFill>
            <a:srgbClr val="96CBCD"/>
          </a:solidFill>
          <a:ln w="12700">
            <a:solidFill>
              <a:srgbClr val="96CB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636520" y="2103120"/>
            <a:ext cx="221894" cy="168554"/>
          </a:xfrm>
          <a:prstGeom prst="rect">
            <a:avLst/>
          </a:prstGeom>
          <a:solidFill>
            <a:srgbClr val="95CBCC"/>
          </a:solidFill>
          <a:ln w="12700">
            <a:solidFill>
              <a:srgbClr val="95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857500" y="2103120"/>
            <a:ext cx="221894" cy="168554"/>
          </a:xfrm>
          <a:prstGeom prst="rect">
            <a:avLst/>
          </a:prstGeom>
          <a:solidFill>
            <a:srgbClr val="95CBCC"/>
          </a:solidFill>
          <a:ln w="12700">
            <a:solidFill>
              <a:srgbClr val="95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078480" y="2103120"/>
            <a:ext cx="221894" cy="168554"/>
          </a:xfrm>
          <a:prstGeom prst="rect">
            <a:avLst/>
          </a:prstGeom>
          <a:solidFill>
            <a:srgbClr val="94CBCC"/>
          </a:solidFill>
          <a:ln w="12700">
            <a:solidFill>
              <a:srgbClr val="94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299460" y="2103120"/>
            <a:ext cx="221894" cy="168554"/>
          </a:xfrm>
          <a:prstGeom prst="rect">
            <a:avLst/>
          </a:prstGeom>
          <a:solidFill>
            <a:srgbClr val="94CACB"/>
          </a:solidFill>
          <a:ln w="12700">
            <a:solidFill>
              <a:srgbClr val="94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520440" y="2103120"/>
            <a:ext cx="221894" cy="168554"/>
          </a:xfrm>
          <a:prstGeom prst="rect">
            <a:avLst/>
          </a:prstGeom>
          <a:solidFill>
            <a:srgbClr val="93CACB"/>
          </a:solidFill>
          <a:ln w="12700">
            <a:solidFill>
              <a:srgbClr val="93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741420" y="2103120"/>
            <a:ext cx="221894" cy="168554"/>
          </a:xfrm>
          <a:prstGeom prst="rect">
            <a:avLst/>
          </a:prstGeom>
          <a:solidFill>
            <a:srgbClr val="93CACB"/>
          </a:solidFill>
          <a:ln w="12700">
            <a:solidFill>
              <a:srgbClr val="93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962400" y="2103120"/>
            <a:ext cx="221894" cy="168554"/>
          </a:xfrm>
          <a:prstGeom prst="rect">
            <a:avLst/>
          </a:prstGeom>
          <a:solidFill>
            <a:srgbClr val="92CACA"/>
          </a:solidFill>
          <a:ln w="12700">
            <a:solidFill>
              <a:srgbClr val="92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183380" y="2103120"/>
            <a:ext cx="221894" cy="168554"/>
          </a:xfrm>
          <a:prstGeom prst="rect">
            <a:avLst/>
          </a:prstGeom>
          <a:solidFill>
            <a:srgbClr val="91C9CA"/>
          </a:solidFill>
          <a:ln w="12700">
            <a:solidFill>
              <a:srgbClr val="91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404360" y="2103120"/>
            <a:ext cx="221894" cy="168554"/>
          </a:xfrm>
          <a:prstGeom prst="rect">
            <a:avLst/>
          </a:prstGeom>
          <a:solidFill>
            <a:srgbClr val="91C9CA"/>
          </a:solidFill>
          <a:ln w="12700">
            <a:solidFill>
              <a:srgbClr val="91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625340" y="210312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68680" y="2270760"/>
            <a:ext cx="221894" cy="168554"/>
          </a:xfrm>
          <a:prstGeom prst="rect">
            <a:avLst/>
          </a:prstGeom>
          <a:solidFill>
            <a:srgbClr val="98CCCE"/>
          </a:solidFill>
          <a:ln w="12700">
            <a:solidFill>
              <a:srgbClr val="98CC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089660" y="2270760"/>
            <a:ext cx="221894" cy="168554"/>
          </a:xfrm>
          <a:prstGeom prst="rect">
            <a:avLst/>
          </a:prstGeom>
          <a:solidFill>
            <a:srgbClr val="97CCCD"/>
          </a:solidFill>
          <a:ln w="12700">
            <a:solidFill>
              <a:srgbClr val="97CC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310640" y="2270760"/>
            <a:ext cx="221894" cy="168554"/>
          </a:xfrm>
          <a:prstGeom prst="rect">
            <a:avLst/>
          </a:prstGeom>
          <a:solidFill>
            <a:srgbClr val="97CCCD"/>
          </a:solidFill>
          <a:ln w="12700">
            <a:solidFill>
              <a:srgbClr val="97CC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531620" y="2270760"/>
            <a:ext cx="221894" cy="168554"/>
          </a:xfrm>
          <a:prstGeom prst="rect">
            <a:avLst/>
          </a:prstGeom>
          <a:solidFill>
            <a:srgbClr val="97CCCD"/>
          </a:solidFill>
          <a:ln w="12700">
            <a:solidFill>
              <a:srgbClr val="97CC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1752600" y="2270760"/>
            <a:ext cx="221894" cy="168554"/>
          </a:xfrm>
          <a:prstGeom prst="rect">
            <a:avLst/>
          </a:prstGeom>
          <a:solidFill>
            <a:srgbClr val="96CBCD"/>
          </a:solidFill>
          <a:ln w="12700">
            <a:solidFill>
              <a:srgbClr val="96CB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973580" y="2270760"/>
            <a:ext cx="221894" cy="168554"/>
          </a:xfrm>
          <a:prstGeom prst="rect">
            <a:avLst/>
          </a:prstGeom>
          <a:solidFill>
            <a:srgbClr val="96CBCD"/>
          </a:solidFill>
          <a:ln w="12700">
            <a:solidFill>
              <a:srgbClr val="96CB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2194560" y="2270760"/>
            <a:ext cx="221894" cy="168554"/>
          </a:xfrm>
          <a:prstGeom prst="rect">
            <a:avLst/>
          </a:prstGeom>
          <a:solidFill>
            <a:srgbClr val="96CBCD"/>
          </a:solidFill>
          <a:ln w="12700">
            <a:solidFill>
              <a:srgbClr val="96CB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2415540" y="2270760"/>
            <a:ext cx="221894" cy="168554"/>
          </a:xfrm>
          <a:prstGeom prst="rect">
            <a:avLst/>
          </a:prstGeom>
          <a:solidFill>
            <a:srgbClr val="95CBCC"/>
          </a:solidFill>
          <a:ln w="12700">
            <a:solidFill>
              <a:srgbClr val="95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2636520" y="2270760"/>
            <a:ext cx="221894" cy="168554"/>
          </a:xfrm>
          <a:prstGeom prst="rect">
            <a:avLst/>
          </a:prstGeom>
          <a:solidFill>
            <a:srgbClr val="95CBCC"/>
          </a:solidFill>
          <a:ln w="12700">
            <a:solidFill>
              <a:srgbClr val="95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2857500" y="2270760"/>
            <a:ext cx="221894" cy="168554"/>
          </a:xfrm>
          <a:prstGeom prst="rect">
            <a:avLst/>
          </a:prstGeom>
          <a:solidFill>
            <a:srgbClr val="94CBCC"/>
          </a:solidFill>
          <a:ln w="12700">
            <a:solidFill>
              <a:srgbClr val="94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3078480" y="2270760"/>
            <a:ext cx="221894" cy="168554"/>
          </a:xfrm>
          <a:prstGeom prst="rect">
            <a:avLst/>
          </a:prstGeom>
          <a:solidFill>
            <a:srgbClr val="94CACB"/>
          </a:solidFill>
          <a:ln w="12700">
            <a:solidFill>
              <a:srgbClr val="94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3299460" y="2270760"/>
            <a:ext cx="221894" cy="168554"/>
          </a:xfrm>
          <a:prstGeom prst="rect">
            <a:avLst/>
          </a:prstGeom>
          <a:solidFill>
            <a:srgbClr val="93CACB"/>
          </a:solidFill>
          <a:ln w="12700">
            <a:solidFill>
              <a:srgbClr val="93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3520440" y="2270760"/>
            <a:ext cx="221894" cy="168554"/>
          </a:xfrm>
          <a:prstGeom prst="rect">
            <a:avLst/>
          </a:prstGeom>
          <a:solidFill>
            <a:srgbClr val="93CACB"/>
          </a:solidFill>
          <a:ln w="12700">
            <a:solidFill>
              <a:srgbClr val="93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3741420" y="2270760"/>
            <a:ext cx="221894" cy="168554"/>
          </a:xfrm>
          <a:prstGeom prst="rect">
            <a:avLst/>
          </a:prstGeom>
          <a:solidFill>
            <a:srgbClr val="92CACA"/>
          </a:solidFill>
          <a:ln w="12700">
            <a:solidFill>
              <a:srgbClr val="92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3962400" y="2270760"/>
            <a:ext cx="221894" cy="168554"/>
          </a:xfrm>
          <a:prstGeom prst="rect">
            <a:avLst/>
          </a:prstGeom>
          <a:solidFill>
            <a:srgbClr val="91C9CA"/>
          </a:solidFill>
          <a:ln w="12700">
            <a:solidFill>
              <a:srgbClr val="91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4183380" y="2270760"/>
            <a:ext cx="221894" cy="168554"/>
          </a:xfrm>
          <a:prstGeom prst="rect">
            <a:avLst/>
          </a:prstGeom>
          <a:solidFill>
            <a:srgbClr val="90C9CA"/>
          </a:solidFill>
          <a:ln w="12700">
            <a:solidFill>
              <a:srgbClr val="90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4404360" y="227076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4625340" y="227076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868680" y="2438400"/>
            <a:ext cx="221894" cy="168554"/>
          </a:xfrm>
          <a:prstGeom prst="rect">
            <a:avLst/>
          </a:prstGeom>
          <a:solidFill>
            <a:srgbClr val="97CCCD"/>
          </a:solidFill>
          <a:ln w="12700">
            <a:solidFill>
              <a:srgbClr val="97CC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1089660" y="2438400"/>
            <a:ext cx="221894" cy="168554"/>
          </a:xfrm>
          <a:prstGeom prst="rect">
            <a:avLst/>
          </a:prstGeom>
          <a:solidFill>
            <a:srgbClr val="97CCCD"/>
          </a:solidFill>
          <a:ln w="12700">
            <a:solidFill>
              <a:srgbClr val="97CC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1310640" y="2438400"/>
            <a:ext cx="221894" cy="168554"/>
          </a:xfrm>
          <a:prstGeom prst="rect">
            <a:avLst/>
          </a:prstGeom>
          <a:solidFill>
            <a:srgbClr val="97CCCD"/>
          </a:solidFill>
          <a:ln w="12700">
            <a:solidFill>
              <a:srgbClr val="97CC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1531620" y="2438400"/>
            <a:ext cx="221894" cy="168554"/>
          </a:xfrm>
          <a:prstGeom prst="rect">
            <a:avLst/>
          </a:prstGeom>
          <a:solidFill>
            <a:srgbClr val="96CBCD"/>
          </a:solidFill>
          <a:ln w="12700">
            <a:solidFill>
              <a:srgbClr val="96CB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1752600" y="2438400"/>
            <a:ext cx="221894" cy="168554"/>
          </a:xfrm>
          <a:prstGeom prst="rect">
            <a:avLst/>
          </a:prstGeom>
          <a:solidFill>
            <a:srgbClr val="96CBCD"/>
          </a:solidFill>
          <a:ln w="12700">
            <a:solidFill>
              <a:srgbClr val="96CB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1973580" y="2438400"/>
            <a:ext cx="221894" cy="168554"/>
          </a:xfrm>
          <a:prstGeom prst="rect">
            <a:avLst/>
          </a:prstGeom>
          <a:solidFill>
            <a:srgbClr val="96CBCC"/>
          </a:solidFill>
          <a:ln w="12700">
            <a:solidFill>
              <a:srgbClr val="96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2194560" y="2438400"/>
            <a:ext cx="221894" cy="168554"/>
          </a:xfrm>
          <a:prstGeom prst="rect">
            <a:avLst/>
          </a:prstGeom>
          <a:solidFill>
            <a:srgbClr val="95CBCC"/>
          </a:solidFill>
          <a:ln w="12700">
            <a:solidFill>
              <a:srgbClr val="95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2415540" y="2438400"/>
            <a:ext cx="221894" cy="168554"/>
          </a:xfrm>
          <a:prstGeom prst="rect">
            <a:avLst/>
          </a:prstGeom>
          <a:solidFill>
            <a:srgbClr val="95CBCC"/>
          </a:solidFill>
          <a:ln w="12700">
            <a:solidFill>
              <a:srgbClr val="95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2636520" y="2438400"/>
            <a:ext cx="221894" cy="168554"/>
          </a:xfrm>
          <a:prstGeom prst="rect">
            <a:avLst/>
          </a:prstGeom>
          <a:solidFill>
            <a:srgbClr val="94CBCC"/>
          </a:solidFill>
          <a:ln w="12700">
            <a:solidFill>
              <a:srgbClr val="94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2857500" y="2438400"/>
            <a:ext cx="221894" cy="168554"/>
          </a:xfrm>
          <a:prstGeom prst="rect">
            <a:avLst/>
          </a:prstGeom>
          <a:solidFill>
            <a:srgbClr val="94CACB"/>
          </a:solidFill>
          <a:ln w="12700">
            <a:solidFill>
              <a:srgbClr val="94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3078480" y="2438400"/>
            <a:ext cx="221894" cy="168554"/>
          </a:xfrm>
          <a:prstGeom prst="rect">
            <a:avLst/>
          </a:prstGeom>
          <a:solidFill>
            <a:srgbClr val="93CACB"/>
          </a:solidFill>
          <a:ln w="12700">
            <a:solidFill>
              <a:srgbClr val="93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3299460" y="2438400"/>
            <a:ext cx="221894" cy="168554"/>
          </a:xfrm>
          <a:prstGeom prst="rect">
            <a:avLst/>
          </a:prstGeom>
          <a:solidFill>
            <a:srgbClr val="92CACB"/>
          </a:solidFill>
          <a:ln w="12700">
            <a:solidFill>
              <a:srgbClr val="92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3520440" y="2438400"/>
            <a:ext cx="221894" cy="168554"/>
          </a:xfrm>
          <a:prstGeom prst="rect">
            <a:avLst/>
          </a:prstGeom>
          <a:solidFill>
            <a:srgbClr val="92C9CA"/>
          </a:solidFill>
          <a:ln w="12700">
            <a:solidFill>
              <a:srgbClr val="92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3741420" y="2438400"/>
            <a:ext cx="221894" cy="168554"/>
          </a:xfrm>
          <a:prstGeom prst="rect">
            <a:avLst/>
          </a:prstGeom>
          <a:solidFill>
            <a:srgbClr val="91C9CA"/>
          </a:solidFill>
          <a:ln w="12700">
            <a:solidFill>
              <a:srgbClr val="91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3962400" y="243840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4183380" y="243840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4404360" y="243840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4625340" y="2438400"/>
            <a:ext cx="221894" cy="168554"/>
          </a:xfrm>
          <a:prstGeom prst="rect">
            <a:avLst/>
          </a:prstGeom>
          <a:solidFill>
            <a:srgbClr val="8DC8C8"/>
          </a:solidFill>
          <a:ln w="12700">
            <a:solidFill>
              <a:srgbClr val="8D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868680" y="2606040"/>
            <a:ext cx="221894" cy="168554"/>
          </a:xfrm>
          <a:prstGeom prst="rect">
            <a:avLst/>
          </a:prstGeom>
          <a:solidFill>
            <a:srgbClr val="97CCCD"/>
          </a:solidFill>
          <a:ln w="12700">
            <a:solidFill>
              <a:srgbClr val="97CC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1089660" y="2606040"/>
            <a:ext cx="221894" cy="168554"/>
          </a:xfrm>
          <a:prstGeom prst="rect">
            <a:avLst/>
          </a:prstGeom>
          <a:solidFill>
            <a:srgbClr val="97CCCD"/>
          </a:solidFill>
          <a:ln w="12700">
            <a:solidFill>
              <a:srgbClr val="97CC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1310640" y="2606040"/>
            <a:ext cx="221894" cy="168554"/>
          </a:xfrm>
          <a:prstGeom prst="rect">
            <a:avLst/>
          </a:prstGeom>
          <a:solidFill>
            <a:srgbClr val="96CBCD"/>
          </a:solidFill>
          <a:ln w="12700">
            <a:solidFill>
              <a:srgbClr val="96CB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1531620" y="2606040"/>
            <a:ext cx="221894" cy="168554"/>
          </a:xfrm>
          <a:prstGeom prst="rect">
            <a:avLst/>
          </a:prstGeom>
          <a:solidFill>
            <a:srgbClr val="96CBCD"/>
          </a:solidFill>
          <a:ln w="12700">
            <a:solidFill>
              <a:srgbClr val="96CB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1752600" y="2606040"/>
            <a:ext cx="221894" cy="168554"/>
          </a:xfrm>
          <a:prstGeom prst="rect">
            <a:avLst/>
          </a:prstGeom>
          <a:solidFill>
            <a:srgbClr val="96CBCC"/>
          </a:solidFill>
          <a:ln w="12700">
            <a:solidFill>
              <a:srgbClr val="96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1973580" y="2606040"/>
            <a:ext cx="221894" cy="168554"/>
          </a:xfrm>
          <a:prstGeom prst="rect">
            <a:avLst/>
          </a:prstGeom>
          <a:solidFill>
            <a:srgbClr val="95CBCC"/>
          </a:solidFill>
          <a:ln w="12700">
            <a:solidFill>
              <a:srgbClr val="95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2194560" y="2606040"/>
            <a:ext cx="221894" cy="168554"/>
          </a:xfrm>
          <a:prstGeom prst="rect">
            <a:avLst/>
          </a:prstGeom>
          <a:solidFill>
            <a:srgbClr val="95CBCC"/>
          </a:solidFill>
          <a:ln w="12700">
            <a:solidFill>
              <a:srgbClr val="95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2415540" y="2606040"/>
            <a:ext cx="221894" cy="168554"/>
          </a:xfrm>
          <a:prstGeom prst="rect">
            <a:avLst/>
          </a:prstGeom>
          <a:solidFill>
            <a:srgbClr val="94CACC"/>
          </a:solidFill>
          <a:ln w="12700">
            <a:solidFill>
              <a:srgbClr val="94CA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2636520" y="2606040"/>
            <a:ext cx="221894" cy="168554"/>
          </a:xfrm>
          <a:prstGeom prst="rect">
            <a:avLst/>
          </a:prstGeom>
          <a:solidFill>
            <a:srgbClr val="94CACB"/>
          </a:solidFill>
          <a:ln w="12700">
            <a:solidFill>
              <a:srgbClr val="94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0"/>
          <p:cNvSpPr/>
          <p:nvPr/>
        </p:nvSpPr>
        <p:spPr>
          <a:xfrm>
            <a:off x="2857500" y="2606040"/>
            <a:ext cx="221894" cy="168554"/>
          </a:xfrm>
          <a:prstGeom prst="rect">
            <a:avLst/>
          </a:prstGeom>
          <a:solidFill>
            <a:srgbClr val="93CACB"/>
          </a:solidFill>
          <a:ln w="12700">
            <a:solidFill>
              <a:srgbClr val="93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1"/>
          <p:cNvSpPr/>
          <p:nvPr/>
        </p:nvSpPr>
        <p:spPr>
          <a:xfrm>
            <a:off x="3078480" y="2606040"/>
            <a:ext cx="221894" cy="168554"/>
          </a:xfrm>
          <a:prstGeom prst="rect">
            <a:avLst/>
          </a:prstGeom>
          <a:solidFill>
            <a:srgbClr val="92CACB"/>
          </a:solidFill>
          <a:ln w="12700">
            <a:solidFill>
              <a:srgbClr val="92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2"/>
          <p:cNvSpPr/>
          <p:nvPr/>
        </p:nvSpPr>
        <p:spPr>
          <a:xfrm>
            <a:off x="3299460" y="2606040"/>
            <a:ext cx="221894" cy="168554"/>
          </a:xfrm>
          <a:prstGeom prst="rect">
            <a:avLst/>
          </a:prstGeom>
          <a:solidFill>
            <a:srgbClr val="92C9CA"/>
          </a:solidFill>
          <a:ln w="12700">
            <a:solidFill>
              <a:srgbClr val="92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3"/>
          <p:cNvSpPr/>
          <p:nvPr/>
        </p:nvSpPr>
        <p:spPr>
          <a:xfrm>
            <a:off x="3520440" y="2606040"/>
            <a:ext cx="221894" cy="168554"/>
          </a:xfrm>
          <a:prstGeom prst="rect">
            <a:avLst/>
          </a:prstGeom>
          <a:solidFill>
            <a:srgbClr val="91C9CA"/>
          </a:solidFill>
          <a:ln w="12700">
            <a:solidFill>
              <a:srgbClr val="91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4"/>
          <p:cNvSpPr/>
          <p:nvPr/>
        </p:nvSpPr>
        <p:spPr>
          <a:xfrm>
            <a:off x="3741420" y="260604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3962400" y="260604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6"/>
          <p:cNvSpPr/>
          <p:nvPr/>
        </p:nvSpPr>
        <p:spPr>
          <a:xfrm>
            <a:off x="4183380" y="260604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7"/>
          <p:cNvSpPr/>
          <p:nvPr/>
        </p:nvSpPr>
        <p:spPr>
          <a:xfrm>
            <a:off x="4404360" y="2606040"/>
            <a:ext cx="221894" cy="168554"/>
          </a:xfrm>
          <a:prstGeom prst="rect">
            <a:avLst/>
          </a:prstGeom>
          <a:solidFill>
            <a:srgbClr val="8DC8C8"/>
          </a:solidFill>
          <a:ln w="12700">
            <a:solidFill>
              <a:srgbClr val="8D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8"/>
          <p:cNvSpPr/>
          <p:nvPr/>
        </p:nvSpPr>
        <p:spPr>
          <a:xfrm>
            <a:off x="4625340" y="260604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9"/>
          <p:cNvSpPr/>
          <p:nvPr/>
        </p:nvSpPr>
        <p:spPr>
          <a:xfrm>
            <a:off x="868680" y="2773680"/>
            <a:ext cx="221894" cy="168554"/>
          </a:xfrm>
          <a:prstGeom prst="rect">
            <a:avLst/>
          </a:prstGeom>
          <a:solidFill>
            <a:srgbClr val="97CCCD"/>
          </a:solidFill>
          <a:ln w="12700">
            <a:solidFill>
              <a:srgbClr val="97CC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0"/>
          <p:cNvSpPr/>
          <p:nvPr/>
        </p:nvSpPr>
        <p:spPr>
          <a:xfrm>
            <a:off x="1089660" y="2773680"/>
            <a:ext cx="221894" cy="168554"/>
          </a:xfrm>
          <a:prstGeom prst="rect">
            <a:avLst/>
          </a:prstGeom>
          <a:solidFill>
            <a:srgbClr val="96CBCD"/>
          </a:solidFill>
          <a:ln w="12700">
            <a:solidFill>
              <a:srgbClr val="96CB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1"/>
          <p:cNvSpPr/>
          <p:nvPr/>
        </p:nvSpPr>
        <p:spPr>
          <a:xfrm>
            <a:off x="1310640" y="2773680"/>
            <a:ext cx="221894" cy="168554"/>
          </a:xfrm>
          <a:prstGeom prst="rect">
            <a:avLst/>
          </a:prstGeom>
          <a:solidFill>
            <a:srgbClr val="96CBCD"/>
          </a:solidFill>
          <a:ln w="12700">
            <a:solidFill>
              <a:srgbClr val="96CB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2"/>
          <p:cNvSpPr/>
          <p:nvPr/>
        </p:nvSpPr>
        <p:spPr>
          <a:xfrm>
            <a:off x="1531620" y="2773680"/>
            <a:ext cx="221894" cy="168554"/>
          </a:xfrm>
          <a:prstGeom prst="rect">
            <a:avLst/>
          </a:prstGeom>
          <a:solidFill>
            <a:srgbClr val="96CBCC"/>
          </a:solidFill>
          <a:ln w="12700">
            <a:solidFill>
              <a:srgbClr val="96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3"/>
          <p:cNvSpPr/>
          <p:nvPr/>
        </p:nvSpPr>
        <p:spPr>
          <a:xfrm>
            <a:off x="1752600" y="2773680"/>
            <a:ext cx="221894" cy="168554"/>
          </a:xfrm>
          <a:prstGeom prst="rect">
            <a:avLst/>
          </a:prstGeom>
          <a:solidFill>
            <a:srgbClr val="95CBCC"/>
          </a:solidFill>
          <a:ln w="12700">
            <a:solidFill>
              <a:srgbClr val="95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4"/>
          <p:cNvSpPr/>
          <p:nvPr/>
        </p:nvSpPr>
        <p:spPr>
          <a:xfrm>
            <a:off x="1973580" y="2773680"/>
            <a:ext cx="221894" cy="168554"/>
          </a:xfrm>
          <a:prstGeom prst="rect">
            <a:avLst/>
          </a:prstGeom>
          <a:solidFill>
            <a:srgbClr val="95CBCC"/>
          </a:solidFill>
          <a:ln w="12700">
            <a:solidFill>
              <a:srgbClr val="95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5"/>
          <p:cNvSpPr/>
          <p:nvPr/>
        </p:nvSpPr>
        <p:spPr>
          <a:xfrm>
            <a:off x="2194560" y="2773680"/>
            <a:ext cx="221894" cy="168554"/>
          </a:xfrm>
          <a:prstGeom prst="rect">
            <a:avLst/>
          </a:prstGeom>
          <a:solidFill>
            <a:srgbClr val="94CACC"/>
          </a:solidFill>
          <a:ln w="12700">
            <a:solidFill>
              <a:srgbClr val="94CA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6"/>
          <p:cNvSpPr/>
          <p:nvPr/>
        </p:nvSpPr>
        <p:spPr>
          <a:xfrm>
            <a:off x="2415540" y="2773680"/>
            <a:ext cx="221894" cy="168554"/>
          </a:xfrm>
          <a:prstGeom prst="rect">
            <a:avLst/>
          </a:prstGeom>
          <a:solidFill>
            <a:srgbClr val="94CACB"/>
          </a:solidFill>
          <a:ln w="12700">
            <a:solidFill>
              <a:srgbClr val="94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7"/>
          <p:cNvSpPr/>
          <p:nvPr/>
        </p:nvSpPr>
        <p:spPr>
          <a:xfrm>
            <a:off x="2636520" y="2773680"/>
            <a:ext cx="221894" cy="168554"/>
          </a:xfrm>
          <a:prstGeom prst="rect">
            <a:avLst/>
          </a:prstGeom>
          <a:solidFill>
            <a:srgbClr val="93CACB"/>
          </a:solidFill>
          <a:ln w="12700">
            <a:solidFill>
              <a:srgbClr val="93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8"/>
          <p:cNvSpPr/>
          <p:nvPr/>
        </p:nvSpPr>
        <p:spPr>
          <a:xfrm>
            <a:off x="2857500" y="2773680"/>
            <a:ext cx="221894" cy="168554"/>
          </a:xfrm>
          <a:prstGeom prst="rect">
            <a:avLst/>
          </a:prstGeom>
          <a:solidFill>
            <a:srgbClr val="92CACB"/>
          </a:solidFill>
          <a:ln w="12700">
            <a:solidFill>
              <a:srgbClr val="92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89"/>
          <p:cNvSpPr/>
          <p:nvPr/>
        </p:nvSpPr>
        <p:spPr>
          <a:xfrm>
            <a:off x="3078480" y="2773680"/>
            <a:ext cx="221894" cy="168554"/>
          </a:xfrm>
          <a:prstGeom prst="rect">
            <a:avLst/>
          </a:prstGeom>
          <a:solidFill>
            <a:srgbClr val="92C9CA"/>
          </a:solidFill>
          <a:ln w="12700">
            <a:solidFill>
              <a:srgbClr val="92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0"/>
          <p:cNvSpPr/>
          <p:nvPr/>
        </p:nvSpPr>
        <p:spPr>
          <a:xfrm>
            <a:off x="3299460" y="2773680"/>
            <a:ext cx="221894" cy="168554"/>
          </a:xfrm>
          <a:prstGeom prst="rect">
            <a:avLst/>
          </a:prstGeom>
          <a:solidFill>
            <a:srgbClr val="91C9CA"/>
          </a:solidFill>
          <a:ln w="12700">
            <a:solidFill>
              <a:srgbClr val="91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1"/>
          <p:cNvSpPr/>
          <p:nvPr/>
        </p:nvSpPr>
        <p:spPr>
          <a:xfrm>
            <a:off x="3520440" y="277368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2"/>
          <p:cNvSpPr/>
          <p:nvPr/>
        </p:nvSpPr>
        <p:spPr>
          <a:xfrm>
            <a:off x="3741420" y="277368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3"/>
          <p:cNvSpPr/>
          <p:nvPr/>
        </p:nvSpPr>
        <p:spPr>
          <a:xfrm>
            <a:off x="3962400" y="277368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4"/>
          <p:cNvSpPr/>
          <p:nvPr/>
        </p:nvSpPr>
        <p:spPr>
          <a:xfrm>
            <a:off x="4183380" y="2773680"/>
            <a:ext cx="221894" cy="168554"/>
          </a:xfrm>
          <a:prstGeom prst="rect">
            <a:avLst/>
          </a:prstGeom>
          <a:solidFill>
            <a:srgbClr val="8DC7C8"/>
          </a:solidFill>
          <a:ln w="12700">
            <a:solidFill>
              <a:srgbClr val="8DC7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5"/>
          <p:cNvSpPr/>
          <p:nvPr/>
        </p:nvSpPr>
        <p:spPr>
          <a:xfrm>
            <a:off x="4404360" y="277368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6"/>
          <p:cNvSpPr/>
          <p:nvPr/>
        </p:nvSpPr>
        <p:spPr>
          <a:xfrm>
            <a:off x="4625340" y="2773680"/>
            <a:ext cx="221894" cy="168554"/>
          </a:xfrm>
          <a:prstGeom prst="rect">
            <a:avLst/>
          </a:prstGeom>
          <a:solidFill>
            <a:srgbClr val="8BC6C6"/>
          </a:solidFill>
          <a:ln w="12700">
            <a:solidFill>
              <a:srgbClr val="8B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7"/>
          <p:cNvSpPr/>
          <p:nvPr/>
        </p:nvSpPr>
        <p:spPr>
          <a:xfrm>
            <a:off x="868680" y="2941320"/>
            <a:ext cx="221894" cy="168554"/>
          </a:xfrm>
          <a:prstGeom prst="rect">
            <a:avLst/>
          </a:prstGeom>
          <a:solidFill>
            <a:srgbClr val="96CBCD"/>
          </a:solidFill>
          <a:ln w="12700">
            <a:solidFill>
              <a:srgbClr val="96CB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8"/>
          <p:cNvSpPr/>
          <p:nvPr/>
        </p:nvSpPr>
        <p:spPr>
          <a:xfrm>
            <a:off x="1089660" y="2941320"/>
            <a:ext cx="221894" cy="168554"/>
          </a:xfrm>
          <a:prstGeom prst="rect">
            <a:avLst/>
          </a:prstGeom>
          <a:solidFill>
            <a:srgbClr val="96CBCD"/>
          </a:solidFill>
          <a:ln w="12700">
            <a:solidFill>
              <a:srgbClr val="96CB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99"/>
          <p:cNvSpPr/>
          <p:nvPr/>
        </p:nvSpPr>
        <p:spPr>
          <a:xfrm>
            <a:off x="1310640" y="2941320"/>
            <a:ext cx="221894" cy="168554"/>
          </a:xfrm>
          <a:prstGeom prst="rect">
            <a:avLst/>
          </a:prstGeom>
          <a:solidFill>
            <a:srgbClr val="95CBCC"/>
          </a:solidFill>
          <a:ln w="12700">
            <a:solidFill>
              <a:srgbClr val="95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0"/>
          <p:cNvSpPr/>
          <p:nvPr/>
        </p:nvSpPr>
        <p:spPr>
          <a:xfrm>
            <a:off x="1531620" y="2941320"/>
            <a:ext cx="221894" cy="168554"/>
          </a:xfrm>
          <a:prstGeom prst="rect">
            <a:avLst/>
          </a:prstGeom>
          <a:solidFill>
            <a:srgbClr val="95CBCC"/>
          </a:solidFill>
          <a:ln w="12700">
            <a:solidFill>
              <a:srgbClr val="95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1"/>
          <p:cNvSpPr/>
          <p:nvPr/>
        </p:nvSpPr>
        <p:spPr>
          <a:xfrm>
            <a:off x="1752600" y="2941320"/>
            <a:ext cx="221894" cy="168554"/>
          </a:xfrm>
          <a:prstGeom prst="rect">
            <a:avLst/>
          </a:prstGeom>
          <a:solidFill>
            <a:srgbClr val="95CBCC"/>
          </a:solidFill>
          <a:ln w="12700">
            <a:solidFill>
              <a:srgbClr val="95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2"/>
          <p:cNvSpPr/>
          <p:nvPr/>
        </p:nvSpPr>
        <p:spPr>
          <a:xfrm>
            <a:off x="1973580" y="2941320"/>
            <a:ext cx="221894" cy="168554"/>
          </a:xfrm>
          <a:prstGeom prst="rect">
            <a:avLst/>
          </a:prstGeom>
          <a:solidFill>
            <a:srgbClr val="94CACC"/>
          </a:solidFill>
          <a:ln w="12700">
            <a:solidFill>
              <a:srgbClr val="94CA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3"/>
          <p:cNvSpPr/>
          <p:nvPr/>
        </p:nvSpPr>
        <p:spPr>
          <a:xfrm>
            <a:off x="2194560" y="2941320"/>
            <a:ext cx="221894" cy="168554"/>
          </a:xfrm>
          <a:prstGeom prst="rect">
            <a:avLst/>
          </a:prstGeom>
          <a:solidFill>
            <a:srgbClr val="93CACB"/>
          </a:solidFill>
          <a:ln w="12700">
            <a:solidFill>
              <a:srgbClr val="93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4"/>
          <p:cNvSpPr/>
          <p:nvPr/>
        </p:nvSpPr>
        <p:spPr>
          <a:xfrm>
            <a:off x="2415540" y="2941320"/>
            <a:ext cx="221894" cy="168554"/>
          </a:xfrm>
          <a:prstGeom prst="rect">
            <a:avLst/>
          </a:prstGeom>
          <a:solidFill>
            <a:srgbClr val="93CACB"/>
          </a:solidFill>
          <a:ln w="12700">
            <a:solidFill>
              <a:srgbClr val="93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5"/>
          <p:cNvSpPr/>
          <p:nvPr/>
        </p:nvSpPr>
        <p:spPr>
          <a:xfrm>
            <a:off x="2636520" y="2941320"/>
            <a:ext cx="221894" cy="168554"/>
          </a:xfrm>
          <a:prstGeom prst="rect">
            <a:avLst/>
          </a:prstGeom>
          <a:solidFill>
            <a:srgbClr val="92CACA"/>
          </a:solidFill>
          <a:ln w="12700">
            <a:solidFill>
              <a:srgbClr val="92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6"/>
          <p:cNvSpPr/>
          <p:nvPr/>
        </p:nvSpPr>
        <p:spPr>
          <a:xfrm>
            <a:off x="2857500" y="2941320"/>
            <a:ext cx="221894" cy="168554"/>
          </a:xfrm>
          <a:prstGeom prst="rect">
            <a:avLst/>
          </a:prstGeom>
          <a:solidFill>
            <a:srgbClr val="91C9CA"/>
          </a:solidFill>
          <a:ln w="12700">
            <a:solidFill>
              <a:srgbClr val="91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7"/>
          <p:cNvSpPr/>
          <p:nvPr/>
        </p:nvSpPr>
        <p:spPr>
          <a:xfrm>
            <a:off x="3078480" y="2941320"/>
            <a:ext cx="221894" cy="168554"/>
          </a:xfrm>
          <a:prstGeom prst="rect">
            <a:avLst/>
          </a:prstGeom>
          <a:solidFill>
            <a:srgbClr val="91C9CA"/>
          </a:solidFill>
          <a:ln w="12700">
            <a:solidFill>
              <a:srgbClr val="91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8"/>
          <p:cNvSpPr/>
          <p:nvPr/>
        </p:nvSpPr>
        <p:spPr>
          <a:xfrm>
            <a:off x="3299460" y="294132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09"/>
          <p:cNvSpPr/>
          <p:nvPr/>
        </p:nvSpPr>
        <p:spPr>
          <a:xfrm>
            <a:off x="3520440" y="294132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0"/>
          <p:cNvSpPr/>
          <p:nvPr/>
        </p:nvSpPr>
        <p:spPr>
          <a:xfrm>
            <a:off x="3741420" y="294132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1"/>
          <p:cNvSpPr/>
          <p:nvPr/>
        </p:nvSpPr>
        <p:spPr>
          <a:xfrm>
            <a:off x="3962400" y="2941320"/>
            <a:ext cx="221894" cy="168554"/>
          </a:xfrm>
          <a:prstGeom prst="rect">
            <a:avLst/>
          </a:prstGeom>
          <a:solidFill>
            <a:srgbClr val="8DC7C7"/>
          </a:solidFill>
          <a:ln w="12700">
            <a:solidFill>
              <a:srgbClr val="8D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2"/>
          <p:cNvSpPr/>
          <p:nvPr/>
        </p:nvSpPr>
        <p:spPr>
          <a:xfrm>
            <a:off x="4183380" y="294132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3"/>
          <p:cNvSpPr/>
          <p:nvPr/>
        </p:nvSpPr>
        <p:spPr>
          <a:xfrm>
            <a:off x="4404360" y="294132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4"/>
          <p:cNvSpPr/>
          <p:nvPr/>
        </p:nvSpPr>
        <p:spPr>
          <a:xfrm>
            <a:off x="4625340" y="294132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5"/>
          <p:cNvSpPr/>
          <p:nvPr/>
        </p:nvSpPr>
        <p:spPr>
          <a:xfrm>
            <a:off x="868680" y="3108960"/>
            <a:ext cx="221894" cy="168554"/>
          </a:xfrm>
          <a:prstGeom prst="rect">
            <a:avLst/>
          </a:prstGeom>
          <a:solidFill>
            <a:srgbClr val="96CBCD"/>
          </a:solidFill>
          <a:ln w="12700">
            <a:solidFill>
              <a:srgbClr val="96CB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6"/>
          <p:cNvSpPr/>
          <p:nvPr/>
        </p:nvSpPr>
        <p:spPr>
          <a:xfrm>
            <a:off x="1089660" y="3108960"/>
            <a:ext cx="221894" cy="168554"/>
          </a:xfrm>
          <a:prstGeom prst="rect">
            <a:avLst/>
          </a:prstGeom>
          <a:solidFill>
            <a:srgbClr val="95CBCC"/>
          </a:solidFill>
          <a:ln w="12700">
            <a:solidFill>
              <a:srgbClr val="95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7"/>
          <p:cNvSpPr/>
          <p:nvPr/>
        </p:nvSpPr>
        <p:spPr>
          <a:xfrm>
            <a:off x="1310640" y="3108960"/>
            <a:ext cx="221894" cy="168554"/>
          </a:xfrm>
          <a:prstGeom prst="rect">
            <a:avLst/>
          </a:prstGeom>
          <a:solidFill>
            <a:srgbClr val="95CBCC"/>
          </a:solidFill>
          <a:ln w="12700">
            <a:solidFill>
              <a:srgbClr val="95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8"/>
          <p:cNvSpPr/>
          <p:nvPr/>
        </p:nvSpPr>
        <p:spPr>
          <a:xfrm>
            <a:off x="1531620" y="3108960"/>
            <a:ext cx="221894" cy="168554"/>
          </a:xfrm>
          <a:prstGeom prst="rect">
            <a:avLst/>
          </a:prstGeom>
          <a:solidFill>
            <a:srgbClr val="94CBCC"/>
          </a:solidFill>
          <a:ln w="12700">
            <a:solidFill>
              <a:srgbClr val="94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19"/>
          <p:cNvSpPr/>
          <p:nvPr/>
        </p:nvSpPr>
        <p:spPr>
          <a:xfrm>
            <a:off x="1752600" y="3108960"/>
            <a:ext cx="221894" cy="168554"/>
          </a:xfrm>
          <a:prstGeom prst="rect">
            <a:avLst/>
          </a:prstGeom>
          <a:solidFill>
            <a:srgbClr val="94CACC"/>
          </a:solidFill>
          <a:ln w="12700">
            <a:solidFill>
              <a:srgbClr val="94CA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0"/>
          <p:cNvSpPr/>
          <p:nvPr/>
        </p:nvSpPr>
        <p:spPr>
          <a:xfrm>
            <a:off x="1973580" y="3108960"/>
            <a:ext cx="221894" cy="168554"/>
          </a:xfrm>
          <a:prstGeom prst="rect">
            <a:avLst/>
          </a:prstGeom>
          <a:solidFill>
            <a:srgbClr val="93CACB"/>
          </a:solidFill>
          <a:ln w="12700">
            <a:solidFill>
              <a:srgbClr val="93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1"/>
          <p:cNvSpPr/>
          <p:nvPr/>
        </p:nvSpPr>
        <p:spPr>
          <a:xfrm>
            <a:off x="2194560" y="3108960"/>
            <a:ext cx="221894" cy="168554"/>
          </a:xfrm>
          <a:prstGeom prst="rect">
            <a:avLst/>
          </a:prstGeom>
          <a:solidFill>
            <a:srgbClr val="93CACB"/>
          </a:solidFill>
          <a:ln w="12700">
            <a:solidFill>
              <a:srgbClr val="93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2"/>
          <p:cNvSpPr/>
          <p:nvPr/>
        </p:nvSpPr>
        <p:spPr>
          <a:xfrm>
            <a:off x="2415540" y="3108960"/>
            <a:ext cx="221894" cy="168554"/>
          </a:xfrm>
          <a:prstGeom prst="rect">
            <a:avLst/>
          </a:prstGeom>
          <a:solidFill>
            <a:srgbClr val="92CACA"/>
          </a:solidFill>
          <a:ln w="12700">
            <a:solidFill>
              <a:srgbClr val="92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3"/>
          <p:cNvSpPr/>
          <p:nvPr/>
        </p:nvSpPr>
        <p:spPr>
          <a:xfrm>
            <a:off x="2636520" y="3108960"/>
            <a:ext cx="221894" cy="168554"/>
          </a:xfrm>
          <a:prstGeom prst="rect">
            <a:avLst/>
          </a:prstGeom>
          <a:solidFill>
            <a:srgbClr val="91C9CA"/>
          </a:solidFill>
          <a:ln w="12700">
            <a:solidFill>
              <a:srgbClr val="91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4"/>
          <p:cNvSpPr/>
          <p:nvPr/>
        </p:nvSpPr>
        <p:spPr>
          <a:xfrm>
            <a:off x="2857500" y="3108960"/>
            <a:ext cx="221894" cy="168554"/>
          </a:xfrm>
          <a:prstGeom prst="rect">
            <a:avLst/>
          </a:prstGeom>
          <a:solidFill>
            <a:srgbClr val="90C9CA"/>
          </a:solidFill>
          <a:ln w="12700">
            <a:solidFill>
              <a:srgbClr val="90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5"/>
          <p:cNvSpPr/>
          <p:nvPr/>
        </p:nvSpPr>
        <p:spPr>
          <a:xfrm>
            <a:off x="3078480" y="310896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6"/>
          <p:cNvSpPr/>
          <p:nvPr/>
        </p:nvSpPr>
        <p:spPr>
          <a:xfrm>
            <a:off x="3299460" y="310896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7"/>
          <p:cNvSpPr/>
          <p:nvPr/>
        </p:nvSpPr>
        <p:spPr>
          <a:xfrm>
            <a:off x="3520440" y="310896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8"/>
          <p:cNvSpPr/>
          <p:nvPr/>
        </p:nvSpPr>
        <p:spPr>
          <a:xfrm>
            <a:off x="3741420" y="3108960"/>
            <a:ext cx="221894" cy="168554"/>
          </a:xfrm>
          <a:prstGeom prst="rect">
            <a:avLst/>
          </a:prstGeom>
          <a:solidFill>
            <a:srgbClr val="8DC7C7"/>
          </a:solidFill>
          <a:ln w="12700">
            <a:solidFill>
              <a:srgbClr val="8D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29"/>
          <p:cNvSpPr/>
          <p:nvPr/>
        </p:nvSpPr>
        <p:spPr>
          <a:xfrm>
            <a:off x="3962400" y="3108960"/>
            <a:ext cx="221894" cy="168554"/>
          </a:xfrm>
          <a:prstGeom prst="rect">
            <a:avLst/>
          </a:prstGeom>
          <a:solidFill>
            <a:srgbClr val="8BC7C7"/>
          </a:solidFill>
          <a:ln w="12700">
            <a:solidFill>
              <a:srgbClr val="8B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0"/>
          <p:cNvSpPr/>
          <p:nvPr/>
        </p:nvSpPr>
        <p:spPr>
          <a:xfrm>
            <a:off x="4183380" y="310896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1"/>
          <p:cNvSpPr/>
          <p:nvPr/>
        </p:nvSpPr>
        <p:spPr>
          <a:xfrm>
            <a:off x="4404360" y="310896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2"/>
          <p:cNvSpPr/>
          <p:nvPr/>
        </p:nvSpPr>
        <p:spPr>
          <a:xfrm>
            <a:off x="4625340" y="3108960"/>
            <a:ext cx="221894" cy="168554"/>
          </a:xfrm>
          <a:prstGeom prst="rect">
            <a:avLst/>
          </a:prstGeom>
          <a:solidFill>
            <a:srgbClr val="88C5C4"/>
          </a:solidFill>
          <a:ln w="12700">
            <a:solidFill>
              <a:srgbClr val="88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3"/>
          <p:cNvSpPr/>
          <p:nvPr/>
        </p:nvSpPr>
        <p:spPr>
          <a:xfrm>
            <a:off x="868680" y="3276600"/>
            <a:ext cx="221894" cy="168554"/>
          </a:xfrm>
          <a:prstGeom prst="rect">
            <a:avLst/>
          </a:prstGeom>
          <a:solidFill>
            <a:srgbClr val="95CBCC"/>
          </a:solidFill>
          <a:ln w="12700">
            <a:solidFill>
              <a:srgbClr val="95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4"/>
          <p:cNvSpPr/>
          <p:nvPr/>
        </p:nvSpPr>
        <p:spPr>
          <a:xfrm>
            <a:off x="1089660" y="3276600"/>
            <a:ext cx="221894" cy="168554"/>
          </a:xfrm>
          <a:prstGeom prst="rect">
            <a:avLst/>
          </a:prstGeom>
          <a:solidFill>
            <a:srgbClr val="95CBCC"/>
          </a:solidFill>
          <a:ln w="12700">
            <a:solidFill>
              <a:srgbClr val="95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5"/>
          <p:cNvSpPr/>
          <p:nvPr/>
        </p:nvSpPr>
        <p:spPr>
          <a:xfrm>
            <a:off x="1310640" y="3276600"/>
            <a:ext cx="221894" cy="168554"/>
          </a:xfrm>
          <a:prstGeom prst="rect">
            <a:avLst/>
          </a:prstGeom>
          <a:solidFill>
            <a:srgbClr val="94CBCC"/>
          </a:solidFill>
          <a:ln w="12700">
            <a:solidFill>
              <a:srgbClr val="94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6"/>
          <p:cNvSpPr/>
          <p:nvPr/>
        </p:nvSpPr>
        <p:spPr>
          <a:xfrm>
            <a:off x="1531620" y="3276600"/>
            <a:ext cx="221894" cy="168554"/>
          </a:xfrm>
          <a:prstGeom prst="rect">
            <a:avLst/>
          </a:prstGeom>
          <a:solidFill>
            <a:srgbClr val="94CACB"/>
          </a:solidFill>
          <a:ln w="12700">
            <a:solidFill>
              <a:srgbClr val="94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7"/>
          <p:cNvSpPr/>
          <p:nvPr/>
        </p:nvSpPr>
        <p:spPr>
          <a:xfrm>
            <a:off x="1752600" y="3276600"/>
            <a:ext cx="221894" cy="168554"/>
          </a:xfrm>
          <a:prstGeom prst="rect">
            <a:avLst/>
          </a:prstGeom>
          <a:solidFill>
            <a:srgbClr val="93CACB"/>
          </a:solidFill>
          <a:ln w="12700">
            <a:solidFill>
              <a:srgbClr val="93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8"/>
          <p:cNvSpPr/>
          <p:nvPr/>
        </p:nvSpPr>
        <p:spPr>
          <a:xfrm>
            <a:off x="1973580" y="3276600"/>
            <a:ext cx="221894" cy="168554"/>
          </a:xfrm>
          <a:prstGeom prst="rect">
            <a:avLst/>
          </a:prstGeom>
          <a:solidFill>
            <a:srgbClr val="93CACB"/>
          </a:solidFill>
          <a:ln w="12700">
            <a:solidFill>
              <a:srgbClr val="93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39"/>
          <p:cNvSpPr/>
          <p:nvPr/>
        </p:nvSpPr>
        <p:spPr>
          <a:xfrm>
            <a:off x="2194560" y="3276600"/>
            <a:ext cx="221894" cy="168554"/>
          </a:xfrm>
          <a:prstGeom prst="rect">
            <a:avLst/>
          </a:prstGeom>
          <a:solidFill>
            <a:srgbClr val="92CACA"/>
          </a:solidFill>
          <a:ln w="12700">
            <a:solidFill>
              <a:srgbClr val="92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0"/>
          <p:cNvSpPr/>
          <p:nvPr/>
        </p:nvSpPr>
        <p:spPr>
          <a:xfrm>
            <a:off x="2415540" y="3276600"/>
            <a:ext cx="221894" cy="168554"/>
          </a:xfrm>
          <a:prstGeom prst="rect">
            <a:avLst/>
          </a:prstGeom>
          <a:solidFill>
            <a:srgbClr val="91C9CA"/>
          </a:solidFill>
          <a:ln w="12700">
            <a:solidFill>
              <a:srgbClr val="91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1"/>
          <p:cNvSpPr/>
          <p:nvPr/>
        </p:nvSpPr>
        <p:spPr>
          <a:xfrm>
            <a:off x="2636520" y="327660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2"/>
          <p:cNvSpPr/>
          <p:nvPr/>
        </p:nvSpPr>
        <p:spPr>
          <a:xfrm>
            <a:off x="2857500" y="327660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3"/>
          <p:cNvSpPr/>
          <p:nvPr/>
        </p:nvSpPr>
        <p:spPr>
          <a:xfrm>
            <a:off x="3078480" y="327660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4"/>
          <p:cNvSpPr/>
          <p:nvPr/>
        </p:nvSpPr>
        <p:spPr>
          <a:xfrm>
            <a:off x="3299460" y="3276600"/>
            <a:ext cx="221894" cy="168554"/>
          </a:xfrm>
          <a:prstGeom prst="rect">
            <a:avLst/>
          </a:prstGeom>
          <a:solidFill>
            <a:srgbClr val="8DC8C8"/>
          </a:solidFill>
          <a:ln w="12700">
            <a:solidFill>
              <a:srgbClr val="8D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5"/>
          <p:cNvSpPr/>
          <p:nvPr/>
        </p:nvSpPr>
        <p:spPr>
          <a:xfrm>
            <a:off x="3520440" y="327660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6"/>
          <p:cNvSpPr/>
          <p:nvPr/>
        </p:nvSpPr>
        <p:spPr>
          <a:xfrm>
            <a:off x="3741420" y="3276600"/>
            <a:ext cx="221894" cy="168554"/>
          </a:xfrm>
          <a:prstGeom prst="rect">
            <a:avLst/>
          </a:prstGeom>
          <a:solidFill>
            <a:srgbClr val="8BC7C7"/>
          </a:solidFill>
          <a:ln w="12700">
            <a:solidFill>
              <a:srgbClr val="8B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7"/>
          <p:cNvSpPr/>
          <p:nvPr/>
        </p:nvSpPr>
        <p:spPr>
          <a:xfrm>
            <a:off x="3962400" y="327660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8"/>
          <p:cNvSpPr/>
          <p:nvPr/>
        </p:nvSpPr>
        <p:spPr>
          <a:xfrm>
            <a:off x="4183380" y="327660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49"/>
          <p:cNvSpPr/>
          <p:nvPr/>
        </p:nvSpPr>
        <p:spPr>
          <a:xfrm>
            <a:off x="4404360" y="327660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0"/>
          <p:cNvSpPr/>
          <p:nvPr/>
        </p:nvSpPr>
        <p:spPr>
          <a:xfrm>
            <a:off x="4625340" y="3276600"/>
            <a:ext cx="221894" cy="168554"/>
          </a:xfrm>
          <a:prstGeom prst="rect">
            <a:avLst/>
          </a:prstGeom>
          <a:solidFill>
            <a:srgbClr val="86C4C3"/>
          </a:solidFill>
          <a:ln w="12700">
            <a:solidFill>
              <a:srgbClr val="86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1"/>
          <p:cNvSpPr/>
          <p:nvPr/>
        </p:nvSpPr>
        <p:spPr>
          <a:xfrm>
            <a:off x="868680" y="3444240"/>
            <a:ext cx="221894" cy="168554"/>
          </a:xfrm>
          <a:prstGeom prst="rect">
            <a:avLst/>
          </a:prstGeom>
          <a:solidFill>
            <a:srgbClr val="95CBCC"/>
          </a:solidFill>
          <a:ln w="12700">
            <a:solidFill>
              <a:srgbClr val="95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2"/>
          <p:cNvSpPr/>
          <p:nvPr/>
        </p:nvSpPr>
        <p:spPr>
          <a:xfrm>
            <a:off x="1089660" y="3444240"/>
            <a:ext cx="221894" cy="168554"/>
          </a:xfrm>
          <a:prstGeom prst="rect">
            <a:avLst/>
          </a:prstGeom>
          <a:solidFill>
            <a:srgbClr val="94CBCC"/>
          </a:solidFill>
          <a:ln w="12700">
            <a:solidFill>
              <a:srgbClr val="94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3"/>
          <p:cNvSpPr/>
          <p:nvPr/>
        </p:nvSpPr>
        <p:spPr>
          <a:xfrm>
            <a:off x="1310640" y="3444240"/>
            <a:ext cx="221894" cy="168554"/>
          </a:xfrm>
          <a:prstGeom prst="rect">
            <a:avLst/>
          </a:prstGeom>
          <a:solidFill>
            <a:srgbClr val="94CACB"/>
          </a:solidFill>
          <a:ln w="12700">
            <a:solidFill>
              <a:srgbClr val="94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4"/>
          <p:cNvSpPr/>
          <p:nvPr/>
        </p:nvSpPr>
        <p:spPr>
          <a:xfrm>
            <a:off x="1531620" y="3444240"/>
            <a:ext cx="221894" cy="168554"/>
          </a:xfrm>
          <a:prstGeom prst="rect">
            <a:avLst/>
          </a:prstGeom>
          <a:solidFill>
            <a:srgbClr val="93CACB"/>
          </a:solidFill>
          <a:ln w="12700">
            <a:solidFill>
              <a:srgbClr val="93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5"/>
          <p:cNvSpPr/>
          <p:nvPr/>
        </p:nvSpPr>
        <p:spPr>
          <a:xfrm>
            <a:off x="1752600" y="3444240"/>
            <a:ext cx="221894" cy="168554"/>
          </a:xfrm>
          <a:prstGeom prst="rect">
            <a:avLst/>
          </a:prstGeom>
          <a:solidFill>
            <a:srgbClr val="92CACB"/>
          </a:solidFill>
          <a:ln w="12700">
            <a:solidFill>
              <a:srgbClr val="92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6"/>
          <p:cNvSpPr/>
          <p:nvPr/>
        </p:nvSpPr>
        <p:spPr>
          <a:xfrm>
            <a:off x="1973580" y="3444240"/>
            <a:ext cx="221894" cy="168554"/>
          </a:xfrm>
          <a:prstGeom prst="rect">
            <a:avLst/>
          </a:prstGeom>
          <a:solidFill>
            <a:srgbClr val="92C9CA"/>
          </a:solidFill>
          <a:ln w="12700">
            <a:solidFill>
              <a:srgbClr val="92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7"/>
          <p:cNvSpPr/>
          <p:nvPr/>
        </p:nvSpPr>
        <p:spPr>
          <a:xfrm>
            <a:off x="2194560" y="3444240"/>
            <a:ext cx="221894" cy="168554"/>
          </a:xfrm>
          <a:prstGeom prst="rect">
            <a:avLst/>
          </a:prstGeom>
          <a:solidFill>
            <a:srgbClr val="91C9CA"/>
          </a:solidFill>
          <a:ln w="12700">
            <a:solidFill>
              <a:srgbClr val="91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8"/>
          <p:cNvSpPr/>
          <p:nvPr/>
        </p:nvSpPr>
        <p:spPr>
          <a:xfrm>
            <a:off x="2415540" y="344424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59"/>
          <p:cNvSpPr/>
          <p:nvPr/>
        </p:nvSpPr>
        <p:spPr>
          <a:xfrm>
            <a:off x="2636520" y="344424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0"/>
          <p:cNvSpPr/>
          <p:nvPr/>
        </p:nvSpPr>
        <p:spPr>
          <a:xfrm>
            <a:off x="2857500" y="344424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1"/>
          <p:cNvSpPr/>
          <p:nvPr/>
        </p:nvSpPr>
        <p:spPr>
          <a:xfrm>
            <a:off x="3078480" y="3444240"/>
            <a:ext cx="221894" cy="168554"/>
          </a:xfrm>
          <a:prstGeom prst="rect">
            <a:avLst/>
          </a:prstGeom>
          <a:solidFill>
            <a:srgbClr val="8DC8C8"/>
          </a:solidFill>
          <a:ln w="12700">
            <a:solidFill>
              <a:srgbClr val="8D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2"/>
          <p:cNvSpPr/>
          <p:nvPr/>
        </p:nvSpPr>
        <p:spPr>
          <a:xfrm>
            <a:off x="3299460" y="344424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3"/>
          <p:cNvSpPr/>
          <p:nvPr/>
        </p:nvSpPr>
        <p:spPr>
          <a:xfrm>
            <a:off x="3520440" y="3444240"/>
            <a:ext cx="221894" cy="168554"/>
          </a:xfrm>
          <a:prstGeom prst="rect">
            <a:avLst/>
          </a:prstGeom>
          <a:solidFill>
            <a:srgbClr val="8BC7C6"/>
          </a:solidFill>
          <a:ln w="12700">
            <a:solidFill>
              <a:srgbClr val="8BC7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4"/>
          <p:cNvSpPr/>
          <p:nvPr/>
        </p:nvSpPr>
        <p:spPr>
          <a:xfrm>
            <a:off x="3741420" y="344424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5"/>
          <p:cNvSpPr/>
          <p:nvPr/>
        </p:nvSpPr>
        <p:spPr>
          <a:xfrm>
            <a:off x="3962400" y="344424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6"/>
          <p:cNvSpPr/>
          <p:nvPr/>
        </p:nvSpPr>
        <p:spPr>
          <a:xfrm>
            <a:off x="4183380" y="344424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7"/>
          <p:cNvSpPr/>
          <p:nvPr/>
        </p:nvSpPr>
        <p:spPr>
          <a:xfrm>
            <a:off x="4404360" y="344424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8"/>
          <p:cNvSpPr/>
          <p:nvPr/>
        </p:nvSpPr>
        <p:spPr>
          <a:xfrm>
            <a:off x="4625340" y="3444240"/>
            <a:ext cx="221894" cy="168554"/>
          </a:xfrm>
          <a:prstGeom prst="rect">
            <a:avLst/>
          </a:prstGeom>
          <a:solidFill>
            <a:srgbClr val="84C3C2"/>
          </a:solidFill>
          <a:ln w="12700">
            <a:solidFill>
              <a:srgbClr val="84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69"/>
          <p:cNvSpPr/>
          <p:nvPr/>
        </p:nvSpPr>
        <p:spPr>
          <a:xfrm>
            <a:off x="868680" y="3611880"/>
            <a:ext cx="221894" cy="168554"/>
          </a:xfrm>
          <a:prstGeom prst="rect">
            <a:avLst/>
          </a:prstGeom>
          <a:solidFill>
            <a:srgbClr val="94CBCC"/>
          </a:solidFill>
          <a:ln w="12700">
            <a:solidFill>
              <a:srgbClr val="94C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0"/>
          <p:cNvSpPr/>
          <p:nvPr/>
        </p:nvSpPr>
        <p:spPr>
          <a:xfrm>
            <a:off x="1089660" y="3611880"/>
            <a:ext cx="221894" cy="168554"/>
          </a:xfrm>
          <a:prstGeom prst="rect">
            <a:avLst/>
          </a:prstGeom>
          <a:solidFill>
            <a:srgbClr val="94CACB"/>
          </a:solidFill>
          <a:ln w="12700">
            <a:solidFill>
              <a:srgbClr val="94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1"/>
          <p:cNvSpPr/>
          <p:nvPr/>
        </p:nvSpPr>
        <p:spPr>
          <a:xfrm>
            <a:off x="1310640" y="3611880"/>
            <a:ext cx="221894" cy="168554"/>
          </a:xfrm>
          <a:prstGeom prst="rect">
            <a:avLst/>
          </a:prstGeom>
          <a:solidFill>
            <a:srgbClr val="93CACB"/>
          </a:solidFill>
          <a:ln w="12700">
            <a:solidFill>
              <a:srgbClr val="93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2"/>
          <p:cNvSpPr/>
          <p:nvPr/>
        </p:nvSpPr>
        <p:spPr>
          <a:xfrm>
            <a:off x="1531620" y="3611880"/>
            <a:ext cx="221894" cy="168554"/>
          </a:xfrm>
          <a:prstGeom prst="rect">
            <a:avLst/>
          </a:prstGeom>
          <a:solidFill>
            <a:srgbClr val="92CACB"/>
          </a:solidFill>
          <a:ln w="12700">
            <a:solidFill>
              <a:srgbClr val="92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3"/>
          <p:cNvSpPr/>
          <p:nvPr/>
        </p:nvSpPr>
        <p:spPr>
          <a:xfrm>
            <a:off x="1752600" y="3611880"/>
            <a:ext cx="221894" cy="168554"/>
          </a:xfrm>
          <a:prstGeom prst="rect">
            <a:avLst/>
          </a:prstGeom>
          <a:solidFill>
            <a:srgbClr val="92C9CA"/>
          </a:solidFill>
          <a:ln w="12700">
            <a:solidFill>
              <a:srgbClr val="92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4"/>
          <p:cNvSpPr/>
          <p:nvPr/>
        </p:nvSpPr>
        <p:spPr>
          <a:xfrm>
            <a:off x="1973580" y="3611880"/>
            <a:ext cx="221894" cy="168554"/>
          </a:xfrm>
          <a:prstGeom prst="rect">
            <a:avLst/>
          </a:prstGeom>
          <a:solidFill>
            <a:srgbClr val="91C9CA"/>
          </a:solidFill>
          <a:ln w="12700">
            <a:solidFill>
              <a:srgbClr val="91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5"/>
          <p:cNvSpPr/>
          <p:nvPr/>
        </p:nvSpPr>
        <p:spPr>
          <a:xfrm>
            <a:off x="2194560" y="361188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6"/>
          <p:cNvSpPr/>
          <p:nvPr/>
        </p:nvSpPr>
        <p:spPr>
          <a:xfrm>
            <a:off x="2415540" y="361188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7"/>
          <p:cNvSpPr/>
          <p:nvPr/>
        </p:nvSpPr>
        <p:spPr>
          <a:xfrm>
            <a:off x="2636520" y="361188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8"/>
          <p:cNvSpPr/>
          <p:nvPr/>
        </p:nvSpPr>
        <p:spPr>
          <a:xfrm>
            <a:off x="2857500" y="3611880"/>
            <a:ext cx="221894" cy="168554"/>
          </a:xfrm>
          <a:prstGeom prst="rect">
            <a:avLst/>
          </a:prstGeom>
          <a:solidFill>
            <a:srgbClr val="8DC7C8"/>
          </a:solidFill>
          <a:ln w="12700">
            <a:solidFill>
              <a:srgbClr val="8DC7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79"/>
          <p:cNvSpPr/>
          <p:nvPr/>
        </p:nvSpPr>
        <p:spPr>
          <a:xfrm>
            <a:off x="3078480" y="361188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0"/>
          <p:cNvSpPr/>
          <p:nvPr/>
        </p:nvSpPr>
        <p:spPr>
          <a:xfrm>
            <a:off x="3299460" y="3611880"/>
            <a:ext cx="221894" cy="168554"/>
          </a:xfrm>
          <a:prstGeom prst="rect">
            <a:avLst/>
          </a:prstGeom>
          <a:solidFill>
            <a:srgbClr val="8BC6C6"/>
          </a:solidFill>
          <a:ln w="12700">
            <a:solidFill>
              <a:srgbClr val="8B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1"/>
          <p:cNvSpPr/>
          <p:nvPr/>
        </p:nvSpPr>
        <p:spPr>
          <a:xfrm>
            <a:off x="3520440" y="361188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2"/>
          <p:cNvSpPr/>
          <p:nvPr/>
        </p:nvSpPr>
        <p:spPr>
          <a:xfrm>
            <a:off x="3741420" y="361188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3"/>
          <p:cNvSpPr/>
          <p:nvPr/>
        </p:nvSpPr>
        <p:spPr>
          <a:xfrm>
            <a:off x="3962400" y="361188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4"/>
          <p:cNvSpPr/>
          <p:nvPr/>
        </p:nvSpPr>
        <p:spPr>
          <a:xfrm>
            <a:off x="4183380" y="361188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5"/>
          <p:cNvSpPr/>
          <p:nvPr/>
        </p:nvSpPr>
        <p:spPr>
          <a:xfrm>
            <a:off x="4404360" y="3611880"/>
            <a:ext cx="221894" cy="168554"/>
          </a:xfrm>
          <a:prstGeom prst="rect">
            <a:avLst/>
          </a:prstGeom>
          <a:solidFill>
            <a:srgbClr val="83C3C2"/>
          </a:solidFill>
          <a:ln w="12700">
            <a:solidFill>
              <a:srgbClr val="83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6"/>
          <p:cNvSpPr/>
          <p:nvPr/>
        </p:nvSpPr>
        <p:spPr>
          <a:xfrm>
            <a:off x="4625340" y="3611880"/>
            <a:ext cx="221894" cy="168554"/>
          </a:xfrm>
          <a:prstGeom prst="rect">
            <a:avLst/>
          </a:prstGeom>
          <a:solidFill>
            <a:srgbClr val="82C3C1"/>
          </a:solidFill>
          <a:ln w="12700">
            <a:solidFill>
              <a:srgbClr val="82C3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7"/>
          <p:cNvSpPr/>
          <p:nvPr/>
        </p:nvSpPr>
        <p:spPr>
          <a:xfrm>
            <a:off x="868680" y="3779520"/>
            <a:ext cx="221894" cy="168554"/>
          </a:xfrm>
          <a:prstGeom prst="rect">
            <a:avLst/>
          </a:prstGeom>
          <a:solidFill>
            <a:srgbClr val="94CACB"/>
          </a:solidFill>
          <a:ln w="12700">
            <a:solidFill>
              <a:srgbClr val="94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8"/>
          <p:cNvSpPr/>
          <p:nvPr/>
        </p:nvSpPr>
        <p:spPr>
          <a:xfrm>
            <a:off x="1089660" y="3779520"/>
            <a:ext cx="221894" cy="168554"/>
          </a:xfrm>
          <a:prstGeom prst="rect">
            <a:avLst/>
          </a:prstGeom>
          <a:solidFill>
            <a:srgbClr val="93CACB"/>
          </a:solidFill>
          <a:ln w="12700">
            <a:solidFill>
              <a:srgbClr val="93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89"/>
          <p:cNvSpPr/>
          <p:nvPr/>
        </p:nvSpPr>
        <p:spPr>
          <a:xfrm>
            <a:off x="1310640" y="3779520"/>
            <a:ext cx="221894" cy="168554"/>
          </a:xfrm>
          <a:prstGeom prst="rect">
            <a:avLst/>
          </a:prstGeom>
          <a:solidFill>
            <a:srgbClr val="92CACB"/>
          </a:solidFill>
          <a:ln w="12700">
            <a:solidFill>
              <a:srgbClr val="92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0"/>
          <p:cNvSpPr/>
          <p:nvPr/>
        </p:nvSpPr>
        <p:spPr>
          <a:xfrm>
            <a:off x="1531620" y="3779520"/>
            <a:ext cx="221894" cy="168554"/>
          </a:xfrm>
          <a:prstGeom prst="rect">
            <a:avLst/>
          </a:prstGeom>
          <a:solidFill>
            <a:srgbClr val="91C9CA"/>
          </a:solidFill>
          <a:ln w="12700">
            <a:solidFill>
              <a:srgbClr val="91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1"/>
          <p:cNvSpPr/>
          <p:nvPr/>
        </p:nvSpPr>
        <p:spPr>
          <a:xfrm>
            <a:off x="1752600" y="3779520"/>
            <a:ext cx="221894" cy="168554"/>
          </a:xfrm>
          <a:prstGeom prst="rect">
            <a:avLst/>
          </a:prstGeom>
          <a:solidFill>
            <a:srgbClr val="91C9CA"/>
          </a:solidFill>
          <a:ln w="12700">
            <a:solidFill>
              <a:srgbClr val="91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2"/>
          <p:cNvSpPr/>
          <p:nvPr/>
        </p:nvSpPr>
        <p:spPr>
          <a:xfrm>
            <a:off x="1973580" y="377952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3"/>
          <p:cNvSpPr/>
          <p:nvPr/>
        </p:nvSpPr>
        <p:spPr>
          <a:xfrm>
            <a:off x="2194560" y="377952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4"/>
          <p:cNvSpPr/>
          <p:nvPr/>
        </p:nvSpPr>
        <p:spPr>
          <a:xfrm>
            <a:off x="2415540" y="377952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5"/>
          <p:cNvSpPr/>
          <p:nvPr/>
        </p:nvSpPr>
        <p:spPr>
          <a:xfrm>
            <a:off x="2636520" y="3779520"/>
            <a:ext cx="221894" cy="168554"/>
          </a:xfrm>
          <a:prstGeom prst="rect">
            <a:avLst/>
          </a:prstGeom>
          <a:solidFill>
            <a:srgbClr val="8DC7C7"/>
          </a:solidFill>
          <a:ln w="12700">
            <a:solidFill>
              <a:srgbClr val="8D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6"/>
          <p:cNvSpPr/>
          <p:nvPr/>
        </p:nvSpPr>
        <p:spPr>
          <a:xfrm>
            <a:off x="2857500" y="377952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7"/>
          <p:cNvSpPr/>
          <p:nvPr/>
        </p:nvSpPr>
        <p:spPr>
          <a:xfrm>
            <a:off x="3078480" y="377952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8"/>
          <p:cNvSpPr/>
          <p:nvPr/>
        </p:nvSpPr>
        <p:spPr>
          <a:xfrm>
            <a:off x="3299460" y="377952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199"/>
          <p:cNvSpPr/>
          <p:nvPr/>
        </p:nvSpPr>
        <p:spPr>
          <a:xfrm>
            <a:off x="3520440" y="3779520"/>
            <a:ext cx="221894" cy="168554"/>
          </a:xfrm>
          <a:prstGeom prst="rect">
            <a:avLst/>
          </a:prstGeom>
          <a:solidFill>
            <a:srgbClr val="88C5C4"/>
          </a:solidFill>
          <a:ln w="12700">
            <a:solidFill>
              <a:srgbClr val="88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0"/>
          <p:cNvSpPr/>
          <p:nvPr/>
        </p:nvSpPr>
        <p:spPr>
          <a:xfrm>
            <a:off x="3741420" y="3779520"/>
            <a:ext cx="221894" cy="168554"/>
          </a:xfrm>
          <a:prstGeom prst="rect">
            <a:avLst/>
          </a:prstGeom>
          <a:solidFill>
            <a:srgbClr val="86C4C4"/>
          </a:solidFill>
          <a:ln w="12700">
            <a:solidFill>
              <a:srgbClr val="86C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1"/>
          <p:cNvSpPr/>
          <p:nvPr/>
        </p:nvSpPr>
        <p:spPr>
          <a:xfrm>
            <a:off x="3962400" y="377952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2"/>
          <p:cNvSpPr/>
          <p:nvPr/>
        </p:nvSpPr>
        <p:spPr>
          <a:xfrm>
            <a:off x="4183380" y="3779520"/>
            <a:ext cx="221894" cy="168554"/>
          </a:xfrm>
          <a:prstGeom prst="rect">
            <a:avLst/>
          </a:prstGeom>
          <a:solidFill>
            <a:srgbClr val="83C3C2"/>
          </a:solidFill>
          <a:ln w="12700">
            <a:solidFill>
              <a:srgbClr val="83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3"/>
          <p:cNvSpPr/>
          <p:nvPr/>
        </p:nvSpPr>
        <p:spPr>
          <a:xfrm>
            <a:off x="4404360" y="3779520"/>
            <a:ext cx="221894" cy="168554"/>
          </a:xfrm>
          <a:prstGeom prst="rect">
            <a:avLst/>
          </a:prstGeom>
          <a:solidFill>
            <a:srgbClr val="81C2C1"/>
          </a:solidFill>
          <a:ln w="12700">
            <a:solidFill>
              <a:srgbClr val="81C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4"/>
          <p:cNvSpPr/>
          <p:nvPr/>
        </p:nvSpPr>
        <p:spPr>
          <a:xfrm>
            <a:off x="4625340" y="3779520"/>
            <a:ext cx="221894" cy="168554"/>
          </a:xfrm>
          <a:prstGeom prst="rect">
            <a:avLst/>
          </a:prstGeom>
          <a:solidFill>
            <a:srgbClr val="80C2C0"/>
          </a:solidFill>
          <a:ln w="12700">
            <a:solidFill>
              <a:srgbClr val="80C2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5"/>
          <p:cNvSpPr/>
          <p:nvPr/>
        </p:nvSpPr>
        <p:spPr>
          <a:xfrm>
            <a:off x="868680" y="3947160"/>
            <a:ext cx="221894" cy="168554"/>
          </a:xfrm>
          <a:prstGeom prst="rect">
            <a:avLst/>
          </a:prstGeom>
          <a:solidFill>
            <a:srgbClr val="93CACB"/>
          </a:solidFill>
          <a:ln w="12700">
            <a:solidFill>
              <a:srgbClr val="93C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6"/>
          <p:cNvSpPr/>
          <p:nvPr/>
        </p:nvSpPr>
        <p:spPr>
          <a:xfrm>
            <a:off x="1089660" y="3947160"/>
            <a:ext cx="221894" cy="168554"/>
          </a:xfrm>
          <a:prstGeom prst="rect">
            <a:avLst/>
          </a:prstGeom>
          <a:solidFill>
            <a:srgbClr val="92CACA"/>
          </a:solidFill>
          <a:ln w="12700">
            <a:solidFill>
              <a:srgbClr val="92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7"/>
          <p:cNvSpPr/>
          <p:nvPr/>
        </p:nvSpPr>
        <p:spPr>
          <a:xfrm>
            <a:off x="1310640" y="3947160"/>
            <a:ext cx="221894" cy="168554"/>
          </a:xfrm>
          <a:prstGeom prst="rect">
            <a:avLst/>
          </a:prstGeom>
          <a:solidFill>
            <a:srgbClr val="91C9CA"/>
          </a:solidFill>
          <a:ln w="12700">
            <a:solidFill>
              <a:srgbClr val="91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8"/>
          <p:cNvSpPr/>
          <p:nvPr/>
        </p:nvSpPr>
        <p:spPr>
          <a:xfrm>
            <a:off x="1531620" y="3947160"/>
            <a:ext cx="221894" cy="168554"/>
          </a:xfrm>
          <a:prstGeom prst="rect">
            <a:avLst/>
          </a:prstGeom>
          <a:solidFill>
            <a:srgbClr val="90C9CA"/>
          </a:solidFill>
          <a:ln w="12700">
            <a:solidFill>
              <a:srgbClr val="90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09"/>
          <p:cNvSpPr/>
          <p:nvPr/>
        </p:nvSpPr>
        <p:spPr>
          <a:xfrm>
            <a:off x="1752600" y="394716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0"/>
          <p:cNvSpPr/>
          <p:nvPr/>
        </p:nvSpPr>
        <p:spPr>
          <a:xfrm>
            <a:off x="1973580" y="3947160"/>
            <a:ext cx="221894" cy="168554"/>
          </a:xfrm>
          <a:prstGeom prst="rect">
            <a:avLst/>
          </a:prstGeom>
          <a:solidFill>
            <a:srgbClr val="8FC8C8"/>
          </a:solidFill>
          <a:ln w="12700">
            <a:solidFill>
              <a:srgbClr val="8F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1"/>
          <p:cNvSpPr/>
          <p:nvPr/>
        </p:nvSpPr>
        <p:spPr>
          <a:xfrm>
            <a:off x="2194560" y="394716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2"/>
          <p:cNvSpPr/>
          <p:nvPr/>
        </p:nvSpPr>
        <p:spPr>
          <a:xfrm>
            <a:off x="2415540" y="394716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3"/>
          <p:cNvSpPr/>
          <p:nvPr/>
        </p:nvSpPr>
        <p:spPr>
          <a:xfrm>
            <a:off x="2636520" y="3947160"/>
            <a:ext cx="221894" cy="168554"/>
          </a:xfrm>
          <a:prstGeom prst="rect">
            <a:avLst/>
          </a:prstGeom>
          <a:solidFill>
            <a:srgbClr val="8BC7C7"/>
          </a:solidFill>
          <a:ln w="12700">
            <a:solidFill>
              <a:srgbClr val="8B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4"/>
          <p:cNvSpPr/>
          <p:nvPr/>
        </p:nvSpPr>
        <p:spPr>
          <a:xfrm>
            <a:off x="2857500" y="394716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5"/>
          <p:cNvSpPr/>
          <p:nvPr/>
        </p:nvSpPr>
        <p:spPr>
          <a:xfrm>
            <a:off x="3078480" y="394716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6"/>
          <p:cNvSpPr/>
          <p:nvPr/>
        </p:nvSpPr>
        <p:spPr>
          <a:xfrm>
            <a:off x="3299460" y="394716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7"/>
          <p:cNvSpPr/>
          <p:nvPr/>
        </p:nvSpPr>
        <p:spPr>
          <a:xfrm>
            <a:off x="3520440" y="3947160"/>
            <a:ext cx="221894" cy="168554"/>
          </a:xfrm>
          <a:prstGeom prst="rect">
            <a:avLst/>
          </a:prstGeom>
          <a:solidFill>
            <a:srgbClr val="86C4C3"/>
          </a:solidFill>
          <a:ln w="12700">
            <a:solidFill>
              <a:srgbClr val="86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8"/>
          <p:cNvSpPr/>
          <p:nvPr/>
        </p:nvSpPr>
        <p:spPr>
          <a:xfrm>
            <a:off x="3741420" y="3947160"/>
            <a:ext cx="221894" cy="168554"/>
          </a:xfrm>
          <a:prstGeom prst="rect">
            <a:avLst/>
          </a:prstGeom>
          <a:solidFill>
            <a:srgbClr val="84C4C3"/>
          </a:solidFill>
          <a:ln w="12700">
            <a:solidFill>
              <a:srgbClr val="84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19"/>
          <p:cNvSpPr/>
          <p:nvPr/>
        </p:nvSpPr>
        <p:spPr>
          <a:xfrm>
            <a:off x="3962400" y="3947160"/>
            <a:ext cx="221894" cy="168554"/>
          </a:xfrm>
          <a:prstGeom prst="rect">
            <a:avLst/>
          </a:prstGeom>
          <a:solidFill>
            <a:srgbClr val="83C3C2"/>
          </a:solidFill>
          <a:ln w="12700">
            <a:solidFill>
              <a:srgbClr val="83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0"/>
          <p:cNvSpPr/>
          <p:nvPr/>
        </p:nvSpPr>
        <p:spPr>
          <a:xfrm>
            <a:off x="4183380" y="3947160"/>
            <a:ext cx="221894" cy="168554"/>
          </a:xfrm>
          <a:prstGeom prst="rect">
            <a:avLst/>
          </a:prstGeom>
          <a:solidFill>
            <a:srgbClr val="81C2C1"/>
          </a:solidFill>
          <a:ln w="12700">
            <a:solidFill>
              <a:srgbClr val="81C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1"/>
          <p:cNvSpPr/>
          <p:nvPr/>
        </p:nvSpPr>
        <p:spPr>
          <a:xfrm>
            <a:off x="4404360" y="3947160"/>
            <a:ext cx="221894" cy="168554"/>
          </a:xfrm>
          <a:prstGeom prst="rect">
            <a:avLst/>
          </a:prstGeom>
          <a:solidFill>
            <a:srgbClr val="7FC2C0"/>
          </a:solidFill>
          <a:ln w="12700">
            <a:solidFill>
              <a:srgbClr val="7FC2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2"/>
          <p:cNvSpPr/>
          <p:nvPr/>
        </p:nvSpPr>
        <p:spPr>
          <a:xfrm>
            <a:off x="4625340" y="3947160"/>
            <a:ext cx="221894" cy="168554"/>
          </a:xfrm>
          <a:prstGeom prst="rect">
            <a:avLst/>
          </a:prstGeom>
          <a:solidFill>
            <a:srgbClr val="7DC1BF"/>
          </a:solidFill>
          <a:ln w="12700">
            <a:solidFill>
              <a:srgbClr val="7DC1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3"/>
          <p:cNvSpPr/>
          <p:nvPr/>
        </p:nvSpPr>
        <p:spPr>
          <a:xfrm>
            <a:off x="868680" y="4114800"/>
            <a:ext cx="221894" cy="168554"/>
          </a:xfrm>
          <a:prstGeom prst="rect">
            <a:avLst/>
          </a:prstGeom>
          <a:solidFill>
            <a:srgbClr val="92CACA"/>
          </a:solidFill>
          <a:ln w="12700">
            <a:solidFill>
              <a:srgbClr val="92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4"/>
          <p:cNvSpPr/>
          <p:nvPr/>
        </p:nvSpPr>
        <p:spPr>
          <a:xfrm>
            <a:off x="1089660" y="4114800"/>
            <a:ext cx="221894" cy="168554"/>
          </a:xfrm>
          <a:prstGeom prst="rect">
            <a:avLst/>
          </a:prstGeom>
          <a:solidFill>
            <a:srgbClr val="91C9CA"/>
          </a:solidFill>
          <a:ln w="12700">
            <a:solidFill>
              <a:srgbClr val="91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5"/>
          <p:cNvSpPr/>
          <p:nvPr/>
        </p:nvSpPr>
        <p:spPr>
          <a:xfrm>
            <a:off x="1310640" y="411480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6"/>
          <p:cNvSpPr/>
          <p:nvPr/>
        </p:nvSpPr>
        <p:spPr>
          <a:xfrm>
            <a:off x="1531620" y="411480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7"/>
          <p:cNvSpPr/>
          <p:nvPr/>
        </p:nvSpPr>
        <p:spPr>
          <a:xfrm>
            <a:off x="1752600" y="411480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8"/>
          <p:cNvSpPr/>
          <p:nvPr/>
        </p:nvSpPr>
        <p:spPr>
          <a:xfrm>
            <a:off x="1973580" y="4114800"/>
            <a:ext cx="221894" cy="168554"/>
          </a:xfrm>
          <a:prstGeom prst="rect">
            <a:avLst/>
          </a:prstGeom>
          <a:solidFill>
            <a:srgbClr val="8DC8C8"/>
          </a:solidFill>
          <a:ln w="12700">
            <a:solidFill>
              <a:srgbClr val="8D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29"/>
          <p:cNvSpPr/>
          <p:nvPr/>
        </p:nvSpPr>
        <p:spPr>
          <a:xfrm>
            <a:off x="2194560" y="411480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0"/>
          <p:cNvSpPr/>
          <p:nvPr/>
        </p:nvSpPr>
        <p:spPr>
          <a:xfrm>
            <a:off x="2415540" y="4114800"/>
            <a:ext cx="221894" cy="168554"/>
          </a:xfrm>
          <a:prstGeom prst="rect">
            <a:avLst/>
          </a:prstGeom>
          <a:solidFill>
            <a:srgbClr val="8BC7C6"/>
          </a:solidFill>
          <a:ln w="12700">
            <a:solidFill>
              <a:srgbClr val="8BC7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1"/>
          <p:cNvSpPr/>
          <p:nvPr/>
        </p:nvSpPr>
        <p:spPr>
          <a:xfrm>
            <a:off x="2636520" y="411480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2"/>
          <p:cNvSpPr/>
          <p:nvPr/>
        </p:nvSpPr>
        <p:spPr>
          <a:xfrm>
            <a:off x="2857500" y="411480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3"/>
          <p:cNvSpPr/>
          <p:nvPr/>
        </p:nvSpPr>
        <p:spPr>
          <a:xfrm>
            <a:off x="3078480" y="411480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4"/>
          <p:cNvSpPr/>
          <p:nvPr/>
        </p:nvSpPr>
        <p:spPr>
          <a:xfrm>
            <a:off x="3299460" y="411480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5"/>
          <p:cNvSpPr/>
          <p:nvPr/>
        </p:nvSpPr>
        <p:spPr>
          <a:xfrm>
            <a:off x="3520440" y="4114800"/>
            <a:ext cx="221894" cy="168554"/>
          </a:xfrm>
          <a:prstGeom prst="rect">
            <a:avLst/>
          </a:prstGeom>
          <a:solidFill>
            <a:srgbClr val="84C4C2"/>
          </a:solidFill>
          <a:ln w="12700">
            <a:solidFill>
              <a:srgbClr val="84C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6"/>
          <p:cNvSpPr/>
          <p:nvPr/>
        </p:nvSpPr>
        <p:spPr>
          <a:xfrm>
            <a:off x="3741420" y="4114800"/>
            <a:ext cx="221894" cy="168554"/>
          </a:xfrm>
          <a:prstGeom prst="rect">
            <a:avLst/>
          </a:prstGeom>
          <a:solidFill>
            <a:srgbClr val="82C3C1"/>
          </a:solidFill>
          <a:ln w="12700">
            <a:solidFill>
              <a:srgbClr val="82C3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7"/>
          <p:cNvSpPr/>
          <p:nvPr/>
        </p:nvSpPr>
        <p:spPr>
          <a:xfrm>
            <a:off x="3962400" y="4114800"/>
            <a:ext cx="221894" cy="168554"/>
          </a:xfrm>
          <a:prstGeom prst="rect">
            <a:avLst/>
          </a:prstGeom>
          <a:solidFill>
            <a:srgbClr val="81C2C0"/>
          </a:solidFill>
          <a:ln w="12700">
            <a:solidFill>
              <a:srgbClr val="81C2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8"/>
          <p:cNvSpPr/>
          <p:nvPr/>
        </p:nvSpPr>
        <p:spPr>
          <a:xfrm>
            <a:off x="4183380" y="4114800"/>
            <a:ext cx="221894" cy="168554"/>
          </a:xfrm>
          <a:prstGeom prst="rect">
            <a:avLst/>
          </a:prstGeom>
          <a:solidFill>
            <a:srgbClr val="7FC1BF"/>
          </a:solidFill>
          <a:ln w="12700">
            <a:solidFill>
              <a:srgbClr val="7FC1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39"/>
          <p:cNvSpPr/>
          <p:nvPr/>
        </p:nvSpPr>
        <p:spPr>
          <a:xfrm>
            <a:off x="4404360" y="4114800"/>
            <a:ext cx="221894" cy="168554"/>
          </a:xfrm>
          <a:prstGeom prst="rect">
            <a:avLst/>
          </a:prstGeom>
          <a:solidFill>
            <a:srgbClr val="7DC1BE"/>
          </a:solidFill>
          <a:ln w="12700">
            <a:solidFill>
              <a:srgbClr val="7DC1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0"/>
          <p:cNvSpPr/>
          <p:nvPr/>
        </p:nvSpPr>
        <p:spPr>
          <a:xfrm>
            <a:off x="4625340" y="4114800"/>
            <a:ext cx="221894" cy="168554"/>
          </a:xfrm>
          <a:prstGeom prst="rect">
            <a:avLst/>
          </a:prstGeom>
          <a:solidFill>
            <a:srgbClr val="7BC0BD"/>
          </a:solidFill>
          <a:ln w="12700">
            <a:solidFill>
              <a:srgbClr val="7BC0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1"/>
          <p:cNvSpPr/>
          <p:nvPr/>
        </p:nvSpPr>
        <p:spPr>
          <a:xfrm>
            <a:off x="868680" y="4282440"/>
            <a:ext cx="221894" cy="168554"/>
          </a:xfrm>
          <a:prstGeom prst="rect">
            <a:avLst/>
          </a:prstGeom>
          <a:solidFill>
            <a:srgbClr val="91C9CA"/>
          </a:solidFill>
          <a:ln w="12700">
            <a:solidFill>
              <a:srgbClr val="91C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2"/>
          <p:cNvSpPr/>
          <p:nvPr/>
        </p:nvSpPr>
        <p:spPr>
          <a:xfrm>
            <a:off x="1089660" y="428244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3"/>
          <p:cNvSpPr/>
          <p:nvPr/>
        </p:nvSpPr>
        <p:spPr>
          <a:xfrm>
            <a:off x="1310640" y="428244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4"/>
          <p:cNvSpPr/>
          <p:nvPr/>
        </p:nvSpPr>
        <p:spPr>
          <a:xfrm>
            <a:off x="1531620" y="428244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5"/>
          <p:cNvSpPr/>
          <p:nvPr/>
        </p:nvSpPr>
        <p:spPr>
          <a:xfrm>
            <a:off x="1752600" y="4282440"/>
            <a:ext cx="221894" cy="168554"/>
          </a:xfrm>
          <a:prstGeom prst="rect">
            <a:avLst/>
          </a:prstGeom>
          <a:solidFill>
            <a:srgbClr val="8DC7C8"/>
          </a:solidFill>
          <a:ln w="12700">
            <a:solidFill>
              <a:srgbClr val="8DC7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6"/>
          <p:cNvSpPr/>
          <p:nvPr/>
        </p:nvSpPr>
        <p:spPr>
          <a:xfrm>
            <a:off x="1973580" y="428244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7"/>
          <p:cNvSpPr/>
          <p:nvPr/>
        </p:nvSpPr>
        <p:spPr>
          <a:xfrm>
            <a:off x="2194560" y="4282440"/>
            <a:ext cx="221894" cy="168554"/>
          </a:xfrm>
          <a:prstGeom prst="rect">
            <a:avLst/>
          </a:prstGeom>
          <a:solidFill>
            <a:srgbClr val="8BC6C6"/>
          </a:solidFill>
          <a:ln w="12700">
            <a:solidFill>
              <a:srgbClr val="8B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8"/>
          <p:cNvSpPr/>
          <p:nvPr/>
        </p:nvSpPr>
        <p:spPr>
          <a:xfrm>
            <a:off x="2415540" y="4282440"/>
            <a:ext cx="221894" cy="168554"/>
          </a:xfrm>
          <a:prstGeom prst="rect">
            <a:avLst/>
          </a:prstGeom>
          <a:solidFill>
            <a:srgbClr val="89C6C6"/>
          </a:solidFill>
          <a:ln w="12700">
            <a:solidFill>
              <a:srgbClr val="89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49"/>
          <p:cNvSpPr/>
          <p:nvPr/>
        </p:nvSpPr>
        <p:spPr>
          <a:xfrm>
            <a:off x="2636520" y="428244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0"/>
          <p:cNvSpPr/>
          <p:nvPr/>
        </p:nvSpPr>
        <p:spPr>
          <a:xfrm>
            <a:off x="2857500" y="428244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1"/>
          <p:cNvSpPr/>
          <p:nvPr/>
        </p:nvSpPr>
        <p:spPr>
          <a:xfrm>
            <a:off x="3078480" y="428244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2"/>
          <p:cNvSpPr/>
          <p:nvPr/>
        </p:nvSpPr>
        <p:spPr>
          <a:xfrm>
            <a:off x="3299460" y="4282440"/>
            <a:ext cx="221894" cy="168554"/>
          </a:xfrm>
          <a:prstGeom prst="rect">
            <a:avLst/>
          </a:prstGeom>
          <a:solidFill>
            <a:srgbClr val="83C3C2"/>
          </a:solidFill>
          <a:ln w="12700">
            <a:solidFill>
              <a:srgbClr val="83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3"/>
          <p:cNvSpPr/>
          <p:nvPr/>
        </p:nvSpPr>
        <p:spPr>
          <a:xfrm>
            <a:off x="3520440" y="4282440"/>
            <a:ext cx="221894" cy="168554"/>
          </a:xfrm>
          <a:prstGeom prst="rect">
            <a:avLst/>
          </a:prstGeom>
          <a:solidFill>
            <a:srgbClr val="82C3C1"/>
          </a:solidFill>
          <a:ln w="12700">
            <a:solidFill>
              <a:srgbClr val="82C3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4"/>
          <p:cNvSpPr/>
          <p:nvPr/>
        </p:nvSpPr>
        <p:spPr>
          <a:xfrm>
            <a:off x="3741420" y="4282440"/>
            <a:ext cx="221894" cy="168554"/>
          </a:xfrm>
          <a:prstGeom prst="rect">
            <a:avLst/>
          </a:prstGeom>
          <a:solidFill>
            <a:srgbClr val="80C2C0"/>
          </a:solidFill>
          <a:ln w="12700">
            <a:solidFill>
              <a:srgbClr val="80C2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5"/>
          <p:cNvSpPr/>
          <p:nvPr/>
        </p:nvSpPr>
        <p:spPr>
          <a:xfrm>
            <a:off x="3962400" y="4282440"/>
            <a:ext cx="221894" cy="168554"/>
          </a:xfrm>
          <a:prstGeom prst="rect">
            <a:avLst/>
          </a:prstGeom>
          <a:solidFill>
            <a:srgbClr val="7EC1BF"/>
          </a:solidFill>
          <a:ln w="12700">
            <a:solidFill>
              <a:srgbClr val="7EC1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6"/>
          <p:cNvSpPr/>
          <p:nvPr/>
        </p:nvSpPr>
        <p:spPr>
          <a:xfrm>
            <a:off x="4183380" y="4282440"/>
            <a:ext cx="221894" cy="168554"/>
          </a:xfrm>
          <a:prstGeom prst="rect">
            <a:avLst/>
          </a:prstGeom>
          <a:solidFill>
            <a:srgbClr val="7DC0BE"/>
          </a:solidFill>
          <a:ln w="12700">
            <a:solidFill>
              <a:srgbClr val="7DC0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7"/>
          <p:cNvSpPr/>
          <p:nvPr/>
        </p:nvSpPr>
        <p:spPr>
          <a:xfrm>
            <a:off x="4404360" y="4282440"/>
            <a:ext cx="221894" cy="168554"/>
          </a:xfrm>
          <a:prstGeom prst="rect">
            <a:avLst/>
          </a:prstGeom>
          <a:solidFill>
            <a:srgbClr val="7BC0BD"/>
          </a:solidFill>
          <a:ln w="12700">
            <a:solidFill>
              <a:srgbClr val="7BC0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8"/>
          <p:cNvSpPr/>
          <p:nvPr/>
        </p:nvSpPr>
        <p:spPr>
          <a:xfrm>
            <a:off x="4625340" y="4282440"/>
            <a:ext cx="221894" cy="168554"/>
          </a:xfrm>
          <a:prstGeom prst="rect">
            <a:avLst/>
          </a:prstGeom>
          <a:solidFill>
            <a:srgbClr val="79BFBC"/>
          </a:solidFill>
          <a:ln w="12700">
            <a:solidFill>
              <a:srgbClr val="79B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59"/>
          <p:cNvSpPr/>
          <p:nvPr/>
        </p:nvSpPr>
        <p:spPr>
          <a:xfrm>
            <a:off x="868680" y="4450080"/>
            <a:ext cx="221894" cy="168554"/>
          </a:xfrm>
          <a:prstGeom prst="rect">
            <a:avLst/>
          </a:prstGeom>
          <a:solidFill>
            <a:srgbClr val="90C9C9"/>
          </a:solidFill>
          <a:ln w="12700">
            <a:solidFill>
              <a:srgbClr val="90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0"/>
          <p:cNvSpPr/>
          <p:nvPr/>
        </p:nvSpPr>
        <p:spPr>
          <a:xfrm>
            <a:off x="1089660" y="445008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1"/>
          <p:cNvSpPr/>
          <p:nvPr/>
        </p:nvSpPr>
        <p:spPr>
          <a:xfrm>
            <a:off x="1310640" y="445008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2"/>
          <p:cNvSpPr/>
          <p:nvPr/>
        </p:nvSpPr>
        <p:spPr>
          <a:xfrm>
            <a:off x="1531620" y="4450080"/>
            <a:ext cx="221894" cy="168554"/>
          </a:xfrm>
          <a:prstGeom prst="rect">
            <a:avLst/>
          </a:prstGeom>
          <a:solidFill>
            <a:srgbClr val="8DC7C7"/>
          </a:solidFill>
          <a:ln w="12700">
            <a:solidFill>
              <a:srgbClr val="8D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3"/>
          <p:cNvSpPr/>
          <p:nvPr/>
        </p:nvSpPr>
        <p:spPr>
          <a:xfrm>
            <a:off x="1752600" y="445008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4"/>
          <p:cNvSpPr/>
          <p:nvPr/>
        </p:nvSpPr>
        <p:spPr>
          <a:xfrm>
            <a:off x="1973580" y="445008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5"/>
          <p:cNvSpPr/>
          <p:nvPr/>
        </p:nvSpPr>
        <p:spPr>
          <a:xfrm>
            <a:off x="2194560" y="445008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6"/>
          <p:cNvSpPr/>
          <p:nvPr/>
        </p:nvSpPr>
        <p:spPr>
          <a:xfrm>
            <a:off x="2415540" y="445008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7"/>
          <p:cNvSpPr/>
          <p:nvPr/>
        </p:nvSpPr>
        <p:spPr>
          <a:xfrm>
            <a:off x="2636520" y="4450080"/>
            <a:ext cx="221894" cy="168554"/>
          </a:xfrm>
          <a:prstGeom prst="rect">
            <a:avLst/>
          </a:prstGeom>
          <a:solidFill>
            <a:srgbClr val="86C5C4"/>
          </a:solidFill>
          <a:ln w="12700">
            <a:solidFill>
              <a:srgbClr val="86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8"/>
          <p:cNvSpPr/>
          <p:nvPr/>
        </p:nvSpPr>
        <p:spPr>
          <a:xfrm>
            <a:off x="2857500" y="445008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69"/>
          <p:cNvSpPr/>
          <p:nvPr/>
        </p:nvSpPr>
        <p:spPr>
          <a:xfrm>
            <a:off x="3078480" y="4450080"/>
            <a:ext cx="221894" cy="168554"/>
          </a:xfrm>
          <a:prstGeom prst="rect">
            <a:avLst/>
          </a:prstGeom>
          <a:solidFill>
            <a:srgbClr val="83C3C2"/>
          </a:solidFill>
          <a:ln w="12700">
            <a:solidFill>
              <a:srgbClr val="83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0"/>
          <p:cNvSpPr/>
          <p:nvPr/>
        </p:nvSpPr>
        <p:spPr>
          <a:xfrm>
            <a:off x="3299460" y="4450080"/>
            <a:ext cx="221894" cy="168554"/>
          </a:xfrm>
          <a:prstGeom prst="rect">
            <a:avLst/>
          </a:prstGeom>
          <a:solidFill>
            <a:srgbClr val="81C2C1"/>
          </a:solidFill>
          <a:ln w="12700">
            <a:solidFill>
              <a:srgbClr val="81C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1"/>
          <p:cNvSpPr/>
          <p:nvPr/>
        </p:nvSpPr>
        <p:spPr>
          <a:xfrm>
            <a:off x="3520440" y="4450080"/>
            <a:ext cx="221894" cy="168554"/>
          </a:xfrm>
          <a:prstGeom prst="rect">
            <a:avLst/>
          </a:prstGeom>
          <a:solidFill>
            <a:srgbClr val="80C2C0"/>
          </a:solidFill>
          <a:ln w="12700">
            <a:solidFill>
              <a:srgbClr val="80C2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2"/>
          <p:cNvSpPr/>
          <p:nvPr/>
        </p:nvSpPr>
        <p:spPr>
          <a:xfrm>
            <a:off x="3741420" y="4450080"/>
            <a:ext cx="221894" cy="168554"/>
          </a:xfrm>
          <a:prstGeom prst="rect">
            <a:avLst/>
          </a:prstGeom>
          <a:solidFill>
            <a:srgbClr val="7EC1BF"/>
          </a:solidFill>
          <a:ln w="12700">
            <a:solidFill>
              <a:srgbClr val="7EC1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3"/>
          <p:cNvSpPr/>
          <p:nvPr/>
        </p:nvSpPr>
        <p:spPr>
          <a:xfrm>
            <a:off x="3962400" y="4450080"/>
            <a:ext cx="221894" cy="168554"/>
          </a:xfrm>
          <a:prstGeom prst="rect">
            <a:avLst/>
          </a:prstGeom>
          <a:solidFill>
            <a:srgbClr val="7CC0BE"/>
          </a:solidFill>
          <a:ln w="12700">
            <a:solidFill>
              <a:srgbClr val="7CC0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4"/>
          <p:cNvSpPr/>
          <p:nvPr/>
        </p:nvSpPr>
        <p:spPr>
          <a:xfrm>
            <a:off x="4183380" y="4450080"/>
            <a:ext cx="221894" cy="168554"/>
          </a:xfrm>
          <a:prstGeom prst="rect">
            <a:avLst/>
          </a:prstGeom>
          <a:solidFill>
            <a:srgbClr val="7ABFBD"/>
          </a:solidFill>
          <a:ln w="12700">
            <a:solidFill>
              <a:srgbClr val="7ABF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5"/>
          <p:cNvSpPr/>
          <p:nvPr/>
        </p:nvSpPr>
        <p:spPr>
          <a:xfrm>
            <a:off x="4404360" y="4450080"/>
            <a:ext cx="221894" cy="168554"/>
          </a:xfrm>
          <a:prstGeom prst="rect">
            <a:avLst/>
          </a:prstGeom>
          <a:solidFill>
            <a:srgbClr val="78BFBC"/>
          </a:solidFill>
          <a:ln w="12700">
            <a:solidFill>
              <a:srgbClr val="78B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6"/>
          <p:cNvSpPr/>
          <p:nvPr/>
        </p:nvSpPr>
        <p:spPr>
          <a:xfrm>
            <a:off x="4625340" y="4450080"/>
            <a:ext cx="221894" cy="168554"/>
          </a:xfrm>
          <a:prstGeom prst="rect">
            <a:avLst/>
          </a:prstGeom>
          <a:solidFill>
            <a:srgbClr val="77BEBB"/>
          </a:solidFill>
          <a:ln w="12700">
            <a:solidFill>
              <a:srgbClr val="77BE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7"/>
          <p:cNvSpPr/>
          <p:nvPr/>
        </p:nvSpPr>
        <p:spPr>
          <a:xfrm>
            <a:off x="868680" y="4617720"/>
            <a:ext cx="221894" cy="168554"/>
          </a:xfrm>
          <a:prstGeom prst="rect">
            <a:avLst/>
          </a:prstGeom>
          <a:solidFill>
            <a:srgbClr val="8FC8C9"/>
          </a:solidFill>
          <a:ln w="12700">
            <a:solidFill>
              <a:srgbClr val="8FC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8"/>
          <p:cNvSpPr/>
          <p:nvPr/>
        </p:nvSpPr>
        <p:spPr>
          <a:xfrm>
            <a:off x="1089660" y="4617720"/>
            <a:ext cx="221894" cy="168554"/>
          </a:xfrm>
          <a:prstGeom prst="rect">
            <a:avLst/>
          </a:prstGeom>
          <a:solidFill>
            <a:srgbClr val="8EC8C8"/>
          </a:solidFill>
          <a:ln w="12700">
            <a:solidFill>
              <a:srgbClr val="8E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79"/>
          <p:cNvSpPr/>
          <p:nvPr/>
        </p:nvSpPr>
        <p:spPr>
          <a:xfrm>
            <a:off x="1310640" y="4617720"/>
            <a:ext cx="221894" cy="168554"/>
          </a:xfrm>
          <a:prstGeom prst="rect">
            <a:avLst/>
          </a:prstGeom>
          <a:solidFill>
            <a:srgbClr val="8DC7C7"/>
          </a:solidFill>
          <a:ln w="12700">
            <a:solidFill>
              <a:srgbClr val="8D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0"/>
          <p:cNvSpPr/>
          <p:nvPr/>
        </p:nvSpPr>
        <p:spPr>
          <a:xfrm>
            <a:off x="1531620" y="4617720"/>
            <a:ext cx="221894" cy="168554"/>
          </a:xfrm>
          <a:prstGeom prst="rect">
            <a:avLst/>
          </a:prstGeom>
          <a:solidFill>
            <a:srgbClr val="8BC7C7"/>
          </a:solidFill>
          <a:ln w="12700">
            <a:solidFill>
              <a:srgbClr val="8B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1"/>
          <p:cNvSpPr/>
          <p:nvPr/>
        </p:nvSpPr>
        <p:spPr>
          <a:xfrm>
            <a:off x="1752600" y="461772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2"/>
          <p:cNvSpPr/>
          <p:nvPr/>
        </p:nvSpPr>
        <p:spPr>
          <a:xfrm>
            <a:off x="1973580" y="4617720"/>
            <a:ext cx="221894" cy="168554"/>
          </a:xfrm>
          <a:prstGeom prst="rect">
            <a:avLst/>
          </a:prstGeom>
          <a:solidFill>
            <a:srgbClr val="89C6C5"/>
          </a:solidFill>
          <a:ln w="12700">
            <a:solidFill>
              <a:srgbClr val="89C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3"/>
          <p:cNvSpPr/>
          <p:nvPr/>
        </p:nvSpPr>
        <p:spPr>
          <a:xfrm>
            <a:off x="2194560" y="461772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4"/>
          <p:cNvSpPr/>
          <p:nvPr/>
        </p:nvSpPr>
        <p:spPr>
          <a:xfrm>
            <a:off x="2415540" y="4617720"/>
            <a:ext cx="221894" cy="168554"/>
          </a:xfrm>
          <a:prstGeom prst="rect">
            <a:avLst/>
          </a:prstGeom>
          <a:solidFill>
            <a:srgbClr val="86C4C4"/>
          </a:solidFill>
          <a:ln w="12700">
            <a:solidFill>
              <a:srgbClr val="86C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5"/>
          <p:cNvSpPr/>
          <p:nvPr/>
        </p:nvSpPr>
        <p:spPr>
          <a:xfrm>
            <a:off x="2636520" y="4617720"/>
            <a:ext cx="221894" cy="168554"/>
          </a:xfrm>
          <a:prstGeom prst="rect">
            <a:avLst/>
          </a:prstGeom>
          <a:solidFill>
            <a:srgbClr val="84C4C3"/>
          </a:solidFill>
          <a:ln w="12700">
            <a:solidFill>
              <a:srgbClr val="84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6"/>
          <p:cNvSpPr/>
          <p:nvPr/>
        </p:nvSpPr>
        <p:spPr>
          <a:xfrm>
            <a:off x="2857500" y="4617720"/>
            <a:ext cx="221894" cy="168554"/>
          </a:xfrm>
          <a:prstGeom prst="rect">
            <a:avLst/>
          </a:prstGeom>
          <a:solidFill>
            <a:srgbClr val="83C3C2"/>
          </a:solidFill>
          <a:ln w="12700">
            <a:solidFill>
              <a:srgbClr val="83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7"/>
          <p:cNvSpPr/>
          <p:nvPr/>
        </p:nvSpPr>
        <p:spPr>
          <a:xfrm>
            <a:off x="3078480" y="4617720"/>
            <a:ext cx="221894" cy="168554"/>
          </a:xfrm>
          <a:prstGeom prst="rect">
            <a:avLst/>
          </a:prstGeom>
          <a:solidFill>
            <a:srgbClr val="81C2C1"/>
          </a:solidFill>
          <a:ln w="12700">
            <a:solidFill>
              <a:srgbClr val="81C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8"/>
          <p:cNvSpPr/>
          <p:nvPr/>
        </p:nvSpPr>
        <p:spPr>
          <a:xfrm>
            <a:off x="3299460" y="4617720"/>
            <a:ext cx="221894" cy="168554"/>
          </a:xfrm>
          <a:prstGeom prst="rect">
            <a:avLst/>
          </a:prstGeom>
          <a:solidFill>
            <a:srgbClr val="7FC2C0"/>
          </a:solidFill>
          <a:ln w="12700">
            <a:solidFill>
              <a:srgbClr val="7FC2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89"/>
          <p:cNvSpPr/>
          <p:nvPr/>
        </p:nvSpPr>
        <p:spPr>
          <a:xfrm>
            <a:off x="3520440" y="4617720"/>
            <a:ext cx="221894" cy="168554"/>
          </a:xfrm>
          <a:prstGeom prst="rect">
            <a:avLst/>
          </a:prstGeom>
          <a:solidFill>
            <a:srgbClr val="7EC1BF"/>
          </a:solidFill>
          <a:ln w="12700">
            <a:solidFill>
              <a:srgbClr val="7EC1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0"/>
          <p:cNvSpPr/>
          <p:nvPr/>
        </p:nvSpPr>
        <p:spPr>
          <a:xfrm>
            <a:off x="3741420" y="4617720"/>
            <a:ext cx="221894" cy="168554"/>
          </a:xfrm>
          <a:prstGeom prst="rect">
            <a:avLst/>
          </a:prstGeom>
          <a:solidFill>
            <a:srgbClr val="7CC0BE"/>
          </a:solidFill>
          <a:ln w="12700">
            <a:solidFill>
              <a:srgbClr val="7CC0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1"/>
          <p:cNvSpPr/>
          <p:nvPr/>
        </p:nvSpPr>
        <p:spPr>
          <a:xfrm>
            <a:off x="3962400" y="4617720"/>
            <a:ext cx="221894" cy="168554"/>
          </a:xfrm>
          <a:prstGeom prst="rect">
            <a:avLst/>
          </a:prstGeom>
          <a:solidFill>
            <a:srgbClr val="7ABFBD"/>
          </a:solidFill>
          <a:ln w="12700">
            <a:solidFill>
              <a:srgbClr val="7ABF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2"/>
          <p:cNvSpPr/>
          <p:nvPr/>
        </p:nvSpPr>
        <p:spPr>
          <a:xfrm>
            <a:off x="4183380" y="4617720"/>
            <a:ext cx="221894" cy="168554"/>
          </a:xfrm>
          <a:prstGeom prst="rect">
            <a:avLst/>
          </a:prstGeom>
          <a:solidFill>
            <a:srgbClr val="78BEBC"/>
          </a:solidFill>
          <a:ln w="12700">
            <a:solidFill>
              <a:srgbClr val="78BE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3"/>
          <p:cNvSpPr/>
          <p:nvPr/>
        </p:nvSpPr>
        <p:spPr>
          <a:xfrm>
            <a:off x="4404360" y="4617720"/>
            <a:ext cx="221894" cy="168554"/>
          </a:xfrm>
          <a:prstGeom prst="rect">
            <a:avLst/>
          </a:prstGeom>
          <a:solidFill>
            <a:srgbClr val="76BEBB"/>
          </a:solidFill>
          <a:ln w="12700">
            <a:solidFill>
              <a:srgbClr val="76BE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4"/>
          <p:cNvSpPr/>
          <p:nvPr/>
        </p:nvSpPr>
        <p:spPr>
          <a:xfrm>
            <a:off x="4625340" y="4617720"/>
            <a:ext cx="221894" cy="168554"/>
          </a:xfrm>
          <a:prstGeom prst="rect">
            <a:avLst/>
          </a:prstGeom>
          <a:solidFill>
            <a:srgbClr val="74BDB9"/>
          </a:solidFill>
          <a:ln w="12700">
            <a:solidFill>
              <a:srgbClr val="74BD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5"/>
          <p:cNvSpPr/>
          <p:nvPr/>
        </p:nvSpPr>
        <p:spPr>
          <a:xfrm>
            <a:off x="868680" y="4785360"/>
            <a:ext cx="221894" cy="168554"/>
          </a:xfrm>
          <a:prstGeom prst="rect">
            <a:avLst/>
          </a:prstGeom>
          <a:solidFill>
            <a:srgbClr val="8DC8C8"/>
          </a:solidFill>
          <a:ln w="12700">
            <a:solidFill>
              <a:srgbClr val="8D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6"/>
          <p:cNvSpPr/>
          <p:nvPr/>
        </p:nvSpPr>
        <p:spPr>
          <a:xfrm>
            <a:off x="1089660" y="478536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7"/>
          <p:cNvSpPr/>
          <p:nvPr/>
        </p:nvSpPr>
        <p:spPr>
          <a:xfrm>
            <a:off x="1310640" y="4785360"/>
            <a:ext cx="221894" cy="168554"/>
          </a:xfrm>
          <a:prstGeom prst="rect">
            <a:avLst/>
          </a:prstGeom>
          <a:solidFill>
            <a:srgbClr val="8BC7C6"/>
          </a:solidFill>
          <a:ln w="12700">
            <a:solidFill>
              <a:srgbClr val="8BC7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8"/>
          <p:cNvSpPr/>
          <p:nvPr/>
        </p:nvSpPr>
        <p:spPr>
          <a:xfrm>
            <a:off x="1531620" y="478536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299"/>
          <p:cNvSpPr/>
          <p:nvPr/>
        </p:nvSpPr>
        <p:spPr>
          <a:xfrm>
            <a:off x="1752600" y="478536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0"/>
          <p:cNvSpPr/>
          <p:nvPr/>
        </p:nvSpPr>
        <p:spPr>
          <a:xfrm>
            <a:off x="1973580" y="478536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1"/>
          <p:cNvSpPr/>
          <p:nvPr/>
        </p:nvSpPr>
        <p:spPr>
          <a:xfrm>
            <a:off x="2194560" y="4785360"/>
            <a:ext cx="221894" cy="168554"/>
          </a:xfrm>
          <a:prstGeom prst="rect">
            <a:avLst/>
          </a:prstGeom>
          <a:solidFill>
            <a:srgbClr val="86C4C3"/>
          </a:solidFill>
          <a:ln w="12700">
            <a:solidFill>
              <a:srgbClr val="86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2"/>
          <p:cNvSpPr/>
          <p:nvPr/>
        </p:nvSpPr>
        <p:spPr>
          <a:xfrm>
            <a:off x="2415540" y="4785360"/>
            <a:ext cx="221894" cy="168554"/>
          </a:xfrm>
          <a:prstGeom prst="rect">
            <a:avLst/>
          </a:prstGeom>
          <a:solidFill>
            <a:srgbClr val="84C4C2"/>
          </a:solidFill>
          <a:ln w="12700">
            <a:solidFill>
              <a:srgbClr val="84C4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3"/>
          <p:cNvSpPr/>
          <p:nvPr/>
        </p:nvSpPr>
        <p:spPr>
          <a:xfrm>
            <a:off x="2636520" y="4785360"/>
            <a:ext cx="221894" cy="168554"/>
          </a:xfrm>
          <a:prstGeom prst="rect">
            <a:avLst/>
          </a:prstGeom>
          <a:solidFill>
            <a:srgbClr val="82C3C1"/>
          </a:solidFill>
          <a:ln w="12700">
            <a:solidFill>
              <a:srgbClr val="82C3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4"/>
          <p:cNvSpPr/>
          <p:nvPr/>
        </p:nvSpPr>
        <p:spPr>
          <a:xfrm>
            <a:off x="2857500" y="4785360"/>
            <a:ext cx="221894" cy="168554"/>
          </a:xfrm>
          <a:prstGeom prst="rect">
            <a:avLst/>
          </a:prstGeom>
          <a:solidFill>
            <a:srgbClr val="81C2C0"/>
          </a:solidFill>
          <a:ln w="12700">
            <a:solidFill>
              <a:srgbClr val="81C2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5"/>
          <p:cNvSpPr/>
          <p:nvPr/>
        </p:nvSpPr>
        <p:spPr>
          <a:xfrm>
            <a:off x="3078480" y="4785360"/>
            <a:ext cx="221894" cy="168554"/>
          </a:xfrm>
          <a:prstGeom prst="rect">
            <a:avLst/>
          </a:prstGeom>
          <a:solidFill>
            <a:srgbClr val="7FC1BF"/>
          </a:solidFill>
          <a:ln w="12700">
            <a:solidFill>
              <a:srgbClr val="7FC1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6"/>
          <p:cNvSpPr/>
          <p:nvPr/>
        </p:nvSpPr>
        <p:spPr>
          <a:xfrm>
            <a:off x="3299460" y="4785360"/>
            <a:ext cx="221894" cy="168554"/>
          </a:xfrm>
          <a:prstGeom prst="rect">
            <a:avLst/>
          </a:prstGeom>
          <a:solidFill>
            <a:srgbClr val="7DC1BE"/>
          </a:solidFill>
          <a:ln w="12700">
            <a:solidFill>
              <a:srgbClr val="7DC1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7"/>
          <p:cNvSpPr/>
          <p:nvPr/>
        </p:nvSpPr>
        <p:spPr>
          <a:xfrm>
            <a:off x="3520440" y="4785360"/>
            <a:ext cx="221894" cy="168554"/>
          </a:xfrm>
          <a:prstGeom prst="rect">
            <a:avLst/>
          </a:prstGeom>
          <a:solidFill>
            <a:srgbClr val="7BC0BD"/>
          </a:solidFill>
          <a:ln w="12700">
            <a:solidFill>
              <a:srgbClr val="7BC0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8"/>
          <p:cNvSpPr/>
          <p:nvPr/>
        </p:nvSpPr>
        <p:spPr>
          <a:xfrm>
            <a:off x="3741420" y="4785360"/>
            <a:ext cx="221894" cy="168554"/>
          </a:xfrm>
          <a:prstGeom prst="rect">
            <a:avLst/>
          </a:prstGeom>
          <a:solidFill>
            <a:srgbClr val="79BFBC"/>
          </a:solidFill>
          <a:ln w="12700">
            <a:solidFill>
              <a:srgbClr val="79B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09"/>
          <p:cNvSpPr/>
          <p:nvPr/>
        </p:nvSpPr>
        <p:spPr>
          <a:xfrm>
            <a:off x="3962400" y="4785360"/>
            <a:ext cx="221894" cy="168554"/>
          </a:xfrm>
          <a:prstGeom prst="rect">
            <a:avLst/>
          </a:prstGeom>
          <a:solidFill>
            <a:srgbClr val="78BEBB"/>
          </a:solidFill>
          <a:ln w="12700">
            <a:solidFill>
              <a:srgbClr val="78BE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0"/>
          <p:cNvSpPr/>
          <p:nvPr/>
        </p:nvSpPr>
        <p:spPr>
          <a:xfrm>
            <a:off x="4183380" y="4785360"/>
            <a:ext cx="221894" cy="168554"/>
          </a:xfrm>
          <a:prstGeom prst="rect">
            <a:avLst/>
          </a:prstGeom>
          <a:solidFill>
            <a:srgbClr val="76BDBA"/>
          </a:solidFill>
          <a:ln w="12700">
            <a:solidFill>
              <a:srgbClr val="76BD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1"/>
          <p:cNvSpPr/>
          <p:nvPr/>
        </p:nvSpPr>
        <p:spPr>
          <a:xfrm>
            <a:off x="4404360" y="4785360"/>
            <a:ext cx="221894" cy="168554"/>
          </a:xfrm>
          <a:prstGeom prst="rect">
            <a:avLst/>
          </a:prstGeom>
          <a:solidFill>
            <a:srgbClr val="74BDB9"/>
          </a:solidFill>
          <a:ln w="12700">
            <a:solidFill>
              <a:srgbClr val="74BD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2"/>
          <p:cNvSpPr/>
          <p:nvPr/>
        </p:nvSpPr>
        <p:spPr>
          <a:xfrm>
            <a:off x="4625340" y="4785360"/>
            <a:ext cx="221894" cy="168554"/>
          </a:xfrm>
          <a:prstGeom prst="rect">
            <a:avLst/>
          </a:prstGeom>
          <a:solidFill>
            <a:srgbClr val="72BCB8"/>
          </a:solidFill>
          <a:ln w="12700">
            <a:solidFill>
              <a:srgbClr val="72BC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3"/>
          <p:cNvSpPr/>
          <p:nvPr/>
        </p:nvSpPr>
        <p:spPr>
          <a:xfrm>
            <a:off x="868680" y="4953000"/>
            <a:ext cx="221894" cy="168554"/>
          </a:xfrm>
          <a:prstGeom prst="rect">
            <a:avLst/>
          </a:prstGeom>
          <a:solidFill>
            <a:srgbClr val="8CC7C7"/>
          </a:solidFill>
          <a:ln w="12700">
            <a:solidFill>
              <a:srgbClr val="8C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4"/>
          <p:cNvSpPr/>
          <p:nvPr/>
        </p:nvSpPr>
        <p:spPr>
          <a:xfrm>
            <a:off x="1089660" y="4953000"/>
            <a:ext cx="221894" cy="168554"/>
          </a:xfrm>
          <a:prstGeom prst="rect">
            <a:avLst/>
          </a:prstGeom>
          <a:solidFill>
            <a:srgbClr val="8BC6C6"/>
          </a:solidFill>
          <a:ln w="12700">
            <a:solidFill>
              <a:srgbClr val="8B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5"/>
          <p:cNvSpPr/>
          <p:nvPr/>
        </p:nvSpPr>
        <p:spPr>
          <a:xfrm>
            <a:off x="1310640" y="4953000"/>
            <a:ext cx="221894" cy="168554"/>
          </a:xfrm>
          <a:prstGeom prst="rect">
            <a:avLst/>
          </a:prstGeom>
          <a:solidFill>
            <a:srgbClr val="8AC6C6"/>
          </a:solidFill>
          <a:ln w="12700">
            <a:solidFill>
              <a:srgbClr val="8A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6"/>
          <p:cNvSpPr/>
          <p:nvPr/>
        </p:nvSpPr>
        <p:spPr>
          <a:xfrm>
            <a:off x="1531620" y="4953000"/>
            <a:ext cx="221894" cy="168554"/>
          </a:xfrm>
          <a:prstGeom prst="rect">
            <a:avLst/>
          </a:prstGeom>
          <a:solidFill>
            <a:srgbClr val="88C5C5"/>
          </a:solidFill>
          <a:ln w="12700">
            <a:solidFill>
              <a:srgbClr val="88C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7"/>
          <p:cNvSpPr/>
          <p:nvPr/>
        </p:nvSpPr>
        <p:spPr>
          <a:xfrm>
            <a:off x="1752600" y="4953000"/>
            <a:ext cx="221894" cy="168554"/>
          </a:xfrm>
          <a:prstGeom prst="rect">
            <a:avLst/>
          </a:prstGeom>
          <a:solidFill>
            <a:srgbClr val="87C5C4"/>
          </a:solidFill>
          <a:ln w="12700">
            <a:solidFill>
              <a:srgbClr val="87C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8"/>
          <p:cNvSpPr/>
          <p:nvPr/>
        </p:nvSpPr>
        <p:spPr>
          <a:xfrm>
            <a:off x="1973580" y="495300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19"/>
          <p:cNvSpPr/>
          <p:nvPr/>
        </p:nvSpPr>
        <p:spPr>
          <a:xfrm>
            <a:off x="2194560" y="4953000"/>
            <a:ext cx="221894" cy="168554"/>
          </a:xfrm>
          <a:prstGeom prst="rect">
            <a:avLst/>
          </a:prstGeom>
          <a:solidFill>
            <a:srgbClr val="84C3C2"/>
          </a:solidFill>
          <a:ln w="12700">
            <a:solidFill>
              <a:srgbClr val="84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0"/>
          <p:cNvSpPr/>
          <p:nvPr/>
        </p:nvSpPr>
        <p:spPr>
          <a:xfrm>
            <a:off x="2415540" y="4953000"/>
            <a:ext cx="221894" cy="168554"/>
          </a:xfrm>
          <a:prstGeom prst="rect">
            <a:avLst/>
          </a:prstGeom>
          <a:solidFill>
            <a:srgbClr val="82C3C1"/>
          </a:solidFill>
          <a:ln w="12700">
            <a:solidFill>
              <a:srgbClr val="82C3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1"/>
          <p:cNvSpPr/>
          <p:nvPr/>
        </p:nvSpPr>
        <p:spPr>
          <a:xfrm>
            <a:off x="2636520" y="4953000"/>
            <a:ext cx="221894" cy="168554"/>
          </a:xfrm>
          <a:prstGeom prst="rect">
            <a:avLst/>
          </a:prstGeom>
          <a:solidFill>
            <a:srgbClr val="80C2C0"/>
          </a:solidFill>
          <a:ln w="12700">
            <a:solidFill>
              <a:srgbClr val="80C2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2"/>
          <p:cNvSpPr/>
          <p:nvPr/>
        </p:nvSpPr>
        <p:spPr>
          <a:xfrm>
            <a:off x="2857500" y="4953000"/>
            <a:ext cx="221894" cy="168554"/>
          </a:xfrm>
          <a:prstGeom prst="rect">
            <a:avLst/>
          </a:prstGeom>
          <a:solidFill>
            <a:srgbClr val="7EC1BF"/>
          </a:solidFill>
          <a:ln w="12700">
            <a:solidFill>
              <a:srgbClr val="7EC1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3"/>
          <p:cNvSpPr/>
          <p:nvPr/>
        </p:nvSpPr>
        <p:spPr>
          <a:xfrm>
            <a:off x="3078480" y="4953000"/>
            <a:ext cx="221894" cy="168554"/>
          </a:xfrm>
          <a:prstGeom prst="rect">
            <a:avLst/>
          </a:prstGeom>
          <a:solidFill>
            <a:srgbClr val="7DC0BE"/>
          </a:solidFill>
          <a:ln w="12700">
            <a:solidFill>
              <a:srgbClr val="7DC0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4"/>
          <p:cNvSpPr/>
          <p:nvPr/>
        </p:nvSpPr>
        <p:spPr>
          <a:xfrm>
            <a:off x="3299460" y="4953000"/>
            <a:ext cx="221894" cy="168554"/>
          </a:xfrm>
          <a:prstGeom prst="rect">
            <a:avLst/>
          </a:prstGeom>
          <a:solidFill>
            <a:srgbClr val="7BC0BD"/>
          </a:solidFill>
          <a:ln w="12700">
            <a:solidFill>
              <a:srgbClr val="7BC0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5"/>
          <p:cNvSpPr/>
          <p:nvPr/>
        </p:nvSpPr>
        <p:spPr>
          <a:xfrm>
            <a:off x="3520440" y="4953000"/>
            <a:ext cx="221894" cy="168554"/>
          </a:xfrm>
          <a:prstGeom prst="rect">
            <a:avLst/>
          </a:prstGeom>
          <a:solidFill>
            <a:srgbClr val="79BFBC"/>
          </a:solidFill>
          <a:ln w="12700">
            <a:solidFill>
              <a:srgbClr val="79B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6"/>
          <p:cNvSpPr/>
          <p:nvPr/>
        </p:nvSpPr>
        <p:spPr>
          <a:xfrm>
            <a:off x="3741420" y="4953000"/>
            <a:ext cx="221894" cy="168554"/>
          </a:xfrm>
          <a:prstGeom prst="rect">
            <a:avLst/>
          </a:prstGeom>
          <a:solidFill>
            <a:srgbClr val="77BEBB"/>
          </a:solidFill>
          <a:ln w="12700">
            <a:solidFill>
              <a:srgbClr val="77BE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7"/>
          <p:cNvSpPr/>
          <p:nvPr/>
        </p:nvSpPr>
        <p:spPr>
          <a:xfrm>
            <a:off x="3962400" y="4953000"/>
            <a:ext cx="221894" cy="168554"/>
          </a:xfrm>
          <a:prstGeom prst="rect">
            <a:avLst/>
          </a:prstGeom>
          <a:solidFill>
            <a:srgbClr val="75BDBA"/>
          </a:solidFill>
          <a:ln w="12700">
            <a:solidFill>
              <a:srgbClr val="75BD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8"/>
          <p:cNvSpPr/>
          <p:nvPr/>
        </p:nvSpPr>
        <p:spPr>
          <a:xfrm>
            <a:off x="4183380" y="4953000"/>
            <a:ext cx="221894" cy="168554"/>
          </a:xfrm>
          <a:prstGeom prst="rect">
            <a:avLst/>
          </a:prstGeom>
          <a:solidFill>
            <a:srgbClr val="73BCB9"/>
          </a:solidFill>
          <a:ln w="12700">
            <a:solidFill>
              <a:srgbClr val="73BC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29"/>
          <p:cNvSpPr/>
          <p:nvPr/>
        </p:nvSpPr>
        <p:spPr>
          <a:xfrm>
            <a:off x="4404360" y="4953000"/>
            <a:ext cx="221894" cy="168554"/>
          </a:xfrm>
          <a:prstGeom prst="rect">
            <a:avLst/>
          </a:prstGeom>
          <a:solidFill>
            <a:srgbClr val="72BCB8"/>
          </a:solidFill>
          <a:ln w="12700">
            <a:solidFill>
              <a:srgbClr val="72BC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0"/>
          <p:cNvSpPr/>
          <p:nvPr/>
        </p:nvSpPr>
        <p:spPr>
          <a:xfrm>
            <a:off x="4625340" y="4953000"/>
            <a:ext cx="221894" cy="168554"/>
          </a:xfrm>
          <a:prstGeom prst="rect">
            <a:avLst/>
          </a:prstGeom>
          <a:solidFill>
            <a:srgbClr val="70BBB7"/>
          </a:solidFill>
          <a:ln w="12700">
            <a:solidFill>
              <a:srgbClr val="70BB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1"/>
          <p:cNvSpPr/>
          <p:nvPr/>
        </p:nvSpPr>
        <p:spPr>
          <a:xfrm>
            <a:off x="868680" y="5120640"/>
            <a:ext cx="4014216" cy="914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2"/>
          <p:cNvSpPr/>
          <p:nvPr/>
        </p:nvSpPr>
        <p:spPr>
          <a:xfrm flipV="1">
            <a:off x="868680" y="2084832"/>
            <a:ext cx="914" cy="3035808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6" name="Text 333"/>
          <p:cNvSpPr/>
          <p:nvPr/>
        </p:nvSpPr>
        <p:spPr>
          <a:xfrm>
            <a:off x="2308860" y="5321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500" dirty="0"/>
          </a:p>
        </p:txBody>
      </p:sp>
      <p:sp>
        <p:nvSpPr>
          <p:cNvPr id="337" name="Text 334"/>
          <p:cNvSpPr/>
          <p:nvPr/>
        </p:nvSpPr>
        <p:spPr>
          <a:xfrm>
            <a:off x="91440" y="21488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500" dirty="0"/>
          </a:p>
        </p:txBody>
      </p:sp>
      <p:sp>
        <p:nvSpPr>
          <p:cNvPr id="338" name="Text 335"/>
          <p:cNvSpPr/>
          <p:nvPr/>
        </p:nvSpPr>
        <p:spPr>
          <a:xfrm>
            <a:off x="804672" y="51480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39" name="Text 336"/>
          <p:cNvSpPr/>
          <p:nvPr/>
        </p:nvSpPr>
        <p:spPr>
          <a:xfrm>
            <a:off x="4663440" y="5148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0" name="Shape 337"/>
          <p:cNvSpPr/>
          <p:nvPr/>
        </p:nvSpPr>
        <p:spPr>
          <a:xfrm>
            <a:off x="777240" y="5029200"/>
            <a:ext cx="182880" cy="18288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Text 338"/>
          <p:cNvSpPr/>
          <p:nvPr/>
        </p:nvSpPr>
        <p:spPr>
          <a:xfrm>
            <a:off x="1005840" y="4800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42" name="Shape 339"/>
          <p:cNvSpPr/>
          <p:nvPr/>
        </p:nvSpPr>
        <p:spPr>
          <a:xfrm>
            <a:off x="777240" y="2011680"/>
            <a:ext cx="182880" cy="182880"/>
          </a:xfrm>
          <a:prstGeom prst="rect">
            <a:avLst/>
          </a:prstGeom>
          <a:solidFill>
            <a:srgbClr val="E76F51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Text 340"/>
          <p:cNvSpPr/>
          <p:nvPr/>
        </p:nvSpPr>
        <p:spPr>
          <a:xfrm>
            <a:off x="1005840" y="21305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4" name="Shape 341"/>
          <p:cNvSpPr/>
          <p:nvPr/>
        </p:nvSpPr>
        <p:spPr>
          <a:xfrm>
            <a:off x="4754880" y="5029200"/>
            <a:ext cx="182880" cy="182880"/>
          </a:xfrm>
          <a:prstGeom prst="rect">
            <a:avLst/>
          </a:prstGeom>
          <a:solidFill>
            <a:srgbClr val="E76F51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Text 342"/>
          <p:cNvSpPr/>
          <p:nvPr/>
        </p:nvSpPr>
        <p:spPr>
          <a:xfrm>
            <a:off x="4498848" y="4800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6" name="Shape 343"/>
          <p:cNvSpPr/>
          <p:nvPr/>
        </p:nvSpPr>
        <p:spPr>
          <a:xfrm>
            <a:off x="4754880" y="2011680"/>
            <a:ext cx="182880" cy="18288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Text 344"/>
          <p:cNvSpPr/>
          <p:nvPr/>
        </p:nvSpPr>
        <p:spPr>
          <a:xfrm>
            <a:off x="4498848" y="21305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48" name="Text 345"/>
          <p:cNvSpPr/>
          <p:nvPr/>
        </p:nvSpPr>
        <p:spPr>
          <a:xfrm>
            <a:off x="868680" y="56418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light: score 0   |   teal: score 1</a:t>
            </a:r>
            <a:endParaRPr lang="en-US" sz="1300" dirty="0"/>
          </a:p>
        </p:txBody>
      </p:sp>
      <p:sp>
        <p:nvSpPr>
          <p:cNvPr id="349" name="Shape 346"/>
          <p:cNvSpPr/>
          <p:nvPr/>
        </p:nvSpPr>
        <p:spPr>
          <a:xfrm>
            <a:off x="5806440" y="4407408"/>
            <a:ext cx="5175504" cy="914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7"/>
          <p:cNvSpPr/>
          <p:nvPr/>
        </p:nvSpPr>
        <p:spPr>
          <a:xfrm flipV="1">
            <a:off x="5806440" y="2377440"/>
            <a:ext cx="914" cy="2029968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1" name="Text 348"/>
          <p:cNvSpPr/>
          <p:nvPr/>
        </p:nvSpPr>
        <p:spPr>
          <a:xfrm>
            <a:off x="7827264" y="4608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endParaRPr lang="en-US" sz="1500" dirty="0"/>
          </a:p>
        </p:txBody>
      </p:sp>
      <p:sp>
        <p:nvSpPr>
          <p:cNvPr id="352" name="Text 349"/>
          <p:cNvSpPr/>
          <p:nvPr/>
        </p:nvSpPr>
        <p:spPr>
          <a:xfrm>
            <a:off x="5742432" y="44348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53" name="Text 350"/>
          <p:cNvSpPr/>
          <p:nvPr/>
        </p:nvSpPr>
        <p:spPr>
          <a:xfrm>
            <a:off x="10762488" y="4434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</a:t>
            </a:r>
            <a:endParaRPr lang="en-US" sz="1100" dirty="0"/>
          </a:p>
        </p:txBody>
      </p:sp>
      <p:sp>
        <p:nvSpPr>
          <p:cNvPr id="354" name="Text 351"/>
          <p:cNvSpPr/>
          <p:nvPr/>
        </p:nvSpPr>
        <p:spPr>
          <a:xfrm>
            <a:off x="5806440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400" dirty="0"/>
          </a:p>
        </p:txBody>
      </p:sp>
      <p:sp>
        <p:nvSpPr>
          <p:cNvPr id="355" name="Text 352"/>
          <p:cNvSpPr/>
          <p:nvPr/>
        </p:nvSpPr>
        <p:spPr>
          <a:xfrm>
            <a:off x="5349240" y="23591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100" dirty="0"/>
          </a:p>
        </p:txBody>
      </p:sp>
      <p:sp>
        <p:nvSpPr>
          <p:cNvPr id="356" name="Shape 353"/>
          <p:cNvSpPr/>
          <p:nvPr/>
        </p:nvSpPr>
        <p:spPr>
          <a:xfrm>
            <a:off x="5806440" y="2720852"/>
            <a:ext cx="7066" cy="3831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4"/>
          <p:cNvSpPr/>
          <p:nvPr/>
        </p:nvSpPr>
        <p:spPr>
          <a:xfrm>
            <a:off x="5813506" y="2724683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5"/>
          <p:cNvSpPr/>
          <p:nvPr/>
        </p:nvSpPr>
        <p:spPr>
          <a:xfrm>
            <a:off x="5820572" y="2725435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6"/>
          <p:cNvSpPr/>
          <p:nvPr/>
        </p:nvSpPr>
        <p:spPr>
          <a:xfrm>
            <a:off x="5827638" y="2726078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7"/>
          <p:cNvSpPr/>
          <p:nvPr/>
        </p:nvSpPr>
        <p:spPr>
          <a:xfrm>
            <a:off x="5834704" y="2726644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8"/>
          <p:cNvSpPr/>
          <p:nvPr/>
        </p:nvSpPr>
        <p:spPr>
          <a:xfrm>
            <a:off x="5841770" y="2727147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59"/>
          <p:cNvSpPr/>
          <p:nvPr/>
        </p:nvSpPr>
        <p:spPr>
          <a:xfrm>
            <a:off x="5848836" y="2727597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0"/>
          <p:cNvSpPr/>
          <p:nvPr/>
        </p:nvSpPr>
        <p:spPr>
          <a:xfrm>
            <a:off x="5855902" y="2728003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1"/>
          <p:cNvSpPr/>
          <p:nvPr/>
        </p:nvSpPr>
        <p:spPr>
          <a:xfrm>
            <a:off x="5862968" y="2728371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2"/>
          <p:cNvSpPr/>
          <p:nvPr/>
        </p:nvSpPr>
        <p:spPr>
          <a:xfrm>
            <a:off x="5870034" y="2728707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3"/>
          <p:cNvSpPr/>
          <p:nvPr/>
        </p:nvSpPr>
        <p:spPr>
          <a:xfrm>
            <a:off x="5877100" y="2729017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4"/>
          <p:cNvSpPr/>
          <p:nvPr/>
        </p:nvSpPr>
        <p:spPr>
          <a:xfrm>
            <a:off x="5884166" y="2729304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5"/>
          <p:cNvSpPr/>
          <p:nvPr/>
        </p:nvSpPr>
        <p:spPr>
          <a:xfrm>
            <a:off x="5891232" y="2729571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6"/>
          <p:cNvSpPr/>
          <p:nvPr/>
        </p:nvSpPr>
        <p:spPr>
          <a:xfrm>
            <a:off x="5898298" y="2729823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7"/>
          <p:cNvSpPr/>
          <p:nvPr/>
        </p:nvSpPr>
        <p:spPr>
          <a:xfrm>
            <a:off x="5905364" y="2730061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8"/>
          <p:cNvSpPr/>
          <p:nvPr/>
        </p:nvSpPr>
        <p:spPr>
          <a:xfrm>
            <a:off x="5912430" y="2730287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69"/>
          <p:cNvSpPr/>
          <p:nvPr/>
        </p:nvSpPr>
        <p:spPr>
          <a:xfrm>
            <a:off x="5919496" y="2730505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0"/>
          <p:cNvSpPr/>
          <p:nvPr/>
        </p:nvSpPr>
        <p:spPr>
          <a:xfrm>
            <a:off x="5926562" y="2730715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1"/>
          <p:cNvSpPr/>
          <p:nvPr/>
        </p:nvSpPr>
        <p:spPr>
          <a:xfrm>
            <a:off x="5933628" y="2730919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2"/>
          <p:cNvSpPr/>
          <p:nvPr/>
        </p:nvSpPr>
        <p:spPr>
          <a:xfrm>
            <a:off x="5940694" y="2731118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3"/>
          <p:cNvSpPr/>
          <p:nvPr/>
        </p:nvSpPr>
        <p:spPr>
          <a:xfrm>
            <a:off x="5947761" y="2731315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4"/>
          <p:cNvSpPr/>
          <p:nvPr/>
        </p:nvSpPr>
        <p:spPr>
          <a:xfrm>
            <a:off x="5954827" y="2731510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5"/>
          <p:cNvSpPr/>
          <p:nvPr/>
        </p:nvSpPr>
        <p:spPr>
          <a:xfrm>
            <a:off x="5961893" y="2731705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6"/>
          <p:cNvSpPr/>
          <p:nvPr/>
        </p:nvSpPr>
        <p:spPr>
          <a:xfrm>
            <a:off x="5968959" y="2731901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7"/>
          <p:cNvSpPr/>
          <p:nvPr/>
        </p:nvSpPr>
        <p:spPr>
          <a:xfrm>
            <a:off x="5976025" y="2732100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8"/>
          <p:cNvSpPr/>
          <p:nvPr/>
        </p:nvSpPr>
        <p:spPr>
          <a:xfrm>
            <a:off x="5983091" y="2732302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79"/>
          <p:cNvSpPr/>
          <p:nvPr/>
        </p:nvSpPr>
        <p:spPr>
          <a:xfrm>
            <a:off x="5990157" y="2732508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0"/>
          <p:cNvSpPr/>
          <p:nvPr/>
        </p:nvSpPr>
        <p:spPr>
          <a:xfrm>
            <a:off x="5997223" y="2732722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1"/>
          <p:cNvSpPr/>
          <p:nvPr/>
        </p:nvSpPr>
        <p:spPr>
          <a:xfrm>
            <a:off x="6004289" y="2732942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2"/>
          <p:cNvSpPr/>
          <p:nvPr/>
        </p:nvSpPr>
        <p:spPr>
          <a:xfrm>
            <a:off x="6011355" y="2733172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3"/>
          <p:cNvSpPr/>
          <p:nvPr/>
        </p:nvSpPr>
        <p:spPr>
          <a:xfrm>
            <a:off x="6018421" y="2733413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4"/>
          <p:cNvSpPr/>
          <p:nvPr/>
        </p:nvSpPr>
        <p:spPr>
          <a:xfrm>
            <a:off x="6025487" y="2733667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385"/>
          <p:cNvSpPr/>
          <p:nvPr/>
        </p:nvSpPr>
        <p:spPr>
          <a:xfrm>
            <a:off x="6032553" y="2733935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6"/>
          <p:cNvSpPr/>
          <p:nvPr/>
        </p:nvSpPr>
        <p:spPr>
          <a:xfrm>
            <a:off x="6039619" y="2734219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7"/>
          <p:cNvSpPr/>
          <p:nvPr/>
        </p:nvSpPr>
        <p:spPr>
          <a:xfrm>
            <a:off x="6046685" y="2734523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8"/>
          <p:cNvSpPr/>
          <p:nvPr/>
        </p:nvSpPr>
        <p:spPr>
          <a:xfrm>
            <a:off x="6053751" y="2734848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89"/>
          <p:cNvSpPr/>
          <p:nvPr/>
        </p:nvSpPr>
        <p:spPr>
          <a:xfrm>
            <a:off x="6060817" y="2735198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Shape 390"/>
          <p:cNvSpPr/>
          <p:nvPr/>
        </p:nvSpPr>
        <p:spPr>
          <a:xfrm>
            <a:off x="6067883" y="2735575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4" name="Shape 391"/>
          <p:cNvSpPr/>
          <p:nvPr/>
        </p:nvSpPr>
        <p:spPr>
          <a:xfrm>
            <a:off x="6074949" y="2735983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Shape 392"/>
          <p:cNvSpPr/>
          <p:nvPr/>
        </p:nvSpPr>
        <p:spPr>
          <a:xfrm>
            <a:off x="6082015" y="2736426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6" name="Shape 393"/>
          <p:cNvSpPr/>
          <p:nvPr/>
        </p:nvSpPr>
        <p:spPr>
          <a:xfrm>
            <a:off x="6089081" y="2736909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7" name="Shape 394"/>
          <p:cNvSpPr/>
          <p:nvPr/>
        </p:nvSpPr>
        <p:spPr>
          <a:xfrm>
            <a:off x="6096147" y="2737437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8" name="Shape 395"/>
          <p:cNvSpPr/>
          <p:nvPr/>
        </p:nvSpPr>
        <p:spPr>
          <a:xfrm>
            <a:off x="6103213" y="2738015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9" name="Shape 396"/>
          <p:cNvSpPr/>
          <p:nvPr/>
        </p:nvSpPr>
        <p:spPr>
          <a:xfrm>
            <a:off x="6110279" y="2738651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pe 397"/>
          <p:cNvSpPr/>
          <p:nvPr/>
        </p:nvSpPr>
        <p:spPr>
          <a:xfrm>
            <a:off x="6117345" y="2739351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pe 398"/>
          <p:cNvSpPr/>
          <p:nvPr/>
        </p:nvSpPr>
        <p:spPr>
          <a:xfrm>
            <a:off x="6124411" y="2740123"/>
            <a:ext cx="7066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pe 399"/>
          <p:cNvSpPr/>
          <p:nvPr/>
        </p:nvSpPr>
        <p:spPr>
          <a:xfrm>
            <a:off x="6131477" y="2740978"/>
            <a:ext cx="7066" cy="948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pe 400"/>
          <p:cNvSpPr/>
          <p:nvPr/>
        </p:nvSpPr>
        <p:spPr>
          <a:xfrm>
            <a:off x="6138543" y="2741926"/>
            <a:ext cx="7066" cy="105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pe 401"/>
          <p:cNvSpPr/>
          <p:nvPr/>
        </p:nvSpPr>
        <p:spPr>
          <a:xfrm>
            <a:off x="6145609" y="2742980"/>
            <a:ext cx="7066" cy="1173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Shape 402"/>
          <p:cNvSpPr/>
          <p:nvPr/>
        </p:nvSpPr>
        <p:spPr>
          <a:xfrm>
            <a:off x="6152675" y="2744153"/>
            <a:ext cx="7066" cy="1308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Shape 403"/>
          <p:cNvSpPr/>
          <p:nvPr/>
        </p:nvSpPr>
        <p:spPr>
          <a:xfrm>
            <a:off x="6159741" y="2745461"/>
            <a:ext cx="7066" cy="1461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7" name="Shape 404"/>
          <p:cNvSpPr/>
          <p:nvPr/>
        </p:nvSpPr>
        <p:spPr>
          <a:xfrm>
            <a:off x="6166807" y="2746923"/>
            <a:ext cx="7066" cy="1635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Shape 405"/>
          <p:cNvSpPr/>
          <p:nvPr/>
        </p:nvSpPr>
        <p:spPr>
          <a:xfrm>
            <a:off x="6173873" y="2748557"/>
            <a:ext cx="7066" cy="1831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hape 406"/>
          <p:cNvSpPr/>
          <p:nvPr/>
        </p:nvSpPr>
        <p:spPr>
          <a:xfrm>
            <a:off x="6180939" y="2750388"/>
            <a:ext cx="7066" cy="2053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0" name="Shape 407"/>
          <p:cNvSpPr/>
          <p:nvPr/>
        </p:nvSpPr>
        <p:spPr>
          <a:xfrm>
            <a:off x="6188005" y="2752441"/>
            <a:ext cx="7066" cy="2303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Shape 408"/>
          <p:cNvSpPr/>
          <p:nvPr/>
        </p:nvSpPr>
        <p:spPr>
          <a:xfrm>
            <a:off x="6195071" y="2754744"/>
            <a:ext cx="7066" cy="2585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Shape 409"/>
          <p:cNvSpPr/>
          <p:nvPr/>
        </p:nvSpPr>
        <p:spPr>
          <a:xfrm>
            <a:off x="6202137" y="2757329"/>
            <a:ext cx="7066" cy="2902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3" name="Shape 410"/>
          <p:cNvSpPr/>
          <p:nvPr/>
        </p:nvSpPr>
        <p:spPr>
          <a:xfrm>
            <a:off x="6209203" y="2760230"/>
            <a:ext cx="7066" cy="3257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Shape 411"/>
          <p:cNvSpPr/>
          <p:nvPr/>
        </p:nvSpPr>
        <p:spPr>
          <a:xfrm>
            <a:off x="6216270" y="2763488"/>
            <a:ext cx="7066" cy="365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Shape 412"/>
          <p:cNvSpPr/>
          <p:nvPr/>
        </p:nvSpPr>
        <p:spPr>
          <a:xfrm>
            <a:off x="6223336" y="2767142"/>
            <a:ext cx="7066" cy="4095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Shape 413"/>
          <p:cNvSpPr/>
          <p:nvPr/>
        </p:nvSpPr>
        <p:spPr>
          <a:xfrm>
            <a:off x="6230402" y="2771236"/>
            <a:ext cx="7066" cy="4582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Shape 414"/>
          <p:cNvSpPr/>
          <p:nvPr/>
        </p:nvSpPr>
        <p:spPr>
          <a:xfrm>
            <a:off x="6237468" y="2775819"/>
            <a:ext cx="7066" cy="5118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Shape 415"/>
          <p:cNvSpPr/>
          <p:nvPr/>
        </p:nvSpPr>
        <p:spPr>
          <a:xfrm>
            <a:off x="6244534" y="2780936"/>
            <a:ext cx="7066" cy="5701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Shape 416"/>
          <p:cNvSpPr/>
          <p:nvPr/>
        </p:nvSpPr>
        <p:spPr>
          <a:xfrm>
            <a:off x="6251600" y="2786637"/>
            <a:ext cx="7066" cy="633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Shape 417"/>
          <p:cNvSpPr/>
          <p:nvPr/>
        </p:nvSpPr>
        <p:spPr>
          <a:xfrm>
            <a:off x="6258666" y="2792968"/>
            <a:ext cx="7066" cy="7003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Shape 418"/>
          <p:cNvSpPr/>
          <p:nvPr/>
        </p:nvSpPr>
        <p:spPr>
          <a:xfrm>
            <a:off x="6265732" y="2799971"/>
            <a:ext cx="7066" cy="7713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Shape 419"/>
          <p:cNvSpPr/>
          <p:nvPr/>
        </p:nvSpPr>
        <p:spPr>
          <a:xfrm>
            <a:off x="6272798" y="2807683"/>
            <a:ext cx="7066" cy="845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Shape 420"/>
          <p:cNvSpPr/>
          <p:nvPr/>
        </p:nvSpPr>
        <p:spPr>
          <a:xfrm>
            <a:off x="6279864" y="2816133"/>
            <a:ext cx="7066" cy="920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4" name="Shape 421"/>
          <p:cNvSpPr/>
          <p:nvPr/>
        </p:nvSpPr>
        <p:spPr>
          <a:xfrm>
            <a:off x="6286930" y="2825337"/>
            <a:ext cx="7066" cy="996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Shape 422"/>
          <p:cNvSpPr/>
          <p:nvPr/>
        </p:nvSpPr>
        <p:spPr>
          <a:xfrm>
            <a:off x="6293996" y="2835297"/>
            <a:ext cx="7066" cy="1070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6" name="Shape 423"/>
          <p:cNvSpPr/>
          <p:nvPr/>
        </p:nvSpPr>
        <p:spPr>
          <a:xfrm>
            <a:off x="6301062" y="2845997"/>
            <a:ext cx="7066" cy="11405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7" name="Shape 424"/>
          <p:cNvSpPr/>
          <p:nvPr/>
        </p:nvSpPr>
        <p:spPr>
          <a:xfrm>
            <a:off x="6308128" y="2857402"/>
            <a:ext cx="7066" cy="12057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Shape 425"/>
          <p:cNvSpPr/>
          <p:nvPr/>
        </p:nvSpPr>
        <p:spPr>
          <a:xfrm>
            <a:off x="6315194" y="2869459"/>
            <a:ext cx="5139" cy="9137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Shape 426"/>
          <p:cNvSpPr/>
          <p:nvPr/>
        </p:nvSpPr>
        <p:spPr>
          <a:xfrm>
            <a:off x="6279185" y="2837448"/>
            <a:ext cx="82296" cy="8229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Text 427"/>
          <p:cNvSpPr/>
          <p:nvPr/>
        </p:nvSpPr>
        <p:spPr>
          <a:xfrm>
            <a:off x="5760720" y="5266944"/>
            <a:ext cx="5257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= 0.227990</a:t>
            </a:r>
            <a:endParaRPr lang="en-US" sz="2800" dirty="0"/>
          </a:p>
        </p:txBody>
      </p:sp>
      <p:sp>
        <p:nvSpPr>
          <p:cNvPr id="431" name="Shape 428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2" name="Text 429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433" name="Text 430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parts of this picture are observations, and which are model predictions?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snapshots | 8,000 epochs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forward to watch the same network improve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BUILD  |  C12-C15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2103120"/>
            <a:ext cx="221894" cy="168554"/>
          </a:xfrm>
          <a:prstGeom prst="rect">
            <a:avLst/>
          </a:prstGeom>
          <a:solidFill>
            <a:srgbClr val="2E9F91"/>
          </a:solidFill>
          <a:ln w="12700">
            <a:solidFill>
              <a:srgbClr val="2E9F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89660" y="2103120"/>
            <a:ext cx="221894" cy="168554"/>
          </a:xfrm>
          <a:prstGeom prst="rect">
            <a:avLst/>
          </a:prstGeom>
          <a:solidFill>
            <a:srgbClr val="30A092"/>
          </a:solidFill>
          <a:ln w="12700">
            <a:solidFill>
              <a:srgbClr val="30A0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310640" y="2103120"/>
            <a:ext cx="221894" cy="168554"/>
          </a:xfrm>
          <a:prstGeom prst="rect">
            <a:avLst/>
          </a:prstGeom>
          <a:solidFill>
            <a:srgbClr val="32A194"/>
          </a:solidFill>
          <a:ln w="12700">
            <a:solidFill>
              <a:srgbClr val="32A1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531620" y="2103120"/>
            <a:ext cx="221894" cy="168554"/>
          </a:xfrm>
          <a:prstGeom prst="rect">
            <a:avLst/>
          </a:prstGeom>
          <a:solidFill>
            <a:srgbClr val="37A396"/>
          </a:solidFill>
          <a:ln w="12700">
            <a:solidFill>
              <a:srgbClr val="37A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752600" y="2103120"/>
            <a:ext cx="221894" cy="168554"/>
          </a:xfrm>
          <a:prstGeom prst="rect">
            <a:avLst/>
          </a:prstGeom>
          <a:solidFill>
            <a:srgbClr val="40A69B"/>
          </a:solidFill>
          <a:ln w="12700">
            <a:solidFill>
              <a:srgbClr val="40A6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973580" y="2103120"/>
            <a:ext cx="221894" cy="168554"/>
          </a:xfrm>
          <a:prstGeom prst="rect">
            <a:avLst/>
          </a:prstGeom>
          <a:solidFill>
            <a:srgbClr val="4FADA4"/>
          </a:solidFill>
          <a:ln w="12700">
            <a:solidFill>
              <a:srgbClr val="4FA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194560" y="2103120"/>
            <a:ext cx="221894" cy="168554"/>
          </a:xfrm>
          <a:prstGeom prst="rect">
            <a:avLst/>
          </a:prstGeom>
          <a:solidFill>
            <a:srgbClr val="67B7B2"/>
          </a:solidFill>
          <a:ln w="12700">
            <a:solidFill>
              <a:srgbClr val="67B7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415540" y="2103120"/>
            <a:ext cx="221894" cy="168554"/>
          </a:xfrm>
          <a:prstGeom prst="rect">
            <a:avLst/>
          </a:prstGeom>
          <a:solidFill>
            <a:srgbClr val="86C4C4"/>
          </a:solidFill>
          <a:ln w="12700">
            <a:solidFill>
              <a:srgbClr val="86C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636520" y="2103120"/>
            <a:ext cx="221894" cy="168554"/>
          </a:xfrm>
          <a:prstGeom prst="rect">
            <a:avLst/>
          </a:prstGeom>
          <a:solidFill>
            <a:srgbClr val="A5D2D5"/>
          </a:solidFill>
          <a:ln w="12700">
            <a:solidFill>
              <a:srgbClr val="A5D2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857500" y="2103120"/>
            <a:ext cx="221894" cy="168554"/>
          </a:xfrm>
          <a:prstGeom prst="rect">
            <a:avLst/>
          </a:prstGeom>
          <a:solidFill>
            <a:srgbClr val="BDDCE3"/>
          </a:solidFill>
          <a:ln w="12700">
            <a:solidFill>
              <a:srgbClr val="BD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078480" y="2103120"/>
            <a:ext cx="221894" cy="168554"/>
          </a:xfrm>
          <a:prstGeom prst="rect">
            <a:avLst/>
          </a:prstGeom>
          <a:solidFill>
            <a:srgbClr val="CBE2EB"/>
          </a:solidFill>
          <a:ln w="12700">
            <a:solidFill>
              <a:srgbClr val="CBE2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299460" y="2103120"/>
            <a:ext cx="221894" cy="168554"/>
          </a:xfrm>
          <a:prstGeom prst="rect">
            <a:avLst/>
          </a:prstGeom>
          <a:solidFill>
            <a:srgbClr val="D3E5F0"/>
          </a:solidFill>
          <a:ln w="12700">
            <a:solidFill>
              <a:srgbClr val="D3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520440" y="2103120"/>
            <a:ext cx="221894" cy="168554"/>
          </a:xfrm>
          <a:prstGeom prst="rect">
            <a:avLst/>
          </a:prstGeom>
          <a:solidFill>
            <a:srgbClr val="D8E7F2"/>
          </a:solidFill>
          <a:ln w="12700">
            <a:solidFill>
              <a:srgbClr val="D8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741420" y="2103120"/>
            <a:ext cx="221894" cy="168554"/>
          </a:xfrm>
          <a:prstGeom prst="rect">
            <a:avLst/>
          </a:prstGeom>
          <a:solidFill>
            <a:srgbClr val="DAE8F4"/>
          </a:solidFill>
          <a:ln w="12700">
            <a:solidFill>
              <a:srgbClr val="DAE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962400" y="210312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183380" y="210312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404360" y="210312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625340" y="210312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68680" y="2270760"/>
            <a:ext cx="221894" cy="168554"/>
          </a:xfrm>
          <a:prstGeom prst="rect">
            <a:avLst/>
          </a:prstGeom>
          <a:solidFill>
            <a:srgbClr val="309F92"/>
          </a:solidFill>
          <a:ln w="12700">
            <a:solidFill>
              <a:srgbClr val="309F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089660" y="2270760"/>
            <a:ext cx="221894" cy="168554"/>
          </a:xfrm>
          <a:prstGeom prst="rect">
            <a:avLst/>
          </a:prstGeom>
          <a:solidFill>
            <a:srgbClr val="32A194"/>
          </a:solidFill>
          <a:ln w="12700">
            <a:solidFill>
              <a:srgbClr val="32A1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310640" y="2270760"/>
            <a:ext cx="221894" cy="168554"/>
          </a:xfrm>
          <a:prstGeom prst="rect">
            <a:avLst/>
          </a:prstGeom>
          <a:solidFill>
            <a:srgbClr val="37A396"/>
          </a:solidFill>
          <a:ln w="12700">
            <a:solidFill>
              <a:srgbClr val="37A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531620" y="2270760"/>
            <a:ext cx="221894" cy="168554"/>
          </a:xfrm>
          <a:prstGeom prst="rect">
            <a:avLst/>
          </a:prstGeom>
          <a:solidFill>
            <a:srgbClr val="3FA69B"/>
          </a:solidFill>
          <a:ln w="12700">
            <a:solidFill>
              <a:srgbClr val="3FA6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1752600" y="2270760"/>
            <a:ext cx="221894" cy="168554"/>
          </a:xfrm>
          <a:prstGeom prst="rect">
            <a:avLst/>
          </a:prstGeom>
          <a:solidFill>
            <a:srgbClr val="4EACA3"/>
          </a:solidFill>
          <a:ln w="12700">
            <a:solidFill>
              <a:srgbClr val="4EAC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973580" y="2270760"/>
            <a:ext cx="221894" cy="168554"/>
          </a:xfrm>
          <a:prstGeom prst="rect">
            <a:avLst/>
          </a:prstGeom>
          <a:solidFill>
            <a:srgbClr val="65B6B1"/>
          </a:solidFill>
          <a:ln w="12700">
            <a:solidFill>
              <a:srgbClr val="65B6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2194560" y="2270760"/>
            <a:ext cx="221894" cy="168554"/>
          </a:xfrm>
          <a:prstGeom prst="rect">
            <a:avLst/>
          </a:prstGeom>
          <a:solidFill>
            <a:srgbClr val="85C4C3"/>
          </a:solidFill>
          <a:ln w="12700">
            <a:solidFill>
              <a:srgbClr val="85C4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2415540" y="2270760"/>
            <a:ext cx="221894" cy="168554"/>
          </a:xfrm>
          <a:prstGeom prst="rect">
            <a:avLst/>
          </a:prstGeom>
          <a:solidFill>
            <a:srgbClr val="A4D1D5"/>
          </a:solidFill>
          <a:ln w="12700">
            <a:solidFill>
              <a:srgbClr val="A4D1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2636520" y="2270760"/>
            <a:ext cx="221894" cy="168554"/>
          </a:xfrm>
          <a:prstGeom prst="rect">
            <a:avLst/>
          </a:prstGeom>
          <a:solidFill>
            <a:srgbClr val="BCDCE2"/>
          </a:solidFill>
          <a:ln w="12700">
            <a:solidFill>
              <a:srgbClr val="BC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2857500" y="2270760"/>
            <a:ext cx="221894" cy="168554"/>
          </a:xfrm>
          <a:prstGeom prst="rect">
            <a:avLst/>
          </a:prstGeom>
          <a:solidFill>
            <a:srgbClr val="CBE2EB"/>
          </a:solidFill>
          <a:ln w="12700">
            <a:solidFill>
              <a:srgbClr val="CBE2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3078480" y="2270760"/>
            <a:ext cx="221894" cy="168554"/>
          </a:xfrm>
          <a:prstGeom prst="rect">
            <a:avLst/>
          </a:prstGeom>
          <a:solidFill>
            <a:srgbClr val="D3E5F0"/>
          </a:solidFill>
          <a:ln w="12700">
            <a:solidFill>
              <a:srgbClr val="D3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3299460" y="2270760"/>
            <a:ext cx="221894" cy="168554"/>
          </a:xfrm>
          <a:prstGeom prst="rect">
            <a:avLst/>
          </a:prstGeom>
          <a:solidFill>
            <a:srgbClr val="D7E7F2"/>
          </a:solidFill>
          <a:ln w="12700">
            <a:solidFill>
              <a:srgbClr val="D7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3520440" y="2270760"/>
            <a:ext cx="221894" cy="168554"/>
          </a:xfrm>
          <a:prstGeom prst="rect">
            <a:avLst/>
          </a:prstGeom>
          <a:solidFill>
            <a:srgbClr val="DAE8F4"/>
          </a:solidFill>
          <a:ln w="12700">
            <a:solidFill>
              <a:srgbClr val="DAE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3741420" y="227076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3962400" y="227076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4183380" y="227076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4404360" y="227076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4625340" y="227076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868680" y="2438400"/>
            <a:ext cx="221894" cy="168554"/>
          </a:xfrm>
          <a:prstGeom prst="rect">
            <a:avLst/>
          </a:prstGeom>
          <a:solidFill>
            <a:srgbClr val="32A194"/>
          </a:solidFill>
          <a:ln w="12700">
            <a:solidFill>
              <a:srgbClr val="32A1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1089660" y="2438400"/>
            <a:ext cx="221894" cy="168554"/>
          </a:xfrm>
          <a:prstGeom prst="rect">
            <a:avLst/>
          </a:prstGeom>
          <a:solidFill>
            <a:srgbClr val="37A296"/>
          </a:solidFill>
          <a:ln w="12700">
            <a:solidFill>
              <a:srgbClr val="37A2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1310640" y="2438400"/>
            <a:ext cx="221894" cy="168554"/>
          </a:xfrm>
          <a:prstGeom prst="rect">
            <a:avLst/>
          </a:prstGeom>
          <a:solidFill>
            <a:srgbClr val="3FA69B"/>
          </a:solidFill>
          <a:ln w="12700">
            <a:solidFill>
              <a:srgbClr val="3FA6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1531620" y="2438400"/>
            <a:ext cx="221894" cy="168554"/>
          </a:xfrm>
          <a:prstGeom prst="rect">
            <a:avLst/>
          </a:prstGeom>
          <a:solidFill>
            <a:srgbClr val="4DACA3"/>
          </a:solidFill>
          <a:ln w="12700">
            <a:solidFill>
              <a:srgbClr val="4DAC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1752600" y="2438400"/>
            <a:ext cx="221894" cy="168554"/>
          </a:xfrm>
          <a:prstGeom prst="rect">
            <a:avLst/>
          </a:prstGeom>
          <a:solidFill>
            <a:srgbClr val="64B6B0"/>
          </a:solidFill>
          <a:ln w="12700">
            <a:solidFill>
              <a:srgbClr val="64B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1973580" y="2438400"/>
            <a:ext cx="221894" cy="168554"/>
          </a:xfrm>
          <a:prstGeom prst="rect">
            <a:avLst/>
          </a:prstGeom>
          <a:solidFill>
            <a:srgbClr val="83C3C2"/>
          </a:solidFill>
          <a:ln w="12700">
            <a:solidFill>
              <a:srgbClr val="83C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2194560" y="2438400"/>
            <a:ext cx="221894" cy="168554"/>
          </a:xfrm>
          <a:prstGeom prst="rect">
            <a:avLst/>
          </a:prstGeom>
          <a:solidFill>
            <a:srgbClr val="A3D1D4"/>
          </a:solidFill>
          <a:ln w="12700">
            <a:solidFill>
              <a:srgbClr val="A3D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2415540" y="2438400"/>
            <a:ext cx="221894" cy="168554"/>
          </a:xfrm>
          <a:prstGeom prst="rect">
            <a:avLst/>
          </a:prstGeom>
          <a:solidFill>
            <a:srgbClr val="BBDBE2"/>
          </a:solidFill>
          <a:ln w="12700">
            <a:solidFill>
              <a:srgbClr val="BB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2636520" y="2438400"/>
            <a:ext cx="221894" cy="168554"/>
          </a:xfrm>
          <a:prstGeom prst="rect">
            <a:avLst/>
          </a:prstGeom>
          <a:solidFill>
            <a:srgbClr val="CAE2EB"/>
          </a:solidFill>
          <a:ln w="12700">
            <a:solidFill>
              <a:srgbClr val="CAE2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2857500" y="2438400"/>
            <a:ext cx="221894" cy="168554"/>
          </a:xfrm>
          <a:prstGeom prst="rect">
            <a:avLst/>
          </a:prstGeom>
          <a:solidFill>
            <a:srgbClr val="D3E5EF"/>
          </a:solidFill>
          <a:ln w="12700">
            <a:solidFill>
              <a:srgbClr val="D3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3078480" y="2438400"/>
            <a:ext cx="221894" cy="168554"/>
          </a:xfrm>
          <a:prstGeom prst="rect">
            <a:avLst/>
          </a:prstGeom>
          <a:solidFill>
            <a:srgbClr val="D7E7F2"/>
          </a:solidFill>
          <a:ln w="12700">
            <a:solidFill>
              <a:srgbClr val="D7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3299460" y="2438400"/>
            <a:ext cx="221894" cy="168554"/>
          </a:xfrm>
          <a:prstGeom prst="rect">
            <a:avLst/>
          </a:prstGeom>
          <a:solidFill>
            <a:srgbClr val="DAE8F3"/>
          </a:solidFill>
          <a:ln w="12700">
            <a:solidFill>
              <a:srgbClr val="DAE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3520440" y="243840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3741420" y="243840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3962400" y="243840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4183380" y="243840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4404360" y="243840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4625340" y="243840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868680" y="2606040"/>
            <a:ext cx="221894" cy="168554"/>
          </a:xfrm>
          <a:prstGeom prst="rect">
            <a:avLst/>
          </a:prstGeom>
          <a:solidFill>
            <a:srgbClr val="36A296"/>
          </a:solidFill>
          <a:ln w="12700">
            <a:solidFill>
              <a:srgbClr val="36A2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1089660" y="2606040"/>
            <a:ext cx="221894" cy="168554"/>
          </a:xfrm>
          <a:prstGeom prst="rect">
            <a:avLst/>
          </a:prstGeom>
          <a:solidFill>
            <a:srgbClr val="3EA69B"/>
          </a:solidFill>
          <a:ln w="12700">
            <a:solidFill>
              <a:srgbClr val="3EA6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1310640" y="2606040"/>
            <a:ext cx="221894" cy="168554"/>
          </a:xfrm>
          <a:prstGeom prst="rect">
            <a:avLst/>
          </a:prstGeom>
          <a:solidFill>
            <a:srgbClr val="4CACA3"/>
          </a:solidFill>
          <a:ln w="12700">
            <a:solidFill>
              <a:srgbClr val="4CAC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1531620" y="2606040"/>
            <a:ext cx="221894" cy="168554"/>
          </a:xfrm>
          <a:prstGeom prst="rect">
            <a:avLst/>
          </a:prstGeom>
          <a:solidFill>
            <a:srgbClr val="63B5B0"/>
          </a:solidFill>
          <a:ln w="12700">
            <a:solidFill>
              <a:srgbClr val="63B5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1752600" y="2606040"/>
            <a:ext cx="221894" cy="168554"/>
          </a:xfrm>
          <a:prstGeom prst="rect">
            <a:avLst/>
          </a:prstGeom>
          <a:solidFill>
            <a:srgbClr val="82C3C1"/>
          </a:solidFill>
          <a:ln w="12700">
            <a:solidFill>
              <a:srgbClr val="82C3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1973580" y="2606040"/>
            <a:ext cx="221894" cy="168554"/>
          </a:xfrm>
          <a:prstGeom prst="rect">
            <a:avLst/>
          </a:prstGeom>
          <a:solidFill>
            <a:srgbClr val="A2D0D3"/>
          </a:solidFill>
          <a:ln w="12700">
            <a:solidFill>
              <a:srgbClr val="A2D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2194560" y="2606040"/>
            <a:ext cx="221894" cy="168554"/>
          </a:xfrm>
          <a:prstGeom prst="rect">
            <a:avLst/>
          </a:prstGeom>
          <a:solidFill>
            <a:srgbClr val="BADBE1"/>
          </a:solidFill>
          <a:ln w="12700">
            <a:solidFill>
              <a:srgbClr val="BA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2415540" y="2606040"/>
            <a:ext cx="221894" cy="168554"/>
          </a:xfrm>
          <a:prstGeom prst="rect">
            <a:avLst/>
          </a:prstGeom>
          <a:solidFill>
            <a:srgbClr val="CAE1EA"/>
          </a:solidFill>
          <a:ln w="12700">
            <a:solidFill>
              <a:srgbClr val="CA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2636520" y="2606040"/>
            <a:ext cx="221894" cy="168554"/>
          </a:xfrm>
          <a:prstGeom prst="rect">
            <a:avLst/>
          </a:prstGeom>
          <a:solidFill>
            <a:srgbClr val="D2E5EF"/>
          </a:solidFill>
          <a:ln w="12700">
            <a:solidFill>
              <a:srgbClr val="D2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0"/>
          <p:cNvSpPr/>
          <p:nvPr/>
        </p:nvSpPr>
        <p:spPr>
          <a:xfrm>
            <a:off x="2857500" y="2606040"/>
            <a:ext cx="221894" cy="168554"/>
          </a:xfrm>
          <a:prstGeom prst="rect">
            <a:avLst/>
          </a:prstGeom>
          <a:solidFill>
            <a:srgbClr val="D7E7F2"/>
          </a:solidFill>
          <a:ln w="12700">
            <a:solidFill>
              <a:srgbClr val="D7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1"/>
          <p:cNvSpPr/>
          <p:nvPr/>
        </p:nvSpPr>
        <p:spPr>
          <a:xfrm>
            <a:off x="3078480" y="2606040"/>
            <a:ext cx="221894" cy="168554"/>
          </a:xfrm>
          <a:prstGeom prst="rect">
            <a:avLst/>
          </a:prstGeom>
          <a:solidFill>
            <a:srgbClr val="DAE8F3"/>
          </a:solidFill>
          <a:ln w="12700">
            <a:solidFill>
              <a:srgbClr val="DAE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2"/>
          <p:cNvSpPr/>
          <p:nvPr/>
        </p:nvSpPr>
        <p:spPr>
          <a:xfrm>
            <a:off x="3299460" y="260604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3"/>
          <p:cNvSpPr/>
          <p:nvPr/>
        </p:nvSpPr>
        <p:spPr>
          <a:xfrm>
            <a:off x="3520440" y="260604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4"/>
          <p:cNvSpPr/>
          <p:nvPr/>
        </p:nvSpPr>
        <p:spPr>
          <a:xfrm>
            <a:off x="3741420" y="260604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3962400" y="260604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6"/>
          <p:cNvSpPr/>
          <p:nvPr/>
        </p:nvSpPr>
        <p:spPr>
          <a:xfrm>
            <a:off x="4183380" y="260604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7"/>
          <p:cNvSpPr/>
          <p:nvPr/>
        </p:nvSpPr>
        <p:spPr>
          <a:xfrm>
            <a:off x="4404360" y="260604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8"/>
          <p:cNvSpPr/>
          <p:nvPr/>
        </p:nvSpPr>
        <p:spPr>
          <a:xfrm>
            <a:off x="4625340" y="2606040"/>
            <a:ext cx="221894" cy="168554"/>
          </a:xfrm>
          <a:prstGeom prst="rect">
            <a:avLst/>
          </a:prstGeom>
          <a:solidFill>
            <a:srgbClr val="DCE9F4"/>
          </a:solidFill>
          <a:ln w="12700">
            <a:solidFill>
              <a:srgbClr val="DC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9"/>
          <p:cNvSpPr/>
          <p:nvPr/>
        </p:nvSpPr>
        <p:spPr>
          <a:xfrm>
            <a:off x="868680" y="2773680"/>
            <a:ext cx="221894" cy="168554"/>
          </a:xfrm>
          <a:prstGeom prst="rect">
            <a:avLst/>
          </a:prstGeom>
          <a:solidFill>
            <a:srgbClr val="3EA59A"/>
          </a:solidFill>
          <a:ln w="12700">
            <a:solidFill>
              <a:srgbClr val="3EA5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0"/>
          <p:cNvSpPr/>
          <p:nvPr/>
        </p:nvSpPr>
        <p:spPr>
          <a:xfrm>
            <a:off x="1089660" y="2773680"/>
            <a:ext cx="221894" cy="168554"/>
          </a:xfrm>
          <a:prstGeom prst="rect">
            <a:avLst/>
          </a:prstGeom>
          <a:solidFill>
            <a:srgbClr val="4BABA2"/>
          </a:solidFill>
          <a:ln w="12700">
            <a:solidFill>
              <a:srgbClr val="4BAB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1"/>
          <p:cNvSpPr/>
          <p:nvPr/>
        </p:nvSpPr>
        <p:spPr>
          <a:xfrm>
            <a:off x="1310640" y="2773680"/>
            <a:ext cx="221894" cy="168554"/>
          </a:xfrm>
          <a:prstGeom prst="rect">
            <a:avLst/>
          </a:prstGeom>
          <a:solidFill>
            <a:srgbClr val="62B5AF"/>
          </a:solidFill>
          <a:ln w="12700">
            <a:solidFill>
              <a:srgbClr val="62B5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2"/>
          <p:cNvSpPr/>
          <p:nvPr/>
        </p:nvSpPr>
        <p:spPr>
          <a:xfrm>
            <a:off x="1531620" y="2773680"/>
            <a:ext cx="221894" cy="168554"/>
          </a:xfrm>
          <a:prstGeom prst="rect">
            <a:avLst/>
          </a:prstGeom>
          <a:solidFill>
            <a:srgbClr val="81C2C1"/>
          </a:solidFill>
          <a:ln w="12700">
            <a:solidFill>
              <a:srgbClr val="81C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3"/>
          <p:cNvSpPr/>
          <p:nvPr/>
        </p:nvSpPr>
        <p:spPr>
          <a:xfrm>
            <a:off x="1752600" y="2773680"/>
            <a:ext cx="221894" cy="168554"/>
          </a:xfrm>
          <a:prstGeom prst="rect">
            <a:avLst/>
          </a:prstGeom>
          <a:solidFill>
            <a:srgbClr val="A0D0D3"/>
          </a:solidFill>
          <a:ln w="12700">
            <a:solidFill>
              <a:srgbClr val="A0D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4"/>
          <p:cNvSpPr/>
          <p:nvPr/>
        </p:nvSpPr>
        <p:spPr>
          <a:xfrm>
            <a:off x="1973580" y="2773680"/>
            <a:ext cx="221894" cy="168554"/>
          </a:xfrm>
          <a:prstGeom prst="rect">
            <a:avLst/>
          </a:prstGeom>
          <a:solidFill>
            <a:srgbClr val="B9DAE1"/>
          </a:solidFill>
          <a:ln w="12700">
            <a:solidFill>
              <a:srgbClr val="B9DA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5"/>
          <p:cNvSpPr/>
          <p:nvPr/>
        </p:nvSpPr>
        <p:spPr>
          <a:xfrm>
            <a:off x="2194560" y="2773680"/>
            <a:ext cx="221894" cy="168554"/>
          </a:xfrm>
          <a:prstGeom prst="rect">
            <a:avLst/>
          </a:prstGeom>
          <a:solidFill>
            <a:srgbClr val="C9E1EA"/>
          </a:solidFill>
          <a:ln w="12700">
            <a:solidFill>
              <a:srgbClr val="C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6"/>
          <p:cNvSpPr/>
          <p:nvPr/>
        </p:nvSpPr>
        <p:spPr>
          <a:xfrm>
            <a:off x="2415540" y="2773680"/>
            <a:ext cx="221894" cy="168554"/>
          </a:xfrm>
          <a:prstGeom prst="rect">
            <a:avLst/>
          </a:prstGeom>
          <a:solidFill>
            <a:srgbClr val="D2E5EF"/>
          </a:solidFill>
          <a:ln w="12700">
            <a:solidFill>
              <a:srgbClr val="D2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7"/>
          <p:cNvSpPr/>
          <p:nvPr/>
        </p:nvSpPr>
        <p:spPr>
          <a:xfrm>
            <a:off x="2636520" y="2773680"/>
            <a:ext cx="221894" cy="168554"/>
          </a:xfrm>
          <a:prstGeom prst="rect">
            <a:avLst/>
          </a:prstGeom>
          <a:solidFill>
            <a:srgbClr val="D7E7F2"/>
          </a:solidFill>
          <a:ln w="12700">
            <a:solidFill>
              <a:srgbClr val="D7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8"/>
          <p:cNvSpPr/>
          <p:nvPr/>
        </p:nvSpPr>
        <p:spPr>
          <a:xfrm>
            <a:off x="2857500" y="2773680"/>
            <a:ext cx="221894" cy="168554"/>
          </a:xfrm>
          <a:prstGeom prst="rect">
            <a:avLst/>
          </a:prstGeom>
          <a:solidFill>
            <a:srgbClr val="DAE8F3"/>
          </a:solidFill>
          <a:ln w="12700">
            <a:solidFill>
              <a:srgbClr val="DAE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89"/>
          <p:cNvSpPr/>
          <p:nvPr/>
        </p:nvSpPr>
        <p:spPr>
          <a:xfrm>
            <a:off x="3078480" y="277368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0"/>
          <p:cNvSpPr/>
          <p:nvPr/>
        </p:nvSpPr>
        <p:spPr>
          <a:xfrm>
            <a:off x="3299460" y="277368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1"/>
          <p:cNvSpPr/>
          <p:nvPr/>
        </p:nvSpPr>
        <p:spPr>
          <a:xfrm>
            <a:off x="3520440" y="277368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2"/>
          <p:cNvSpPr/>
          <p:nvPr/>
        </p:nvSpPr>
        <p:spPr>
          <a:xfrm>
            <a:off x="3741420" y="277368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3"/>
          <p:cNvSpPr/>
          <p:nvPr/>
        </p:nvSpPr>
        <p:spPr>
          <a:xfrm>
            <a:off x="3962400" y="277368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4"/>
          <p:cNvSpPr/>
          <p:nvPr/>
        </p:nvSpPr>
        <p:spPr>
          <a:xfrm>
            <a:off x="4183380" y="277368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5"/>
          <p:cNvSpPr/>
          <p:nvPr/>
        </p:nvSpPr>
        <p:spPr>
          <a:xfrm>
            <a:off x="4404360" y="2773680"/>
            <a:ext cx="221894" cy="168554"/>
          </a:xfrm>
          <a:prstGeom prst="rect">
            <a:avLst/>
          </a:prstGeom>
          <a:solidFill>
            <a:srgbClr val="DCE9F4"/>
          </a:solidFill>
          <a:ln w="12700">
            <a:solidFill>
              <a:srgbClr val="DC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6"/>
          <p:cNvSpPr/>
          <p:nvPr/>
        </p:nvSpPr>
        <p:spPr>
          <a:xfrm>
            <a:off x="4625340" y="2773680"/>
            <a:ext cx="221894" cy="168554"/>
          </a:xfrm>
          <a:prstGeom prst="rect">
            <a:avLst/>
          </a:prstGeom>
          <a:solidFill>
            <a:srgbClr val="DAE9F4"/>
          </a:solidFill>
          <a:ln w="12700">
            <a:solidFill>
              <a:srgbClr val="DA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7"/>
          <p:cNvSpPr/>
          <p:nvPr/>
        </p:nvSpPr>
        <p:spPr>
          <a:xfrm>
            <a:off x="868680" y="2941320"/>
            <a:ext cx="221894" cy="168554"/>
          </a:xfrm>
          <a:prstGeom prst="rect">
            <a:avLst/>
          </a:prstGeom>
          <a:solidFill>
            <a:srgbClr val="4BABA2"/>
          </a:solidFill>
          <a:ln w="12700">
            <a:solidFill>
              <a:srgbClr val="4BAB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8"/>
          <p:cNvSpPr/>
          <p:nvPr/>
        </p:nvSpPr>
        <p:spPr>
          <a:xfrm>
            <a:off x="1089660" y="2941320"/>
            <a:ext cx="221894" cy="168554"/>
          </a:xfrm>
          <a:prstGeom prst="rect">
            <a:avLst/>
          </a:prstGeom>
          <a:solidFill>
            <a:srgbClr val="61B5AE"/>
          </a:solidFill>
          <a:ln w="12700">
            <a:solidFill>
              <a:srgbClr val="61B5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99"/>
          <p:cNvSpPr/>
          <p:nvPr/>
        </p:nvSpPr>
        <p:spPr>
          <a:xfrm>
            <a:off x="1310640" y="2941320"/>
            <a:ext cx="221894" cy="168554"/>
          </a:xfrm>
          <a:prstGeom prst="rect">
            <a:avLst/>
          </a:prstGeom>
          <a:solidFill>
            <a:srgbClr val="7FC2C0"/>
          </a:solidFill>
          <a:ln w="12700">
            <a:solidFill>
              <a:srgbClr val="7FC2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0"/>
          <p:cNvSpPr/>
          <p:nvPr/>
        </p:nvSpPr>
        <p:spPr>
          <a:xfrm>
            <a:off x="1531620" y="2941320"/>
            <a:ext cx="221894" cy="168554"/>
          </a:xfrm>
          <a:prstGeom prst="rect">
            <a:avLst/>
          </a:prstGeom>
          <a:solidFill>
            <a:srgbClr val="9FCFD2"/>
          </a:solidFill>
          <a:ln w="12700">
            <a:solidFill>
              <a:srgbClr val="9FCF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1"/>
          <p:cNvSpPr/>
          <p:nvPr/>
        </p:nvSpPr>
        <p:spPr>
          <a:xfrm>
            <a:off x="1752600" y="2941320"/>
            <a:ext cx="221894" cy="168554"/>
          </a:xfrm>
          <a:prstGeom prst="rect">
            <a:avLst/>
          </a:prstGeom>
          <a:solidFill>
            <a:srgbClr val="B9DAE0"/>
          </a:solidFill>
          <a:ln w="12700">
            <a:solidFill>
              <a:srgbClr val="B9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2"/>
          <p:cNvSpPr/>
          <p:nvPr/>
        </p:nvSpPr>
        <p:spPr>
          <a:xfrm>
            <a:off x="1973580" y="2941320"/>
            <a:ext cx="221894" cy="168554"/>
          </a:xfrm>
          <a:prstGeom prst="rect">
            <a:avLst/>
          </a:prstGeom>
          <a:solidFill>
            <a:srgbClr val="C9E1EA"/>
          </a:solidFill>
          <a:ln w="12700">
            <a:solidFill>
              <a:srgbClr val="C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3"/>
          <p:cNvSpPr/>
          <p:nvPr/>
        </p:nvSpPr>
        <p:spPr>
          <a:xfrm>
            <a:off x="2194560" y="2941320"/>
            <a:ext cx="221894" cy="168554"/>
          </a:xfrm>
          <a:prstGeom prst="rect">
            <a:avLst/>
          </a:prstGeom>
          <a:solidFill>
            <a:srgbClr val="D2E5EF"/>
          </a:solidFill>
          <a:ln w="12700">
            <a:solidFill>
              <a:srgbClr val="D2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4"/>
          <p:cNvSpPr/>
          <p:nvPr/>
        </p:nvSpPr>
        <p:spPr>
          <a:xfrm>
            <a:off x="2415540" y="2941320"/>
            <a:ext cx="221894" cy="168554"/>
          </a:xfrm>
          <a:prstGeom prst="rect">
            <a:avLst/>
          </a:prstGeom>
          <a:solidFill>
            <a:srgbClr val="D7E7F2"/>
          </a:solidFill>
          <a:ln w="12700">
            <a:solidFill>
              <a:srgbClr val="D7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5"/>
          <p:cNvSpPr/>
          <p:nvPr/>
        </p:nvSpPr>
        <p:spPr>
          <a:xfrm>
            <a:off x="2636520" y="2941320"/>
            <a:ext cx="221894" cy="168554"/>
          </a:xfrm>
          <a:prstGeom prst="rect">
            <a:avLst/>
          </a:prstGeom>
          <a:solidFill>
            <a:srgbClr val="DAE8F3"/>
          </a:solidFill>
          <a:ln w="12700">
            <a:solidFill>
              <a:srgbClr val="DAE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6"/>
          <p:cNvSpPr/>
          <p:nvPr/>
        </p:nvSpPr>
        <p:spPr>
          <a:xfrm>
            <a:off x="2857500" y="294132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7"/>
          <p:cNvSpPr/>
          <p:nvPr/>
        </p:nvSpPr>
        <p:spPr>
          <a:xfrm>
            <a:off x="3078480" y="294132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8"/>
          <p:cNvSpPr/>
          <p:nvPr/>
        </p:nvSpPr>
        <p:spPr>
          <a:xfrm>
            <a:off x="3299460" y="294132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09"/>
          <p:cNvSpPr/>
          <p:nvPr/>
        </p:nvSpPr>
        <p:spPr>
          <a:xfrm>
            <a:off x="3520440" y="294132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0"/>
          <p:cNvSpPr/>
          <p:nvPr/>
        </p:nvSpPr>
        <p:spPr>
          <a:xfrm>
            <a:off x="3741420" y="294132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1"/>
          <p:cNvSpPr/>
          <p:nvPr/>
        </p:nvSpPr>
        <p:spPr>
          <a:xfrm>
            <a:off x="3962400" y="294132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2"/>
          <p:cNvSpPr/>
          <p:nvPr/>
        </p:nvSpPr>
        <p:spPr>
          <a:xfrm>
            <a:off x="4183380" y="2941320"/>
            <a:ext cx="221894" cy="168554"/>
          </a:xfrm>
          <a:prstGeom prst="rect">
            <a:avLst/>
          </a:prstGeom>
          <a:solidFill>
            <a:srgbClr val="DCE9F4"/>
          </a:solidFill>
          <a:ln w="12700">
            <a:solidFill>
              <a:srgbClr val="DC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3"/>
          <p:cNvSpPr/>
          <p:nvPr/>
        </p:nvSpPr>
        <p:spPr>
          <a:xfrm>
            <a:off x="4404360" y="2941320"/>
            <a:ext cx="221894" cy="168554"/>
          </a:xfrm>
          <a:prstGeom prst="rect">
            <a:avLst/>
          </a:prstGeom>
          <a:solidFill>
            <a:srgbClr val="DAE9F4"/>
          </a:solidFill>
          <a:ln w="12700">
            <a:solidFill>
              <a:srgbClr val="DA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4"/>
          <p:cNvSpPr/>
          <p:nvPr/>
        </p:nvSpPr>
        <p:spPr>
          <a:xfrm>
            <a:off x="4625340" y="2941320"/>
            <a:ext cx="221894" cy="168554"/>
          </a:xfrm>
          <a:prstGeom prst="rect">
            <a:avLst/>
          </a:prstGeom>
          <a:solidFill>
            <a:srgbClr val="D8E7F2"/>
          </a:solidFill>
          <a:ln w="12700">
            <a:solidFill>
              <a:srgbClr val="D8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5"/>
          <p:cNvSpPr/>
          <p:nvPr/>
        </p:nvSpPr>
        <p:spPr>
          <a:xfrm>
            <a:off x="868680" y="3108960"/>
            <a:ext cx="221894" cy="168554"/>
          </a:xfrm>
          <a:prstGeom prst="rect">
            <a:avLst/>
          </a:prstGeom>
          <a:solidFill>
            <a:srgbClr val="60B4AE"/>
          </a:solidFill>
          <a:ln w="12700">
            <a:solidFill>
              <a:srgbClr val="60B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6"/>
          <p:cNvSpPr/>
          <p:nvPr/>
        </p:nvSpPr>
        <p:spPr>
          <a:xfrm>
            <a:off x="1089660" y="3108960"/>
            <a:ext cx="221894" cy="168554"/>
          </a:xfrm>
          <a:prstGeom prst="rect">
            <a:avLst/>
          </a:prstGeom>
          <a:solidFill>
            <a:srgbClr val="7EC1BF"/>
          </a:solidFill>
          <a:ln w="12700">
            <a:solidFill>
              <a:srgbClr val="7EC1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7"/>
          <p:cNvSpPr/>
          <p:nvPr/>
        </p:nvSpPr>
        <p:spPr>
          <a:xfrm>
            <a:off x="1310640" y="3108960"/>
            <a:ext cx="221894" cy="168554"/>
          </a:xfrm>
          <a:prstGeom prst="rect">
            <a:avLst/>
          </a:prstGeom>
          <a:solidFill>
            <a:srgbClr val="9ECFD1"/>
          </a:solidFill>
          <a:ln w="12700">
            <a:solidFill>
              <a:srgbClr val="9ECF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8"/>
          <p:cNvSpPr/>
          <p:nvPr/>
        </p:nvSpPr>
        <p:spPr>
          <a:xfrm>
            <a:off x="1531620" y="3108960"/>
            <a:ext cx="221894" cy="168554"/>
          </a:xfrm>
          <a:prstGeom prst="rect">
            <a:avLst/>
          </a:prstGeom>
          <a:solidFill>
            <a:srgbClr val="B8DAE0"/>
          </a:solidFill>
          <a:ln w="12700">
            <a:solidFill>
              <a:srgbClr val="B8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19"/>
          <p:cNvSpPr/>
          <p:nvPr/>
        </p:nvSpPr>
        <p:spPr>
          <a:xfrm>
            <a:off x="1752600" y="3108960"/>
            <a:ext cx="221894" cy="168554"/>
          </a:xfrm>
          <a:prstGeom prst="rect">
            <a:avLst/>
          </a:prstGeom>
          <a:solidFill>
            <a:srgbClr val="C8E1E9"/>
          </a:solidFill>
          <a:ln w="12700">
            <a:solidFill>
              <a:srgbClr val="C8E1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0"/>
          <p:cNvSpPr/>
          <p:nvPr/>
        </p:nvSpPr>
        <p:spPr>
          <a:xfrm>
            <a:off x="1973580" y="3108960"/>
            <a:ext cx="221894" cy="168554"/>
          </a:xfrm>
          <a:prstGeom prst="rect">
            <a:avLst/>
          </a:prstGeom>
          <a:solidFill>
            <a:srgbClr val="D2E5EF"/>
          </a:solidFill>
          <a:ln w="12700">
            <a:solidFill>
              <a:srgbClr val="D2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1"/>
          <p:cNvSpPr/>
          <p:nvPr/>
        </p:nvSpPr>
        <p:spPr>
          <a:xfrm>
            <a:off x="2194560" y="3108960"/>
            <a:ext cx="221894" cy="168554"/>
          </a:xfrm>
          <a:prstGeom prst="rect">
            <a:avLst/>
          </a:prstGeom>
          <a:solidFill>
            <a:srgbClr val="D7E7F2"/>
          </a:solidFill>
          <a:ln w="12700">
            <a:solidFill>
              <a:srgbClr val="D7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2"/>
          <p:cNvSpPr/>
          <p:nvPr/>
        </p:nvSpPr>
        <p:spPr>
          <a:xfrm>
            <a:off x="2415540" y="3108960"/>
            <a:ext cx="221894" cy="168554"/>
          </a:xfrm>
          <a:prstGeom prst="rect">
            <a:avLst/>
          </a:prstGeom>
          <a:solidFill>
            <a:srgbClr val="D9E8F3"/>
          </a:solidFill>
          <a:ln w="12700">
            <a:solidFill>
              <a:srgbClr val="D9E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3"/>
          <p:cNvSpPr/>
          <p:nvPr/>
        </p:nvSpPr>
        <p:spPr>
          <a:xfrm>
            <a:off x="2636520" y="310896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4"/>
          <p:cNvSpPr/>
          <p:nvPr/>
        </p:nvSpPr>
        <p:spPr>
          <a:xfrm>
            <a:off x="2857500" y="310896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5"/>
          <p:cNvSpPr/>
          <p:nvPr/>
        </p:nvSpPr>
        <p:spPr>
          <a:xfrm>
            <a:off x="3078480" y="310896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6"/>
          <p:cNvSpPr/>
          <p:nvPr/>
        </p:nvSpPr>
        <p:spPr>
          <a:xfrm>
            <a:off x="3299460" y="310896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7"/>
          <p:cNvSpPr/>
          <p:nvPr/>
        </p:nvSpPr>
        <p:spPr>
          <a:xfrm>
            <a:off x="3520440" y="310896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8"/>
          <p:cNvSpPr/>
          <p:nvPr/>
        </p:nvSpPr>
        <p:spPr>
          <a:xfrm>
            <a:off x="3741420" y="310896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29"/>
          <p:cNvSpPr/>
          <p:nvPr/>
        </p:nvSpPr>
        <p:spPr>
          <a:xfrm>
            <a:off x="3962400" y="3108960"/>
            <a:ext cx="221894" cy="168554"/>
          </a:xfrm>
          <a:prstGeom prst="rect">
            <a:avLst/>
          </a:prstGeom>
          <a:solidFill>
            <a:srgbClr val="DCE9F4"/>
          </a:solidFill>
          <a:ln w="12700">
            <a:solidFill>
              <a:srgbClr val="DC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0"/>
          <p:cNvSpPr/>
          <p:nvPr/>
        </p:nvSpPr>
        <p:spPr>
          <a:xfrm>
            <a:off x="4183380" y="3108960"/>
            <a:ext cx="221894" cy="168554"/>
          </a:xfrm>
          <a:prstGeom prst="rect">
            <a:avLst/>
          </a:prstGeom>
          <a:solidFill>
            <a:srgbClr val="DAE9F4"/>
          </a:solidFill>
          <a:ln w="12700">
            <a:solidFill>
              <a:srgbClr val="DA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1"/>
          <p:cNvSpPr/>
          <p:nvPr/>
        </p:nvSpPr>
        <p:spPr>
          <a:xfrm>
            <a:off x="4404360" y="3108960"/>
            <a:ext cx="221894" cy="168554"/>
          </a:xfrm>
          <a:prstGeom prst="rect">
            <a:avLst/>
          </a:prstGeom>
          <a:solidFill>
            <a:srgbClr val="D8E7F2"/>
          </a:solidFill>
          <a:ln w="12700">
            <a:solidFill>
              <a:srgbClr val="D8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2"/>
          <p:cNvSpPr/>
          <p:nvPr/>
        </p:nvSpPr>
        <p:spPr>
          <a:xfrm>
            <a:off x="4625340" y="3108960"/>
            <a:ext cx="221894" cy="168554"/>
          </a:xfrm>
          <a:prstGeom prst="rect">
            <a:avLst/>
          </a:prstGeom>
          <a:solidFill>
            <a:srgbClr val="D3E5EF"/>
          </a:solidFill>
          <a:ln w="12700">
            <a:solidFill>
              <a:srgbClr val="D3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3"/>
          <p:cNvSpPr/>
          <p:nvPr/>
        </p:nvSpPr>
        <p:spPr>
          <a:xfrm>
            <a:off x="868680" y="3276600"/>
            <a:ext cx="221894" cy="168554"/>
          </a:xfrm>
          <a:prstGeom prst="rect">
            <a:avLst/>
          </a:prstGeom>
          <a:solidFill>
            <a:srgbClr val="7DC0BE"/>
          </a:solidFill>
          <a:ln w="12700">
            <a:solidFill>
              <a:srgbClr val="7DC0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4"/>
          <p:cNvSpPr/>
          <p:nvPr/>
        </p:nvSpPr>
        <p:spPr>
          <a:xfrm>
            <a:off x="1089660" y="3276600"/>
            <a:ext cx="221894" cy="168554"/>
          </a:xfrm>
          <a:prstGeom prst="rect">
            <a:avLst/>
          </a:prstGeom>
          <a:solidFill>
            <a:srgbClr val="9DCED1"/>
          </a:solidFill>
          <a:ln w="12700">
            <a:solidFill>
              <a:srgbClr val="9DCE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5"/>
          <p:cNvSpPr/>
          <p:nvPr/>
        </p:nvSpPr>
        <p:spPr>
          <a:xfrm>
            <a:off x="1310640" y="3276600"/>
            <a:ext cx="221894" cy="168554"/>
          </a:xfrm>
          <a:prstGeom prst="rect">
            <a:avLst/>
          </a:prstGeom>
          <a:solidFill>
            <a:srgbClr val="B7D9DF"/>
          </a:solidFill>
          <a:ln w="12700">
            <a:solidFill>
              <a:srgbClr val="B7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6"/>
          <p:cNvSpPr/>
          <p:nvPr/>
        </p:nvSpPr>
        <p:spPr>
          <a:xfrm>
            <a:off x="1531620" y="3276600"/>
            <a:ext cx="221894" cy="168554"/>
          </a:xfrm>
          <a:prstGeom prst="rect">
            <a:avLst/>
          </a:prstGeom>
          <a:solidFill>
            <a:srgbClr val="C8E1E9"/>
          </a:solidFill>
          <a:ln w="12700">
            <a:solidFill>
              <a:srgbClr val="C8E1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7"/>
          <p:cNvSpPr/>
          <p:nvPr/>
        </p:nvSpPr>
        <p:spPr>
          <a:xfrm>
            <a:off x="1752600" y="3276600"/>
            <a:ext cx="221894" cy="168554"/>
          </a:xfrm>
          <a:prstGeom prst="rect">
            <a:avLst/>
          </a:prstGeom>
          <a:solidFill>
            <a:srgbClr val="D1E5EF"/>
          </a:solidFill>
          <a:ln w="12700">
            <a:solidFill>
              <a:srgbClr val="D1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8"/>
          <p:cNvSpPr/>
          <p:nvPr/>
        </p:nvSpPr>
        <p:spPr>
          <a:xfrm>
            <a:off x="1973580" y="3276600"/>
            <a:ext cx="221894" cy="168554"/>
          </a:xfrm>
          <a:prstGeom prst="rect">
            <a:avLst/>
          </a:prstGeom>
          <a:solidFill>
            <a:srgbClr val="D6E7F2"/>
          </a:solidFill>
          <a:ln w="12700">
            <a:solidFill>
              <a:srgbClr val="D6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39"/>
          <p:cNvSpPr/>
          <p:nvPr/>
        </p:nvSpPr>
        <p:spPr>
          <a:xfrm>
            <a:off x="2194560" y="3276600"/>
            <a:ext cx="221894" cy="168554"/>
          </a:xfrm>
          <a:prstGeom prst="rect">
            <a:avLst/>
          </a:prstGeom>
          <a:solidFill>
            <a:srgbClr val="D9E8F3"/>
          </a:solidFill>
          <a:ln w="12700">
            <a:solidFill>
              <a:srgbClr val="D9E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0"/>
          <p:cNvSpPr/>
          <p:nvPr/>
        </p:nvSpPr>
        <p:spPr>
          <a:xfrm>
            <a:off x="2415540" y="327660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1"/>
          <p:cNvSpPr/>
          <p:nvPr/>
        </p:nvSpPr>
        <p:spPr>
          <a:xfrm>
            <a:off x="2636520" y="327660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2"/>
          <p:cNvSpPr/>
          <p:nvPr/>
        </p:nvSpPr>
        <p:spPr>
          <a:xfrm>
            <a:off x="2857500" y="327660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3"/>
          <p:cNvSpPr/>
          <p:nvPr/>
        </p:nvSpPr>
        <p:spPr>
          <a:xfrm>
            <a:off x="3078480" y="327660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4"/>
          <p:cNvSpPr/>
          <p:nvPr/>
        </p:nvSpPr>
        <p:spPr>
          <a:xfrm>
            <a:off x="3299460" y="327660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5"/>
          <p:cNvSpPr/>
          <p:nvPr/>
        </p:nvSpPr>
        <p:spPr>
          <a:xfrm>
            <a:off x="3520440" y="327660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6"/>
          <p:cNvSpPr/>
          <p:nvPr/>
        </p:nvSpPr>
        <p:spPr>
          <a:xfrm>
            <a:off x="3741420" y="3276600"/>
            <a:ext cx="221894" cy="168554"/>
          </a:xfrm>
          <a:prstGeom prst="rect">
            <a:avLst/>
          </a:prstGeom>
          <a:solidFill>
            <a:srgbClr val="DCE9F4"/>
          </a:solidFill>
          <a:ln w="12700">
            <a:solidFill>
              <a:srgbClr val="DC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7"/>
          <p:cNvSpPr/>
          <p:nvPr/>
        </p:nvSpPr>
        <p:spPr>
          <a:xfrm>
            <a:off x="3962400" y="3276600"/>
            <a:ext cx="221894" cy="168554"/>
          </a:xfrm>
          <a:prstGeom prst="rect">
            <a:avLst/>
          </a:prstGeom>
          <a:solidFill>
            <a:srgbClr val="DAE9F4"/>
          </a:solidFill>
          <a:ln w="12700">
            <a:solidFill>
              <a:srgbClr val="DA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8"/>
          <p:cNvSpPr/>
          <p:nvPr/>
        </p:nvSpPr>
        <p:spPr>
          <a:xfrm>
            <a:off x="4183380" y="3276600"/>
            <a:ext cx="221894" cy="168554"/>
          </a:xfrm>
          <a:prstGeom prst="rect">
            <a:avLst/>
          </a:prstGeom>
          <a:solidFill>
            <a:srgbClr val="D8E7F2"/>
          </a:solidFill>
          <a:ln w="12700">
            <a:solidFill>
              <a:srgbClr val="D8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49"/>
          <p:cNvSpPr/>
          <p:nvPr/>
        </p:nvSpPr>
        <p:spPr>
          <a:xfrm>
            <a:off x="4404360" y="3276600"/>
            <a:ext cx="221894" cy="168554"/>
          </a:xfrm>
          <a:prstGeom prst="rect">
            <a:avLst/>
          </a:prstGeom>
          <a:solidFill>
            <a:srgbClr val="D3E5EF"/>
          </a:solidFill>
          <a:ln w="12700">
            <a:solidFill>
              <a:srgbClr val="D3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0"/>
          <p:cNvSpPr/>
          <p:nvPr/>
        </p:nvSpPr>
        <p:spPr>
          <a:xfrm>
            <a:off x="4625340" y="3276600"/>
            <a:ext cx="221894" cy="168554"/>
          </a:xfrm>
          <a:prstGeom prst="rect">
            <a:avLst/>
          </a:prstGeom>
          <a:solidFill>
            <a:srgbClr val="C9E1EA"/>
          </a:solidFill>
          <a:ln w="12700">
            <a:solidFill>
              <a:srgbClr val="C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1"/>
          <p:cNvSpPr/>
          <p:nvPr/>
        </p:nvSpPr>
        <p:spPr>
          <a:xfrm>
            <a:off x="868680" y="3444240"/>
            <a:ext cx="221894" cy="168554"/>
          </a:xfrm>
          <a:prstGeom prst="rect">
            <a:avLst/>
          </a:prstGeom>
          <a:solidFill>
            <a:srgbClr val="9BCED0"/>
          </a:solidFill>
          <a:ln w="12700">
            <a:solidFill>
              <a:srgbClr val="9BC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2"/>
          <p:cNvSpPr/>
          <p:nvPr/>
        </p:nvSpPr>
        <p:spPr>
          <a:xfrm>
            <a:off x="1089660" y="3444240"/>
            <a:ext cx="221894" cy="168554"/>
          </a:xfrm>
          <a:prstGeom prst="rect">
            <a:avLst/>
          </a:prstGeom>
          <a:solidFill>
            <a:srgbClr val="B6D9DF"/>
          </a:solidFill>
          <a:ln w="12700">
            <a:solidFill>
              <a:srgbClr val="B6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3"/>
          <p:cNvSpPr/>
          <p:nvPr/>
        </p:nvSpPr>
        <p:spPr>
          <a:xfrm>
            <a:off x="1310640" y="3444240"/>
            <a:ext cx="221894" cy="168554"/>
          </a:xfrm>
          <a:prstGeom prst="rect">
            <a:avLst/>
          </a:prstGeom>
          <a:solidFill>
            <a:srgbClr val="C7E0E9"/>
          </a:solidFill>
          <a:ln w="12700">
            <a:solidFill>
              <a:srgbClr val="C7E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4"/>
          <p:cNvSpPr/>
          <p:nvPr/>
        </p:nvSpPr>
        <p:spPr>
          <a:xfrm>
            <a:off x="1531620" y="3444240"/>
            <a:ext cx="221894" cy="168554"/>
          </a:xfrm>
          <a:prstGeom prst="rect">
            <a:avLst/>
          </a:prstGeom>
          <a:solidFill>
            <a:srgbClr val="D1E5EE"/>
          </a:solidFill>
          <a:ln w="12700">
            <a:solidFill>
              <a:srgbClr val="D1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5"/>
          <p:cNvSpPr/>
          <p:nvPr/>
        </p:nvSpPr>
        <p:spPr>
          <a:xfrm>
            <a:off x="1752600" y="3444240"/>
            <a:ext cx="221894" cy="168554"/>
          </a:xfrm>
          <a:prstGeom prst="rect">
            <a:avLst/>
          </a:prstGeom>
          <a:solidFill>
            <a:srgbClr val="D6E7F1"/>
          </a:solidFill>
          <a:ln w="12700">
            <a:solidFill>
              <a:srgbClr val="D6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6"/>
          <p:cNvSpPr/>
          <p:nvPr/>
        </p:nvSpPr>
        <p:spPr>
          <a:xfrm>
            <a:off x="1973580" y="3444240"/>
            <a:ext cx="221894" cy="168554"/>
          </a:xfrm>
          <a:prstGeom prst="rect">
            <a:avLst/>
          </a:prstGeom>
          <a:solidFill>
            <a:srgbClr val="D9E8F3"/>
          </a:solidFill>
          <a:ln w="12700">
            <a:solidFill>
              <a:srgbClr val="D9E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7"/>
          <p:cNvSpPr/>
          <p:nvPr/>
        </p:nvSpPr>
        <p:spPr>
          <a:xfrm>
            <a:off x="2194560" y="344424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8"/>
          <p:cNvSpPr/>
          <p:nvPr/>
        </p:nvSpPr>
        <p:spPr>
          <a:xfrm>
            <a:off x="2415540" y="344424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59"/>
          <p:cNvSpPr/>
          <p:nvPr/>
        </p:nvSpPr>
        <p:spPr>
          <a:xfrm>
            <a:off x="2636520" y="344424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0"/>
          <p:cNvSpPr/>
          <p:nvPr/>
        </p:nvSpPr>
        <p:spPr>
          <a:xfrm>
            <a:off x="2857500" y="344424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1"/>
          <p:cNvSpPr/>
          <p:nvPr/>
        </p:nvSpPr>
        <p:spPr>
          <a:xfrm>
            <a:off x="3078480" y="344424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2"/>
          <p:cNvSpPr/>
          <p:nvPr/>
        </p:nvSpPr>
        <p:spPr>
          <a:xfrm>
            <a:off x="3299460" y="344424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3"/>
          <p:cNvSpPr/>
          <p:nvPr/>
        </p:nvSpPr>
        <p:spPr>
          <a:xfrm>
            <a:off x="3520440" y="3444240"/>
            <a:ext cx="221894" cy="168554"/>
          </a:xfrm>
          <a:prstGeom prst="rect">
            <a:avLst/>
          </a:prstGeom>
          <a:solidFill>
            <a:srgbClr val="DCE9F4"/>
          </a:solidFill>
          <a:ln w="12700">
            <a:solidFill>
              <a:srgbClr val="DC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4"/>
          <p:cNvSpPr/>
          <p:nvPr/>
        </p:nvSpPr>
        <p:spPr>
          <a:xfrm>
            <a:off x="3741420" y="3444240"/>
            <a:ext cx="221894" cy="168554"/>
          </a:xfrm>
          <a:prstGeom prst="rect">
            <a:avLst/>
          </a:prstGeom>
          <a:solidFill>
            <a:srgbClr val="DAE9F4"/>
          </a:solidFill>
          <a:ln w="12700">
            <a:solidFill>
              <a:srgbClr val="DA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5"/>
          <p:cNvSpPr/>
          <p:nvPr/>
        </p:nvSpPr>
        <p:spPr>
          <a:xfrm>
            <a:off x="3962400" y="3444240"/>
            <a:ext cx="221894" cy="168554"/>
          </a:xfrm>
          <a:prstGeom prst="rect">
            <a:avLst/>
          </a:prstGeom>
          <a:solidFill>
            <a:srgbClr val="D8E7F2"/>
          </a:solidFill>
          <a:ln w="12700">
            <a:solidFill>
              <a:srgbClr val="D8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6"/>
          <p:cNvSpPr/>
          <p:nvPr/>
        </p:nvSpPr>
        <p:spPr>
          <a:xfrm>
            <a:off x="4183380" y="3444240"/>
            <a:ext cx="221894" cy="168554"/>
          </a:xfrm>
          <a:prstGeom prst="rect">
            <a:avLst/>
          </a:prstGeom>
          <a:solidFill>
            <a:srgbClr val="D3E5EF"/>
          </a:solidFill>
          <a:ln w="12700">
            <a:solidFill>
              <a:srgbClr val="D3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7"/>
          <p:cNvSpPr/>
          <p:nvPr/>
        </p:nvSpPr>
        <p:spPr>
          <a:xfrm>
            <a:off x="4404360" y="3444240"/>
            <a:ext cx="221894" cy="168554"/>
          </a:xfrm>
          <a:prstGeom prst="rect">
            <a:avLst/>
          </a:prstGeom>
          <a:solidFill>
            <a:srgbClr val="C9E1EA"/>
          </a:solidFill>
          <a:ln w="12700">
            <a:solidFill>
              <a:srgbClr val="C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8"/>
          <p:cNvSpPr/>
          <p:nvPr/>
        </p:nvSpPr>
        <p:spPr>
          <a:xfrm>
            <a:off x="4625340" y="3444240"/>
            <a:ext cx="221894" cy="168554"/>
          </a:xfrm>
          <a:prstGeom prst="rect">
            <a:avLst/>
          </a:prstGeom>
          <a:solidFill>
            <a:srgbClr val="B7DAE0"/>
          </a:solidFill>
          <a:ln w="12700">
            <a:solidFill>
              <a:srgbClr val="B7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69"/>
          <p:cNvSpPr/>
          <p:nvPr/>
        </p:nvSpPr>
        <p:spPr>
          <a:xfrm>
            <a:off x="868680" y="3611880"/>
            <a:ext cx="221894" cy="168554"/>
          </a:xfrm>
          <a:prstGeom prst="rect">
            <a:avLst/>
          </a:prstGeom>
          <a:solidFill>
            <a:srgbClr val="B5D9DE"/>
          </a:solidFill>
          <a:ln w="12700">
            <a:solidFill>
              <a:srgbClr val="B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0"/>
          <p:cNvSpPr/>
          <p:nvPr/>
        </p:nvSpPr>
        <p:spPr>
          <a:xfrm>
            <a:off x="1089660" y="3611880"/>
            <a:ext cx="221894" cy="168554"/>
          </a:xfrm>
          <a:prstGeom prst="rect">
            <a:avLst/>
          </a:prstGeom>
          <a:solidFill>
            <a:srgbClr val="C7E0E8"/>
          </a:solidFill>
          <a:ln w="12700">
            <a:solidFill>
              <a:srgbClr val="C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1"/>
          <p:cNvSpPr/>
          <p:nvPr/>
        </p:nvSpPr>
        <p:spPr>
          <a:xfrm>
            <a:off x="1310640" y="3611880"/>
            <a:ext cx="221894" cy="168554"/>
          </a:xfrm>
          <a:prstGeom prst="rect">
            <a:avLst/>
          </a:prstGeom>
          <a:solidFill>
            <a:srgbClr val="D1E4EE"/>
          </a:solidFill>
          <a:ln w="12700">
            <a:solidFill>
              <a:srgbClr val="D1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2"/>
          <p:cNvSpPr/>
          <p:nvPr/>
        </p:nvSpPr>
        <p:spPr>
          <a:xfrm>
            <a:off x="1531620" y="3611880"/>
            <a:ext cx="221894" cy="168554"/>
          </a:xfrm>
          <a:prstGeom prst="rect">
            <a:avLst/>
          </a:prstGeom>
          <a:solidFill>
            <a:srgbClr val="D6E7F1"/>
          </a:solidFill>
          <a:ln w="12700">
            <a:solidFill>
              <a:srgbClr val="D6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3"/>
          <p:cNvSpPr/>
          <p:nvPr/>
        </p:nvSpPr>
        <p:spPr>
          <a:xfrm>
            <a:off x="1752600" y="3611880"/>
            <a:ext cx="221894" cy="168554"/>
          </a:xfrm>
          <a:prstGeom prst="rect">
            <a:avLst/>
          </a:prstGeom>
          <a:solidFill>
            <a:srgbClr val="D9E8F3"/>
          </a:solidFill>
          <a:ln w="12700">
            <a:solidFill>
              <a:srgbClr val="D9E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4"/>
          <p:cNvSpPr/>
          <p:nvPr/>
        </p:nvSpPr>
        <p:spPr>
          <a:xfrm>
            <a:off x="1973580" y="361188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5"/>
          <p:cNvSpPr/>
          <p:nvPr/>
        </p:nvSpPr>
        <p:spPr>
          <a:xfrm>
            <a:off x="2194560" y="361188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6"/>
          <p:cNvSpPr/>
          <p:nvPr/>
        </p:nvSpPr>
        <p:spPr>
          <a:xfrm>
            <a:off x="2415540" y="361188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7"/>
          <p:cNvSpPr/>
          <p:nvPr/>
        </p:nvSpPr>
        <p:spPr>
          <a:xfrm>
            <a:off x="2636520" y="361188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8"/>
          <p:cNvSpPr/>
          <p:nvPr/>
        </p:nvSpPr>
        <p:spPr>
          <a:xfrm>
            <a:off x="2857500" y="361188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79"/>
          <p:cNvSpPr/>
          <p:nvPr/>
        </p:nvSpPr>
        <p:spPr>
          <a:xfrm>
            <a:off x="3078480" y="361188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0"/>
          <p:cNvSpPr/>
          <p:nvPr/>
        </p:nvSpPr>
        <p:spPr>
          <a:xfrm>
            <a:off x="3299460" y="361188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1"/>
          <p:cNvSpPr/>
          <p:nvPr/>
        </p:nvSpPr>
        <p:spPr>
          <a:xfrm>
            <a:off x="3520440" y="3611880"/>
            <a:ext cx="221894" cy="168554"/>
          </a:xfrm>
          <a:prstGeom prst="rect">
            <a:avLst/>
          </a:prstGeom>
          <a:solidFill>
            <a:srgbClr val="DAE8F4"/>
          </a:solidFill>
          <a:ln w="12700">
            <a:solidFill>
              <a:srgbClr val="DAE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2"/>
          <p:cNvSpPr/>
          <p:nvPr/>
        </p:nvSpPr>
        <p:spPr>
          <a:xfrm>
            <a:off x="3741420" y="3611880"/>
            <a:ext cx="221894" cy="168554"/>
          </a:xfrm>
          <a:prstGeom prst="rect">
            <a:avLst/>
          </a:prstGeom>
          <a:solidFill>
            <a:srgbClr val="D8E7F2"/>
          </a:solidFill>
          <a:ln w="12700">
            <a:solidFill>
              <a:srgbClr val="D8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3"/>
          <p:cNvSpPr/>
          <p:nvPr/>
        </p:nvSpPr>
        <p:spPr>
          <a:xfrm>
            <a:off x="3962400" y="3611880"/>
            <a:ext cx="221894" cy="168554"/>
          </a:xfrm>
          <a:prstGeom prst="rect">
            <a:avLst/>
          </a:prstGeom>
          <a:solidFill>
            <a:srgbClr val="D3E5EF"/>
          </a:solidFill>
          <a:ln w="12700">
            <a:solidFill>
              <a:srgbClr val="D3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4"/>
          <p:cNvSpPr/>
          <p:nvPr/>
        </p:nvSpPr>
        <p:spPr>
          <a:xfrm>
            <a:off x="4183380" y="3611880"/>
            <a:ext cx="221894" cy="168554"/>
          </a:xfrm>
          <a:prstGeom prst="rect">
            <a:avLst/>
          </a:prstGeom>
          <a:solidFill>
            <a:srgbClr val="C9E1EA"/>
          </a:solidFill>
          <a:ln w="12700">
            <a:solidFill>
              <a:srgbClr val="C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5"/>
          <p:cNvSpPr/>
          <p:nvPr/>
        </p:nvSpPr>
        <p:spPr>
          <a:xfrm>
            <a:off x="4404360" y="3611880"/>
            <a:ext cx="221894" cy="168554"/>
          </a:xfrm>
          <a:prstGeom prst="rect">
            <a:avLst/>
          </a:prstGeom>
          <a:solidFill>
            <a:srgbClr val="B7D9E0"/>
          </a:solidFill>
          <a:ln w="12700">
            <a:solidFill>
              <a:srgbClr val="B7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6"/>
          <p:cNvSpPr/>
          <p:nvPr/>
        </p:nvSpPr>
        <p:spPr>
          <a:xfrm>
            <a:off x="4625340" y="3611880"/>
            <a:ext cx="221894" cy="168554"/>
          </a:xfrm>
          <a:prstGeom prst="rect">
            <a:avLst/>
          </a:prstGeom>
          <a:solidFill>
            <a:srgbClr val="9ACDCF"/>
          </a:solidFill>
          <a:ln w="12700">
            <a:solidFill>
              <a:srgbClr val="9ACD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7"/>
          <p:cNvSpPr/>
          <p:nvPr/>
        </p:nvSpPr>
        <p:spPr>
          <a:xfrm>
            <a:off x="868680" y="3779520"/>
            <a:ext cx="221894" cy="168554"/>
          </a:xfrm>
          <a:prstGeom prst="rect">
            <a:avLst/>
          </a:prstGeom>
          <a:solidFill>
            <a:srgbClr val="C6E0E8"/>
          </a:solidFill>
          <a:ln w="12700">
            <a:solidFill>
              <a:srgbClr val="C6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8"/>
          <p:cNvSpPr/>
          <p:nvPr/>
        </p:nvSpPr>
        <p:spPr>
          <a:xfrm>
            <a:off x="1089660" y="3779520"/>
            <a:ext cx="221894" cy="168554"/>
          </a:xfrm>
          <a:prstGeom prst="rect">
            <a:avLst/>
          </a:prstGeom>
          <a:solidFill>
            <a:srgbClr val="D0E4EE"/>
          </a:solidFill>
          <a:ln w="12700">
            <a:solidFill>
              <a:srgbClr val="D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89"/>
          <p:cNvSpPr/>
          <p:nvPr/>
        </p:nvSpPr>
        <p:spPr>
          <a:xfrm>
            <a:off x="1310640" y="3779520"/>
            <a:ext cx="221894" cy="168554"/>
          </a:xfrm>
          <a:prstGeom prst="rect">
            <a:avLst/>
          </a:prstGeom>
          <a:solidFill>
            <a:srgbClr val="D6E7F1"/>
          </a:solidFill>
          <a:ln w="12700">
            <a:solidFill>
              <a:srgbClr val="D6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0"/>
          <p:cNvSpPr/>
          <p:nvPr/>
        </p:nvSpPr>
        <p:spPr>
          <a:xfrm>
            <a:off x="1531620" y="3779520"/>
            <a:ext cx="221894" cy="168554"/>
          </a:xfrm>
          <a:prstGeom prst="rect">
            <a:avLst/>
          </a:prstGeom>
          <a:solidFill>
            <a:srgbClr val="D9E8F3"/>
          </a:solidFill>
          <a:ln w="12700">
            <a:solidFill>
              <a:srgbClr val="D9E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1"/>
          <p:cNvSpPr/>
          <p:nvPr/>
        </p:nvSpPr>
        <p:spPr>
          <a:xfrm>
            <a:off x="1752600" y="377952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2"/>
          <p:cNvSpPr/>
          <p:nvPr/>
        </p:nvSpPr>
        <p:spPr>
          <a:xfrm>
            <a:off x="1973580" y="377952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3"/>
          <p:cNvSpPr/>
          <p:nvPr/>
        </p:nvSpPr>
        <p:spPr>
          <a:xfrm>
            <a:off x="2194560" y="377952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4"/>
          <p:cNvSpPr/>
          <p:nvPr/>
        </p:nvSpPr>
        <p:spPr>
          <a:xfrm>
            <a:off x="2415540" y="377952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5"/>
          <p:cNvSpPr/>
          <p:nvPr/>
        </p:nvSpPr>
        <p:spPr>
          <a:xfrm>
            <a:off x="2636520" y="377952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6"/>
          <p:cNvSpPr/>
          <p:nvPr/>
        </p:nvSpPr>
        <p:spPr>
          <a:xfrm>
            <a:off x="2857500" y="377952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7"/>
          <p:cNvSpPr/>
          <p:nvPr/>
        </p:nvSpPr>
        <p:spPr>
          <a:xfrm>
            <a:off x="3078480" y="377952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8"/>
          <p:cNvSpPr/>
          <p:nvPr/>
        </p:nvSpPr>
        <p:spPr>
          <a:xfrm>
            <a:off x="3299460" y="3779520"/>
            <a:ext cx="221894" cy="168554"/>
          </a:xfrm>
          <a:prstGeom prst="rect">
            <a:avLst/>
          </a:prstGeom>
          <a:solidFill>
            <a:srgbClr val="DAE8F4"/>
          </a:solidFill>
          <a:ln w="12700">
            <a:solidFill>
              <a:srgbClr val="DAE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199"/>
          <p:cNvSpPr/>
          <p:nvPr/>
        </p:nvSpPr>
        <p:spPr>
          <a:xfrm>
            <a:off x="3520440" y="3779520"/>
            <a:ext cx="221894" cy="168554"/>
          </a:xfrm>
          <a:prstGeom prst="rect">
            <a:avLst/>
          </a:prstGeom>
          <a:solidFill>
            <a:srgbClr val="D8E7F2"/>
          </a:solidFill>
          <a:ln w="12700">
            <a:solidFill>
              <a:srgbClr val="D8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0"/>
          <p:cNvSpPr/>
          <p:nvPr/>
        </p:nvSpPr>
        <p:spPr>
          <a:xfrm>
            <a:off x="3741420" y="3779520"/>
            <a:ext cx="221894" cy="168554"/>
          </a:xfrm>
          <a:prstGeom prst="rect">
            <a:avLst/>
          </a:prstGeom>
          <a:solidFill>
            <a:srgbClr val="D3E5EF"/>
          </a:solidFill>
          <a:ln w="12700">
            <a:solidFill>
              <a:srgbClr val="D3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1"/>
          <p:cNvSpPr/>
          <p:nvPr/>
        </p:nvSpPr>
        <p:spPr>
          <a:xfrm>
            <a:off x="3962400" y="3779520"/>
            <a:ext cx="221894" cy="168554"/>
          </a:xfrm>
          <a:prstGeom prst="rect">
            <a:avLst/>
          </a:prstGeom>
          <a:solidFill>
            <a:srgbClr val="C9E1EA"/>
          </a:solidFill>
          <a:ln w="12700">
            <a:solidFill>
              <a:srgbClr val="C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2"/>
          <p:cNvSpPr/>
          <p:nvPr/>
        </p:nvSpPr>
        <p:spPr>
          <a:xfrm>
            <a:off x="4183380" y="3779520"/>
            <a:ext cx="221894" cy="168554"/>
          </a:xfrm>
          <a:prstGeom prst="rect">
            <a:avLst/>
          </a:prstGeom>
          <a:solidFill>
            <a:srgbClr val="B7D9E0"/>
          </a:solidFill>
          <a:ln w="12700">
            <a:solidFill>
              <a:srgbClr val="B7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3"/>
          <p:cNvSpPr/>
          <p:nvPr/>
        </p:nvSpPr>
        <p:spPr>
          <a:xfrm>
            <a:off x="4404360" y="3779520"/>
            <a:ext cx="221894" cy="168554"/>
          </a:xfrm>
          <a:prstGeom prst="rect">
            <a:avLst/>
          </a:prstGeom>
          <a:solidFill>
            <a:srgbClr val="9ACDCF"/>
          </a:solidFill>
          <a:ln w="12700">
            <a:solidFill>
              <a:srgbClr val="9ACD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4"/>
          <p:cNvSpPr/>
          <p:nvPr/>
        </p:nvSpPr>
        <p:spPr>
          <a:xfrm>
            <a:off x="4625340" y="3779520"/>
            <a:ext cx="221894" cy="168554"/>
          </a:xfrm>
          <a:prstGeom prst="rect">
            <a:avLst/>
          </a:prstGeom>
          <a:solidFill>
            <a:srgbClr val="77BEBB"/>
          </a:solidFill>
          <a:ln w="12700">
            <a:solidFill>
              <a:srgbClr val="77BE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5"/>
          <p:cNvSpPr/>
          <p:nvPr/>
        </p:nvSpPr>
        <p:spPr>
          <a:xfrm>
            <a:off x="868680" y="3947160"/>
            <a:ext cx="221894" cy="168554"/>
          </a:xfrm>
          <a:prstGeom prst="rect">
            <a:avLst/>
          </a:prstGeom>
          <a:solidFill>
            <a:srgbClr val="D0E4EE"/>
          </a:solidFill>
          <a:ln w="12700">
            <a:solidFill>
              <a:srgbClr val="D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6"/>
          <p:cNvSpPr/>
          <p:nvPr/>
        </p:nvSpPr>
        <p:spPr>
          <a:xfrm>
            <a:off x="1089660" y="3947160"/>
            <a:ext cx="221894" cy="168554"/>
          </a:xfrm>
          <a:prstGeom prst="rect">
            <a:avLst/>
          </a:prstGeom>
          <a:solidFill>
            <a:srgbClr val="D6E7F1"/>
          </a:solidFill>
          <a:ln w="12700">
            <a:solidFill>
              <a:srgbClr val="D6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7"/>
          <p:cNvSpPr/>
          <p:nvPr/>
        </p:nvSpPr>
        <p:spPr>
          <a:xfrm>
            <a:off x="1310640" y="3947160"/>
            <a:ext cx="221894" cy="168554"/>
          </a:xfrm>
          <a:prstGeom prst="rect">
            <a:avLst/>
          </a:prstGeom>
          <a:solidFill>
            <a:srgbClr val="D9E8F3"/>
          </a:solidFill>
          <a:ln w="12700">
            <a:solidFill>
              <a:srgbClr val="D9E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8"/>
          <p:cNvSpPr/>
          <p:nvPr/>
        </p:nvSpPr>
        <p:spPr>
          <a:xfrm>
            <a:off x="1531620" y="394716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09"/>
          <p:cNvSpPr/>
          <p:nvPr/>
        </p:nvSpPr>
        <p:spPr>
          <a:xfrm>
            <a:off x="1752600" y="394716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0"/>
          <p:cNvSpPr/>
          <p:nvPr/>
        </p:nvSpPr>
        <p:spPr>
          <a:xfrm>
            <a:off x="1973580" y="394716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1"/>
          <p:cNvSpPr/>
          <p:nvPr/>
        </p:nvSpPr>
        <p:spPr>
          <a:xfrm>
            <a:off x="2194560" y="3947160"/>
            <a:ext cx="221894" cy="168554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2"/>
          <p:cNvSpPr/>
          <p:nvPr/>
        </p:nvSpPr>
        <p:spPr>
          <a:xfrm>
            <a:off x="2415540" y="394716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3"/>
          <p:cNvSpPr/>
          <p:nvPr/>
        </p:nvSpPr>
        <p:spPr>
          <a:xfrm>
            <a:off x="2636520" y="394716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4"/>
          <p:cNvSpPr/>
          <p:nvPr/>
        </p:nvSpPr>
        <p:spPr>
          <a:xfrm>
            <a:off x="2857500" y="394716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5"/>
          <p:cNvSpPr/>
          <p:nvPr/>
        </p:nvSpPr>
        <p:spPr>
          <a:xfrm>
            <a:off x="3078480" y="3947160"/>
            <a:ext cx="221894" cy="168554"/>
          </a:xfrm>
          <a:prstGeom prst="rect">
            <a:avLst/>
          </a:prstGeom>
          <a:solidFill>
            <a:srgbClr val="DAE8F4"/>
          </a:solidFill>
          <a:ln w="12700">
            <a:solidFill>
              <a:srgbClr val="DAE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6"/>
          <p:cNvSpPr/>
          <p:nvPr/>
        </p:nvSpPr>
        <p:spPr>
          <a:xfrm>
            <a:off x="3299460" y="3947160"/>
            <a:ext cx="221894" cy="168554"/>
          </a:xfrm>
          <a:prstGeom prst="rect">
            <a:avLst/>
          </a:prstGeom>
          <a:solidFill>
            <a:srgbClr val="D8E7F2"/>
          </a:solidFill>
          <a:ln w="12700">
            <a:solidFill>
              <a:srgbClr val="D8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7"/>
          <p:cNvSpPr/>
          <p:nvPr/>
        </p:nvSpPr>
        <p:spPr>
          <a:xfrm>
            <a:off x="3520440" y="3947160"/>
            <a:ext cx="221894" cy="168554"/>
          </a:xfrm>
          <a:prstGeom prst="rect">
            <a:avLst/>
          </a:prstGeom>
          <a:solidFill>
            <a:srgbClr val="D3E5EF"/>
          </a:solidFill>
          <a:ln w="12700">
            <a:solidFill>
              <a:srgbClr val="D3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8"/>
          <p:cNvSpPr/>
          <p:nvPr/>
        </p:nvSpPr>
        <p:spPr>
          <a:xfrm>
            <a:off x="3741420" y="3947160"/>
            <a:ext cx="221894" cy="168554"/>
          </a:xfrm>
          <a:prstGeom prst="rect">
            <a:avLst/>
          </a:prstGeom>
          <a:solidFill>
            <a:srgbClr val="C9E1EA"/>
          </a:solidFill>
          <a:ln w="12700">
            <a:solidFill>
              <a:srgbClr val="C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19"/>
          <p:cNvSpPr/>
          <p:nvPr/>
        </p:nvSpPr>
        <p:spPr>
          <a:xfrm>
            <a:off x="3962400" y="3947160"/>
            <a:ext cx="221894" cy="168554"/>
          </a:xfrm>
          <a:prstGeom prst="rect">
            <a:avLst/>
          </a:prstGeom>
          <a:solidFill>
            <a:srgbClr val="B7D9DF"/>
          </a:solidFill>
          <a:ln w="12700">
            <a:solidFill>
              <a:srgbClr val="B7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0"/>
          <p:cNvSpPr/>
          <p:nvPr/>
        </p:nvSpPr>
        <p:spPr>
          <a:xfrm>
            <a:off x="4183380" y="3947160"/>
            <a:ext cx="221894" cy="168554"/>
          </a:xfrm>
          <a:prstGeom prst="rect">
            <a:avLst/>
          </a:prstGeom>
          <a:solidFill>
            <a:srgbClr val="9ACDCF"/>
          </a:solidFill>
          <a:ln w="12700">
            <a:solidFill>
              <a:srgbClr val="9ACD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1"/>
          <p:cNvSpPr/>
          <p:nvPr/>
        </p:nvSpPr>
        <p:spPr>
          <a:xfrm>
            <a:off x="4404360" y="3947160"/>
            <a:ext cx="221894" cy="168554"/>
          </a:xfrm>
          <a:prstGeom prst="rect">
            <a:avLst/>
          </a:prstGeom>
          <a:solidFill>
            <a:srgbClr val="77BEBB"/>
          </a:solidFill>
          <a:ln w="12700">
            <a:solidFill>
              <a:srgbClr val="77BE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2"/>
          <p:cNvSpPr/>
          <p:nvPr/>
        </p:nvSpPr>
        <p:spPr>
          <a:xfrm>
            <a:off x="4625340" y="3947160"/>
            <a:ext cx="221894" cy="168554"/>
          </a:xfrm>
          <a:prstGeom prst="rect">
            <a:avLst/>
          </a:prstGeom>
          <a:solidFill>
            <a:srgbClr val="59B1AA"/>
          </a:solidFill>
          <a:ln w="12700">
            <a:solidFill>
              <a:srgbClr val="59B1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3"/>
          <p:cNvSpPr/>
          <p:nvPr/>
        </p:nvSpPr>
        <p:spPr>
          <a:xfrm>
            <a:off x="868680" y="4114800"/>
            <a:ext cx="221894" cy="168554"/>
          </a:xfrm>
          <a:prstGeom prst="rect">
            <a:avLst/>
          </a:prstGeom>
          <a:solidFill>
            <a:srgbClr val="D6E7F1"/>
          </a:solidFill>
          <a:ln w="12700">
            <a:solidFill>
              <a:srgbClr val="D6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4"/>
          <p:cNvSpPr/>
          <p:nvPr/>
        </p:nvSpPr>
        <p:spPr>
          <a:xfrm>
            <a:off x="1089660" y="4114800"/>
            <a:ext cx="221894" cy="168554"/>
          </a:xfrm>
          <a:prstGeom prst="rect">
            <a:avLst/>
          </a:prstGeom>
          <a:solidFill>
            <a:srgbClr val="D9E8F3"/>
          </a:solidFill>
          <a:ln w="12700">
            <a:solidFill>
              <a:srgbClr val="D9E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5"/>
          <p:cNvSpPr/>
          <p:nvPr/>
        </p:nvSpPr>
        <p:spPr>
          <a:xfrm>
            <a:off x="1310640" y="411480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6"/>
          <p:cNvSpPr/>
          <p:nvPr/>
        </p:nvSpPr>
        <p:spPr>
          <a:xfrm>
            <a:off x="1531620" y="411480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7"/>
          <p:cNvSpPr/>
          <p:nvPr/>
        </p:nvSpPr>
        <p:spPr>
          <a:xfrm>
            <a:off x="1752600" y="411480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8"/>
          <p:cNvSpPr/>
          <p:nvPr/>
        </p:nvSpPr>
        <p:spPr>
          <a:xfrm>
            <a:off x="1973580" y="411480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29"/>
          <p:cNvSpPr/>
          <p:nvPr/>
        </p:nvSpPr>
        <p:spPr>
          <a:xfrm>
            <a:off x="2194560" y="411480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0"/>
          <p:cNvSpPr/>
          <p:nvPr/>
        </p:nvSpPr>
        <p:spPr>
          <a:xfrm>
            <a:off x="2415540" y="411480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1"/>
          <p:cNvSpPr/>
          <p:nvPr/>
        </p:nvSpPr>
        <p:spPr>
          <a:xfrm>
            <a:off x="2636520" y="411480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2"/>
          <p:cNvSpPr/>
          <p:nvPr/>
        </p:nvSpPr>
        <p:spPr>
          <a:xfrm>
            <a:off x="2857500" y="4114800"/>
            <a:ext cx="221894" cy="168554"/>
          </a:xfrm>
          <a:prstGeom prst="rect">
            <a:avLst/>
          </a:prstGeom>
          <a:solidFill>
            <a:srgbClr val="DAE8F4"/>
          </a:solidFill>
          <a:ln w="12700">
            <a:solidFill>
              <a:srgbClr val="DAE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3"/>
          <p:cNvSpPr/>
          <p:nvPr/>
        </p:nvSpPr>
        <p:spPr>
          <a:xfrm>
            <a:off x="3078480" y="4114800"/>
            <a:ext cx="221894" cy="168554"/>
          </a:xfrm>
          <a:prstGeom prst="rect">
            <a:avLst/>
          </a:prstGeom>
          <a:solidFill>
            <a:srgbClr val="D7E7F2"/>
          </a:solidFill>
          <a:ln w="12700">
            <a:solidFill>
              <a:srgbClr val="D7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4"/>
          <p:cNvSpPr/>
          <p:nvPr/>
        </p:nvSpPr>
        <p:spPr>
          <a:xfrm>
            <a:off x="3299460" y="4114800"/>
            <a:ext cx="221894" cy="168554"/>
          </a:xfrm>
          <a:prstGeom prst="rect">
            <a:avLst/>
          </a:prstGeom>
          <a:solidFill>
            <a:srgbClr val="D2E5EF"/>
          </a:solidFill>
          <a:ln w="12700">
            <a:solidFill>
              <a:srgbClr val="D2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5"/>
          <p:cNvSpPr/>
          <p:nvPr/>
        </p:nvSpPr>
        <p:spPr>
          <a:xfrm>
            <a:off x="3520440" y="4114800"/>
            <a:ext cx="221894" cy="168554"/>
          </a:xfrm>
          <a:prstGeom prst="rect">
            <a:avLst/>
          </a:prstGeom>
          <a:solidFill>
            <a:srgbClr val="C9E1EA"/>
          </a:solidFill>
          <a:ln w="12700">
            <a:solidFill>
              <a:srgbClr val="C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6"/>
          <p:cNvSpPr/>
          <p:nvPr/>
        </p:nvSpPr>
        <p:spPr>
          <a:xfrm>
            <a:off x="3741420" y="4114800"/>
            <a:ext cx="221894" cy="168554"/>
          </a:xfrm>
          <a:prstGeom prst="rect">
            <a:avLst/>
          </a:prstGeom>
          <a:solidFill>
            <a:srgbClr val="B7D9DF"/>
          </a:solidFill>
          <a:ln w="12700">
            <a:solidFill>
              <a:srgbClr val="B7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7"/>
          <p:cNvSpPr/>
          <p:nvPr/>
        </p:nvSpPr>
        <p:spPr>
          <a:xfrm>
            <a:off x="3962400" y="4114800"/>
            <a:ext cx="221894" cy="168554"/>
          </a:xfrm>
          <a:prstGeom prst="rect">
            <a:avLst/>
          </a:prstGeom>
          <a:solidFill>
            <a:srgbClr val="9ACDCF"/>
          </a:solidFill>
          <a:ln w="12700">
            <a:solidFill>
              <a:srgbClr val="9ACD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8"/>
          <p:cNvSpPr/>
          <p:nvPr/>
        </p:nvSpPr>
        <p:spPr>
          <a:xfrm>
            <a:off x="4183380" y="4114800"/>
            <a:ext cx="221894" cy="168554"/>
          </a:xfrm>
          <a:prstGeom prst="rect">
            <a:avLst/>
          </a:prstGeom>
          <a:solidFill>
            <a:srgbClr val="77BEBB"/>
          </a:solidFill>
          <a:ln w="12700">
            <a:solidFill>
              <a:srgbClr val="77BE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39"/>
          <p:cNvSpPr/>
          <p:nvPr/>
        </p:nvSpPr>
        <p:spPr>
          <a:xfrm>
            <a:off x="4404360" y="4114800"/>
            <a:ext cx="221894" cy="168554"/>
          </a:xfrm>
          <a:prstGeom prst="rect">
            <a:avLst/>
          </a:prstGeom>
          <a:solidFill>
            <a:srgbClr val="59B1AA"/>
          </a:solidFill>
          <a:ln w="12700">
            <a:solidFill>
              <a:srgbClr val="59B1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0"/>
          <p:cNvSpPr/>
          <p:nvPr/>
        </p:nvSpPr>
        <p:spPr>
          <a:xfrm>
            <a:off x="4625340" y="4114800"/>
            <a:ext cx="221894" cy="168554"/>
          </a:xfrm>
          <a:prstGeom prst="rect">
            <a:avLst/>
          </a:prstGeom>
          <a:solidFill>
            <a:srgbClr val="46A99F"/>
          </a:solidFill>
          <a:ln w="12700">
            <a:solidFill>
              <a:srgbClr val="46A9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1"/>
          <p:cNvSpPr/>
          <p:nvPr/>
        </p:nvSpPr>
        <p:spPr>
          <a:xfrm>
            <a:off x="868680" y="4282440"/>
            <a:ext cx="221894" cy="168554"/>
          </a:xfrm>
          <a:prstGeom prst="rect">
            <a:avLst/>
          </a:prstGeom>
          <a:solidFill>
            <a:srgbClr val="D9E8F3"/>
          </a:solidFill>
          <a:ln w="12700">
            <a:solidFill>
              <a:srgbClr val="D9E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2"/>
          <p:cNvSpPr/>
          <p:nvPr/>
        </p:nvSpPr>
        <p:spPr>
          <a:xfrm>
            <a:off x="1089660" y="428244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3"/>
          <p:cNvSpPr/>
          <p:nvPr/>
        </p:nvSpPr>
        <p:spPr>
          <a:xfrm>
            <a:off x="1310640" y="428244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4"/>
          <p:cNvSpPr/>
          <p:nvPr/>
        </p:nvSpPr>
        <p:spPr>
          <a:xfrm>
            <a:off x="1531620" y="428244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5"/>
          <p:cNvSpPr/>
          <p:nvPr/>
        </p:nvSpPr>
        <p:spPr>
          <a:xfrm>
            <a:off x="1752600" y="428244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6"/>
          <p:cNvSpPr/>
          <p:nvPr/>
        </p:nvSpPr>
        <p:spPr>
          <a:xfrm>
            <a:off x="1973580" y="428244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7"/>
          <p:cNvSpPr/>
          <p:nvPr/>
        </p:nvSpPr>
        <p:spPr>
          <a:xfrm>
            <a:off x="2194560" y="428244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8"/>
          <p:cNvSpPr/>
          <p:nvPr/>
        </p:nvSpPr>
        <p:spPr>
          <a:xfrm>
            <a:off x="2415540" y="428244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49"/>
          <p:cNvSpPr/>
          <p:nvPr/>
        </p:nvSpPr>
        <p:spPr>
          <a:xfrm>
            <a:off x="2636520" y="4282440"/>
            <a:ext cx="221894" cy="168554"/>
          </a:xfrm>
          <a:prstGeom prst="rect">
            <a:avLst/>
          </a:prstGeom>
          <a:solidFill>
            <a:srgbClr val="DAE8F4"/>
          </a:solidFill>
          <a:ln w="12700">
            <a:solidFill>
              <a:srgbClr val="DAE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0"/>
          <p:cNvSpPr/>
          <p:nvPr/>
        </p:nvSpPr>
        <p:spPr>
          <a:xfrm>
            <a:off x="2857500" y="4282440"/>
            <a:ext cx="221894" cy="168554"/>
          </a:xfrm>
          <a:prstGeom prst="rect">
            <a:avLst/>
          </a:prstGeom>
          <a:solidFill>
            <a:srgbClr val="D7E7F2"/>
          </a:solidFill>
          <a:ln w="12700">
            <a:solidFill>
              <a:srgbClr val="D7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1"/>
          <p:cNvSpPr/>
          <p:nvPr/>
        </p:nvSpPr>
        <p:spPr>
          <a:xfrm>
            <a:off x="3078480" y="4282440"/>
            <a:ext cx="221894" cy="168554"/>
          </a:xfrm>
          <a:prstGeom prst="rect">
            <a:avLst/>
          </a:prstGeom>
          <a:solidFill>
            <a:srgbClr val="D2E5EF"/>
          </a:solidFill>
          <a:ln w="12700">
            <a:solidFill>
              <a:srgbClr val="D2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2"/>
          <p:cNvSpPr/>
          <p:nvPr/>
        </p:nvSpPr>
        <p:spPr>
          <a:xfrm>
            <a:off x="3299460" y="4282440"/>
            <a:ext cx="221894" cy="168554"/>
          </a:xfrm>
          <a:prstGeom prst="rect">
            <a:avLst/>
          </a:prstGeom>
          <a:solidFill>
            <a:srgbClr val="C9E1EA"/>
          </a:solidFill>
          <a:ln w="12700">
            <a:solidFill>
              <a:srgbClr val="C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3"/>
          <p:cNvSpPr/>
          <p:nvPr/>
        </p:nvSpPr>
        <p:spPr>
          <a:xfrm>
            <a:off x="3520440" y="4282440"/>
            <a:ext cx="221894" cy="168554"/>
          </a:xfrm>
          <a:prstGeom prst="rect">
            <a:avLst/>
          </a:prstGeom>
          <a:solidFill>
            <a:srgbClr val="B6D9DF"/>
          </a:solidFill>
          <a:ln w="12700">
            <a:solidFill>
              <a:srgbClr val="B6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4"/>
          <p:cNvSpPr/>
          <p:nvPr/>
        </p:nvSpPr>
        <p:spPr>
          <a:xfrm>
            <a:off x="3741420" y="4282440"/>
            <a:ext cx="221894" cy="168554"/>
          </a:xfrm>
          <a:prstGeom prst="rect">
            <a:avLst/>
          </a:prstGeom>
          <a:solidFill>
            <a:srgbClr val="99CDCF"/>
          </a:solidFill>
          <a:ln w="12700">
            <a:solidFill>
              <a:srgbClr val="99CD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5"/>
          <p:cNvSpPr/>
          <p:nvPr/>
        </p:nvSpPr>
        <p:spPr>
          <a:xfrm>
            <a:off x="3962400" y="4282440"/>
            <a:ext cx="221894" cy="168554"/>
          </a:xfrm>
          <a:prstGeom prst="rect">
            <a:avLst/>
          </a:prstGeom>
          <a:solidFill>
            <a:srgbClr val="77BEBB"/>
          </a:solidFill>
          <a:ln w="12700">
            <a:solidFill>
              <a:srgbClr val="77BE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6"/>
          <p:cNvSpPr/>
          <p:nvPr/>
        </p:nvSpPr>
        <p:spPr>
          <a:xfrm>
            <a:off x="4183380" y="4282440"/>
            <a:ext cx="221894" cy="168554"/>
          </a:xfrm>
          <a:prstGeom prst="rect">
            <a:avLst/>
          </a:prstGeom>
          <a:solidFill>
            <a:srgbClr val="59B1AA"/>
          </a:solidFill>
          <a:ln w="12700">
            <a:solidFill>
              <a:srgbClr val="59B1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7"/>
          <p:cNvSpPr/>
          <p:nvPr/>
        </p:nvSpPr>
        <p:spPr>
          <a:xfrm>
            <a:off x="4404360" y="4282440"/>
            <a:ext cx="221894" cy="168554"/>
          </a:xfrm>
          <a:prstGeom prst="rect">
            <a:avLst/>
          </a:prstGeom>
          <a:solidFill>
            <a:srgbClr val="45A99F"/>
          </a:solidFill>
          <a:ln w="12700">
            <a:solidFill>
              <a:srgbClr val="45A9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8"/>
          <p:cNvSpPr/>
          <p:nvPr/>
        </p:nvSpPr>
        <p:spPr>
          <a:xfrm>
            <a:off x="4625340" y="4282440"/>
            <a:ext cx="221894" cy="168554"/>
          </a:xfrm>
          <a:prstGeom prst="rect">
            <a:avLst/>
          </a:prstGeom>
          <a:solidFill>
            <a:srgbClr val="3BA498"/>
          </a:solidFill>
          <a:ln w="12700">
            <a:solidFill>
              <a:srgbClr val="3BA4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59"/>
          <p:cNvSpPr/>
          <p:nvPr/>
        </p:nvSpPr>
        <p:spPr>
          <a:xfrm>
            <a:off x="868680" y="445008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0"/>
          <p:cNvSpPr/>
          <p:nvPr/>
        </p:nvSpPr>
        <p:spPr>
          <a:xfrm>
            <a:off x="1089660" y="4450080"/>
            <a:ext cx="221894" cy="168554"/>
          </a:xfrm>
          <a:prstGeom prst="rect">
            <a:avLst/>
          </a:prstGeom>
          <a:solidFill>
            <a:srgbClr val="DCE9F4"/>
          </a:solidFill>
          <a:ln w="12700">
            <a:solidFill>
              <a:srgbClr val="DC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1"/>
          <p:cNvSpPr/>
          <p:nvPr/>
        </p:nvSpPr>
        <p:spPr>
          <a:xfrm>
            <a:off x="1310640" y="445008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2"/>
          <p:cNvSpPr/>
          <p:nvPr/>
        </p:nvSpPr>
        <p:spPr>
          <a:xfrm>
            <a:off x="1531620" y="445008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3"/>
          <p:cNvSpPr/>
          <p:nvPr/>
        </p:nvSpPr>
        <p:spPr>
          <a:xfrm>
            <a:off x="1752600" y="445008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4"/>
          <p:cNvSpPr/>
          <p:nvPr/>
        </p:nvSpPr>
        <p:spPr>
          <a:xfrm>
            <a:off x="1973580" y="445008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5"/>
          <p:cNvSpPr/>
          <p:nvPr/>
        </p:nvSpPr>
        <p:spPr>
          <a:xfrm>
            <a:off x="2194560" y="445008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6"/>
          <p:cNvSpPr/>
          <p:nvPr/>
        </p:nvSpPr>
        <p:spPr>
          <a:xfrm>
            <a:off x="2415540" y="4450080"/>
            <a:ext cx="221894" cy="168554"/>
          </a:xfrm>
          <a:prstGeom prst="rect">
            <a:avLst/>
          </a:prstGeom>
          <a:solidFill>
            <a:srgbClr val="DAE8F4"/>
          </a:solidFill>
          <a:ln w="12700">
            <a:solidFill>
              <a:srgbClr val="DAE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7"/>
          <p:cNvSpPr/>
          <p:nvPr/>
        </p:nvSpPr>
        <p:spPr>
          <a:xfrm>
            <a:off x="2636520" y="4450080"/>
            <a:ext cx="221894" cy="168554"/>
          </a:xfrm>
          <a:prstGeom prst="rect">
            <a:avLst/>
          </a:prstGeom>
          <a:solidFill>
            <a:srgbClr val="D7E7F2"/>
          </a:solidFill>
          <a:ln w="12700">
            <a:solidFill>
              <a:srgbClr val="D7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8"/>
          <p:cNvSpPr/>
          <p:nvPr/>
        </p:nvSpPr>
        <p:spPr>
          <a:xfrm>
            <a:off x="2857500" y="4450080"/>
            <a:ext cx="221894" cy="168554"/>
          </a:xfrm>
          <a:prstGeom prst="rect">
            <a:avLst/>
          </a:prstGeom>
          <a:solidFill>
            <a:srgbClr val="D2E5EF"/>
          </a:solidFill>
          <a:ln w="12700">
            <a:solidFill>
              <a:srgbClr val="D2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69"/>
          <p:cNvSpPr/>
          <p:nvPr/>
        </p:nvSpPr>
        <p:spPr>
          <a:xfrm>
            <a:off x="3078480" y="4450080"/>
            <a:ext cx="221894" cy="168554"/>
          </a:xfrm>
          <a:prstGeom prst="rect">
            <a:avLst/>
          </a:prstGeom>
          <a:solidFill>
            <a:srgbClr val="C8E1EA"/>
          </a:solidFill>
          <a:ln w="12700">
            <a:solidFill>
              <a:srgbClr val="C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0"/>
          <p:cNvSpPr/>
          <p:nvPr/>
        </p:nvSpPr>
        <p:spPr>
          <a:xfrm>
            <a:off x="3299460" y="4450080"/>
            <a:ext cx="221894" cy="168554"/>
          </a:xfrm>
          <a:prstGeom prst="rect">
            <a:avLst/>
          </a:prstGeom>
          <a:solidFill>
            <a:srgbClr val="B6D9DF"/>
          </a:solidFill>
          <a:ln w="12700">
            <a:solidFill>
              <a:srgbClr val="B6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1"/>
          <p:cNvSpPr/>
          <p:nvPr/>
        </p:nvSpPr>
        <p:spPr>
          <a:xfrm>
            <a:off x="3520440" y="4450080"/>
            <a:ext cx="221894" cy="168554"/>
          </a:xfrm>
          <a:prstGeom prst="rect">
            <a:avLst/>
          </a:prstGeom>
          <a:solidFill>
            <a:srgbClr val="99CDCE"/>
          </a:solidFill>
          <a:ln w="12700">
            <a:solidFill>
              <a:srgbClr val="99CD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2"/>
          <p:cNvSpPr/>
          <p:nvPr/>
        </p:nvSpPr>
        <p:spPr>
          <a:xfrm>
            <a:off x="3741420" y="4450080"/>
            <a:ext cx="221894" cy="168554"/>
          </a:xfrm>
          <a:prstGeom prst="rect">
            <a:avLst/>
          </a:prstGeom>
          <a:solidFill>
            <a:srgbClr val="76BEBB"/>
          </a:solidFill>
          <a:ln w="12700">
            <a:solidFill>
              <a:srgbClr val="76BE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3"/>
          <p:cNvSpPr/>
          <p:nvPr/>
        </p:nvSpPr>
        <p:spPr>
          <a:xfrm>
            <a:off x="3962400" y="4450080"/>
            <a:ext cx="221894" cy="168554"/>
          </a:xfrm>
          <a:prstGeom prst="rect">
            <a:avLst/>
          </a:prstGeom>
          <a:solidFill>
            <a:srgbClr val="59B1AA"/>
          </a:solidFill>
          <a:ln w="12700">
            <a:solidFill>
              <a:srgbClr val="59B1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4"/>
          <p:cNvSpPr/>
          <p:nvPr/>
        </p:nvSpPr>
        <p:spPr>
          <a:xfrm>
            <a:off x="4183380" y="4450080"/>
            <a:ext cx="221894" cy="168554"/>
          </a:xfrm>
          <a:prstGeom prst="rect">
            <a:avLst/>
          </a:prstGeom>
          <a:solidFill>
            <a:srgbClr val="45A99F"/>
          </a:solidFill>
          <a:ln w="12700">
            <a:solidFill>
              <a:srgbClr val="45A9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5"/>
          <p:cNvSpPr/>
          <p:nvPr/>
        </p:nvSpPr>
        <p:spPr>
          <a:xfrm>
            <a:off x="4404360" y="4450080"/>
            <a:ext cx="221894" cy="168554"/>
          </a:xfrm>
          <a:prstGeom prst="rect">
            <a:avLst/>
          </a:prstGeom>
          <a:solidFill>
            <a:srgbClr val="3BA498"/>
          </a:solidFill>
          <a:ln w="12700">
            <a:solidFill>
              <a:srgbClr val="3BA4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6"/>
          <p:cNvSpPr/>
          <p:nvPr/>
        </p:nvSpPr>
        <p:spPr>
          <a:xfrm>
            <a:off x="4625340" y="4450080"/>
            <a:ext cx="221894" cy="168554"/>
          </a:xfrm>
          <a:prstGeom prst="rect">
            <a:avLst/>
          </a:prstGeom>
          <a:solidFill>
            <a:srgbClr val="35A295"/>
          </a:solidFill>
          <a:ln w="12700">
            <a:solidFill>
              <a:srgbClr val="35A2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7"/>
          <p:cNvSpPr/>
          <p:nvPr/>
        </p:nvSpPr>
        <p:spPr>
          <a:xfrm>
            <a:off x="868680" y="4617720"/>
            <a:ext cx="221894" cy="168554"/>
          </a:xfrm>
          <a:prstGeom prst="rect">
            <a:avLst/>
          </a:prstGeom>
          <a:solidFill>
            <a:srgbClr val="DCE9F4"/>
          </a:solidFill>
          <a:ln w="12700">
            <a:solidFill>
              <a:srgbClr val="DC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8"/>
          <p:cNvSpPr/>
          <p:nvPr/>
        </p:nvSpPr>
        <p:spPr>
          <a:xfrm>
            <a:off x="1089660" y="461772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79"/>
          <p:cNvSpPr/>
          <p:nvPr/>
        </p:nvSpPr>
        <p:spPr>
          <a:xfrm>
            <a:off x="1310640" y="461772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0"/>
          <p:cNvSpPr/>
          <p:nvPr/>
        </p:nvSpPr>
        <p:spPr>
          <a:xfrm>
            <a:off x="1531620" y="461772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1"/>
          <p:cNvSpPr/>
          <p:nvPr/>
        </p:nvSpPr>
        <p:spPr>
          <a:xfrm>
            <a:off x="1752600" y="461772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2"/>
          <p:cNvSpPr/>
          <p:nvPr/>
        </p:nvSpPr>
        <p:spPr>
          <a:xfrm>
            <a:off x="1973580" y="461772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3"/>
          <p:cNvSpPr/>
          <p:nvPr/>
        </p:nvSpPr>
        <p:spPr>
          <a:xfrm>
            <a:off x="2194560" y="4617720"/>
            <a:ext cx="221894" cy="168554"/>
          </a:xfrm>
          <a:prstGeom prst="rect">
            <a:avLst/>
          </a:prstGeom>
          <a:solidFill>
            <a:srgbClr val="DAE8F4"/>
          </a:solidFill>
          <a:ln w="12700">
            <a:solidFill>
              <a:srgbClr val="DAE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4"/>
          <p:cNvSpPr/>
          <p:nvPr/>
        </p:nvSpPr>
        <p:spPr>
          <a:xfrm>
            <a:off x="2415540" y="4617720"/>
            <a:ext cx="221894" cy="168554"/>
          </a:xfrm>
          <a:prstGeom prst="rect">
            <a:avLst/>
          </a:prstGeom>
          <a:solidFill>
            <a:srgbClr val="D7E7F2"/>
          </a:solidFill>
          <a:ln w="12700">
            <a:solidFill>
              <a:srgbClr val="D7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5"/>
          <p:cNvSpPr/>
          <p:nvPr/>
        </p:nvSpPr>
        <p:spPr>
          <a:xfrm>
            <a:off x="2636520" y="4617720"/>
            <a:ext cx="221894" cy="168554"/>
          </a:xfrm>
          <a:prstGeom prst="rect">
            <a:avLst/>
          </a:prstGeom>
          <a:solidFill>
            <a:srgbClr val="D2E5EF"/>
          </a:solidFill>
          <a:ln w="12700">
            <a:solidFill>
              <a:srgbClr val="D2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6"/>
          <p:cNvSpPr/>
          <p:nvPr/>
        </p:nvSpPr>
        <p:spPr>
          <a:xfrm>
            <a:off x="2857500" y="4617720"/>
            <a:ext cx="221894" cy="168554"/>
          </a:xfrm>
          <a:prstGeom prst="rect">
            <a:avLst/>
          </a:prstGeom>
          <a:solidFill>
            <a:srgbClr val="C8E1EA"/>
          </a:solidFill>
          <a:ln w="12700">
            <a:solidFill>
              <a:srgbClr val="C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7"/>
          <p:cNvSpPr/>
          <p:nvPr/>
        </p:nvSpPr>
        <p:spPr>
          <a:xfrm>
            <a:off x="3078480" y="4617720"/>
            <a:ext cx="221894" cy="168554"/>
          </a:xfrm>
          <a:prstGeom prst="rect">
            <a:avLst/>
          </a:prstGeom>
          <a:solidFill>
            <a:srgbClr val="B6D9DF"/>
          </a:solidFill>
          <a:ln w="12700">
            <a:solidFill>
              <a:srgbClr val="B6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8"/>
          <p:cNvSpPr/>
          <p:nvPr/>
        </p:nvSpPr>
        <p:spPr>
          <a:xfrm>
            <a:off x="3299460" y="4617720"/>
            <a:ext cx="221894" cy="168554"/>
          </a:xfrm>
          <a:prstGeom prst="rect">
            <a:avLst/>
          </a:prstGeom>
          <a:solidFill>
            <a:srgbClr val="99CDCE"/>
          </a:solidFill>
          <a:ln w="12700">
            <a:solidFill>
              <a:srgbClr val="99CD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89"/>
          <p:cNvSpPr/>
          <p:nvPr/>
        </p:nvSpPr>
        <p:spPr>
          <a:xfrm>
            <a:off x="3520440" y="4617720"/>
            <a:ext cx="221894" cy="168554"/>
          </a:xfrm>
          <a:prstGeom prst="rect">
            <a:avLst/>
          </a:prstGeom>
          <a:solidFill>
            <a:srgbClr val="76BEBA"/>
          </a:solidFill>
          <a:ln w="12700">
            <a:solidFill>
              <a:srgbClr val="76BE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0"/>
          <p:cNvSpPr/>
          <p:nvPr/>
        </p:nvSpPr>
        <p:spPr>
          <a:xfrm>
            <a:off x="3741420" y="4617720"/>
            <a:ext cx="221894" cy="168554"/>
          </a:xfrm>
          <a:prstGeom prst="rect">
            <a:avLst/>
          </a:prstGeom>
          <a:solidFill>
            <a:srgbClr val="58B1AA"/>
          </a:solidFill>
          <a:ln w="12700">
            <a:solidFill>
              <a:srgbClr val="58B1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1"/>
          <p:cNvSpPr/>
          <p:nvPr/>
        </p:nvSpPr>
        <p:spPr>
          <a:xfrm>
            <a:off x="3962400" y="4617720"/>
            <a:ext cx="221894" cy="168554"/>
          </a:xfrm>
          <a:prstGeom prst="rect">
            <a:avLst/>
          </a:prstGeom>
          <a:solidFill>
            <a:srgbClr val="45A99F"/>
          </a:solidFill>
          <a:ln w="12700">
            <a:solidFill>
              <a:srgbClr val="45A9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2"/>
          <p:cNvSpPr/>
          <p:nvPr/>
        </p:nvSpPr>
        <p:spPr>
          <a:xfrm>
            <a:off x="4183380" y="4617720"/>
            <a:ext cx="221894" cy="168554"/>
          </a:xfrm>
          <a:prstGeom prst="rect">
            <a:avLst/>
          </a:prstGeom>
          <a:solidFill>
            <a:srgbClr val="3BA498"/>
          </a:solidFill>
          <a:ln w="12700">
            <a:solidFill>
              <a:srgbClr val="3BA4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3"/>
          <p:cNvSpPr/>
          <p:nvPr/>
        </p:nvSpPr>
        <p:spPr>
          <a:xfrm>
            <a:off x="4404360" y="4617720"/>
            <a:ext cx="221894" cy="168554"/>
          </a:xfrm>
          <a:prstGeom prst="rect">
            <a:avLst/>
          </a:prstGeom>
          <a:solidFill>
            <a:srgbClr val="35A295"/>
          </a:solidFill>
          <a:ln w="12700">
            <a:solidFill>
              <a:srgbClr val="35A2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4"/>
          <p:cNvSpPr/>
          <p:nvPr/>
        </p:nvSpPr>
        <p:spPr>
          <a:xfrm>
            <a:off x="4625340" y="4617720"/>
            <a:ext cx="221894" cy="168554"/>
          </a:xfrm>
          <a:prstGeom prst="rect">
            <a:avLst/>
          </a:prstGeom>
          <a:solidFill>
            <a:srgbClr val="32A093"/>
          </a:solidFill>
          <a:ln w="12700">
            <a:solidFill>
              <a:srgbClr val="32A0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5"/>
          <p:cNvSpPr/>
          <p:nvPr/>
        </p:nvSpPr>
        <p:spPr>
          <a:xfrm>
            <a:off x="868680" y="478536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6"/>
          <p:cNvSpPr/>
          <p:nvPr/>
        </p:nvSpPr>
        <p:spPr>
          <a:xfrm>
            <a:off x="1089660" y="478536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7"/>
          <p:cNvSpPr/>
          <p:nvPr/>
        </p:nvSpPr>
        <p:spPr>
          <a:xfrm>
            <a:off x="1310640" y="478536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8"/>
          <p:cNvSpPr/>
          <p:nvPr/>
        </p:nvSpPr>
        <p:spPr>
          <a:xfrm>
            <a:off x="1531620" y="478536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299"/>
          <p:cNvSpPr/>
          <p:nvPr/>
        </p:nvSpPr>
        <p:spPr>
          <a:xfrm>
            <a:off x="1752600" y="478536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0"/>
          <p:cNvSpPr/>
          <p:nvPr/>
        </p:nvSpPr>
        <p:spPr>
          <a:xfrm>
            <a:off x="1973580" y="4785360"/>
            <a:ext cx="221894" cy="168554"/>
          </a:xfrm>
          <a:prstGeom prst="rect">
            <a:avLst/>
          </a:prstGeom>
          <a:solidFill>
            <a:srgbClr val="DAE8F4"/>
          </a:solidFill>
          <a:ln w="12700">
            <a:solidFill>
              <a:srgbClr val="DAE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1"/>
          <p:cNvSpPr/>
          <p:nvPr/>
        </p:nvSpPr>
        <p:spPr>
          <a:xfrm>
            <a:off x="2194560" y="4785360"/>
            <a:ext cx="221894" cy="168554"/>
          </a:xfrm>
          <a:prstGeom prst="rect">
            <a:avLst/>
          </a:prstGeom>
          <a:solidFill>
            <a:srgbClr val="D7E7F2"/>
          </a:solidFill>
          <a:ln w="12700">
            <a:solidFill>
              <a:srgbClr val="D7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2"/>
          <p:cNvSpPr/>
          <p:nvPr/>
        </p:nvSpPr>
        <p:spPr>
          <a:xfrm>
            <a:off x="2415540" y="4785360"/>
            <a:ext cx="221894" cy="168554"/>
          </a:xfrm>
          <a:prstGeom prst="rect">
            <a:avLst/>
          </a:prstGeom>
          <a:solidFill>
            <a:srgbClr val="D2E5EF"/>
          </a:solidFill>
          <a:ln w="12700">
            <a:solidFill>
              <a:srgbClr val="D2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3"/>
          <p:cNvSpPr/>
          <p:nvPr/>
        </p:nvSpPr>
        <p:spPr>
          <a:xfrm>
            <a:off x="2636520" y="4785360"/>
            <a:ext cx="221894" cy="168554"/>
          </a:xfrm>
          <a:prstGeom prst="rect">
            <a:avLst/>
          </a:prstGeom>
          <a:solidFill>
            <a:srgbClr val="C8E1E9"/>
          </a:solidFill>
          <a:ln w="12700">
            <a:solidFill>
              <a:srgbClr val="C8E1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4"/>
          <p:cNvSpPr/>
          <p:nvPr/>
        </p:nvSpPr>
        <p:spPr>
          <a:xfrm>
            <a:off x="2857500" y="4785360"/>
            <a:ext cx="221894" cy="168554"/>
          </a:xfrm>
          <a:prstGeom prst="rect">
            <a:avLst/>
          </a:prstGeom>
          <a:solidFill>
            <a:srgbClr val="B6D9DF"/>
          </a:solidFill>
          <a:ln w="12700">
            <a:solidFill>
              <a:srgbClr val="B6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5"/>
          <p:cNvSpPr/>
          <p:nvPr/>
        </p:nvSpPr>
        <p:spPr>
          <a:xfrm>
            <a:off x="3078480" y="4785360"/>
            <a:ext cx="221894" cy="168554"/>
          </a:xfrm>
          <a:prstGeom prst="rect">
            <a:avLst/>
          </a:prstGeom>
          <a:solidFill>
            <a:srgbClr val="99CCCE"/>
          </a:solidFill>
          <a:ln w="12700">
            <a:solidFill>
              <a:srgbClr val="99CC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6"/>
          <p:cNvSpPr/>
          <p:nvPr/>
        </p:nvSpPr>
        <p:spPr>
          <a:xfrm>
            <a:off x="3299460" y="4785360"/>
            <a:ext cx="221894" cy="168554"/>
          </a:xfrm>
          <a:prstGeom prst="rect">
            <a:avLst/>
          </a:prstGeom>
          <a:solidFill>
            <a:srgbClr val="76BEBA"/>
          </a:solidFill>
          <a:ln w="12700">
            <a:solidFill>
              <a:srgbClr val="76BE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7"/>
          <p:cNvSpPr/>
          <p:nvPr/>
        </p:nvSpPr>
        <p:spPr>
          <a:xfrm>
            <a:off x="3520440" y="4785360"/>
            <a:ext cx="221894" cy="168554"/>
          </a:xfrm>
          <a:prstGeom prst="rect">
            <a:avLst/>
          </a:prstGeom>
          <a:solidFill>
            <a:srgbClr val="58B1A9"/>
          </a:solidFill>
          <a:ln w="12700">
            <a:solidFill>
              <a:srgbClr val="58B1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8"/>
          <p:cNvSpPr/>
          <p:nvPr/>
        </p:nvSpPr>
        <p:spPr>
          <a:xfrm>
            <a:off x="3741420" y="4785360"/>
            <a:ext cx="221894" cy="168554"/>
          </a:xfrm>
          <a:prstGeom prst="rect">
            <a:avLst/>
          </a:prstGeom>
          <a:solidFill>
            <a:srgbClr val="45A99F"/>
          </a:solidFill>
          <a:ln w="12700">
            <a:solidFill>
              <a:srgbClr val="45A9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09"/>
          <p:cNvSpPr/>
          <p:nvPr/>
        </p:nvSpPr>
        <p:spPr>
          <a:xfrm>
            <a:off x="3962400" y="4785360"/>
            <a:ext cx="221894" cy="168554"/>
          </a:xfrm>
          <a:prstGeom prst="rect">
            <a:avLst/>
          </a:prstGeom>
          <a:solidFill>
            <a:srgbClr val="3AA498"/>
          </a:solidFill>
          <a:ln w="12700">
            <a:solidFill>
              <a:srgbClr val="3AA4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0"/>
          <p:cNvSpPr/>
          <p:nvPr/>
        </p:nvSpPr>
        <p:spPr>
          <a:xfrm>
            <a:off x="4183380" y="4785360"/>
            <a:ext cx="221894" cy="168554"/>
          </a:xfrm>
          <a:prstGeom prst="rect">
            <a:avLst/>
          </a:prstGeom>
          <a:solidFill>
            <a:srgbClr val="35A295"/>
          </a:solidFill>
          <a:ln w="12700">
            <a:solidFill>
              <a:srgbClr val="35A2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1"/>
          <p:cNvSpPr/>
          <p:nvPr/>
        </p:nvSpPr>
        <p:spPr>
          <a:xfrm>
            <a:off x="4404360" y="4785360"/>
            <a:ext cx="221894" cy="168554"/>
          </a:xfrm>
          <a:prstGeom prst="rect">
            <a:avLst/>
          </a:prstGeom>
          <a:solidFill>
            <a:srgbClr val="32A093"/>
          </a:solidFill>
          <a:ln w="12700">
            <a:solidFill>
              <a:srgbClr val="32A0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2"/>
          <p:cNvSpPr/>
          <p:nvPr/>
        </p:nvSpPr>
        <p:spPr>
          <a:xfrm>
            <a:off x="4625340" y="4785360"/>
            <a:ext cx="221894" cy="168554"/>
          </a:xfrm>
          <a:prstGeom prst="rect">
            <a:avLst/>
          </a:prstGeom>
          <a:solidFill>
            <a:srgbClr val="30A092"/>
          </a:solidFill>
          <a:ln w="12700">
            <a:solidFill>
              <a:srgbClr val="30A0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3"/>
          <p:cNvSpPr/>
          <p:nvPr/>
        </p:nvSpPr>
        <p:spPr>
          <a:xfrm>
            <a:off x="868680" y="495300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4"/>
          <p:cNvSpPr/>
          <p:nvPr/>
        </p:nvSpPr>
        <p:spPr>
          <a:xfrm>
            <a:off x="1089660" y="495300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5"/>
          <p:cNvSpPr/>
          <p:nvPr/>
        </p:nvSpPr>
        <p:spPr>
          <a:xfrm>
            <a:off x="1310640" y="4953000"/>
            <a:ext cx="221894" cy="168554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6"/>
          <p:cNvSpPr/>
          <p:nvPr/>
        </p:nvSpPr>
        <p:spPr>
          <a:xfrm>
            <a:off x="1531620" y="4953000"/>
            <a:ext cx="221894" cy="168554"/>
          </a:xfrm>
          <a:prstGeom prst="rect">
            <a:avLst/>
          </a:prstGeom>
          <a:solidFill>
            <a:srgbClr val="DBE9F4"/>
          </a:solidFill>
          <a:ln w="12700">
            <a:solidFill>
              <a:srgbClr val="DBE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7"/>
          <p:cNvSpPr/>
          <p:nvPr/>
        </p:nvSpPr>
        <p:spPr>
          <a:xfrm>
            <a:off x="1752600" y="4953000"/>
            <a:ext cx="221894" cy="168554"/>
          </a:xfrm>
          <a:prstGeom prst="rect">
            <a:avLst/>
          </a:prstGeom>
          <a:solidFill>
            <a:srgbClr val="DAE8F4"/>
          </a:solidFill>
          <a:ln w="12700">
            <a:solidFill>
              <a:srgbClr val="DAE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8"/>
          <p:cNvSpPr/>
          <p:nvPr/>
        </p:nvSpPr>
        <p:spPr>
          <a:xfrm>
            <a:off x="1973580" y="4953000"/>
            <a:ext cx="221894" cy="168554"/>
          </a:xfrm>
          <a:prstGeom prst="rect">
            <a:avLst/>
          </a:prstGeom>
          <a:solidFill>
            <a:srgbClr val="D7E7F2"/>
          </a:solidFill>
          <a:ln w="12700">
            <a:solidFill>
              <a:srgbClr val="D7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19"/>
          <p:cNvSpPr/>
          <p:nvPr/>
        </p:nvSpPr>
        <p:spPr>
          <a:xfrm>
            <a:off x="2194560" y="4953000"/>
            <a:ext cx="221894" cy="168554"/>
          </a:xfrm>
          <a:prstGeom prst="rect">
            <a:avLst/>
          </a:prstGeom>
          <a:solidFill>
            <a:srgbClr val="D2E5EF"/>
          </a:solidFill>
          <a:ln w="12700">
            <a:solidFill>
              <a:srgbClr val="D2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0"/>
          <p:cNvSpPr/>
          <p:nvPr/>
        </p:nvSpPr>
        <p:spPr>
          <a:xfrm>
            <a:off x="2415540" y="4953000"/>
            <a:ext cx="221894" cy="168554"/>
          </a:xfrm>
          <a:prstGeom prst="rect">
            <a:avLst/>
          </a:prstGeom>
          <a:solidFill>
            <a:srgbClr val="C8E1E9"/>
          </a:solidFill>
          <a:ln w="12700">
            <a:solidFill>
              <a:srgbClr val="C8E1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1"/>
          <p:cNvSpPr/>
          <p:nvPr/>
        </p:nvSpPr>
        <p:spPr>
          <a:xfrm>
            <a:off x="2636520" y="4953000"/>
            <a:ext cx="221894" cy="168554"/>
          </a:xfrm>
          <a:prstGeom prst="rect">
            <a:avLst/>
          </a:prstGeom>
          <a:solidFill>
            <a:srgbClr val="B6D9DF"/>
          </a:solidFill>
          <a:ln w="12700">
            <a:solidFill>
              <a:srgbClr val="B6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2"/>
          <p:cNvSpPr/>
          <p:nvPr/>
        </p:nvSpPr>
        <p:spPr>
          <a:xfrm>
            <a:off x="2857500" y="4953000"/>
            <a:ext cx="221894" cy="168554"/>
          </a:xfrm>
          <a:prstGeom prst="rect">
            <a:avLst/>
          </a:prstGeom>
          <a:solidFill>
            <a:srgbClr val="98CCCE"/>
          </a:solidFill>
          <a:ln w="12700">
            <a:solidFill>
              <a:srgbClr val="98CC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3"/>
          <p:cNvSpPr/>
          <p:nvPr/>
        </p:nvSpPr>
        <p:spPr>
          <a:xfrm>
            <a:off x="3078480" y="4953000"/>
            <a:ext cx="221894" cy="168554"/>
          </a:xfrm>
          <a:prstGeom prst="rect">
            <a:avLst/>
          </a:prstGeom>
          <a:solidFill>
            <a:srgbClr val="76BDBA"/>
          </a:solidFill>
          <a:ln w="12700">
            <a:solidFill>
              <a:srgbClr val="76BD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4"/>
          <p:cNvSpPr/>
          <p:nvPr/>
        </p:nvSpPr>
        <p:spPr>
          <a:xfrm>
            <a:off x="3299460" y="4953000"/>
            <a:ext cx="221894" cy="168554"/>
          </a:xfrm>
          <a:prstGeom prst="rect">
            <a:avLst/>
          </a:prstGeom>
          <a:solidFill>
            <a:srgbClr val="58B1A9"/>
          </a:solidFill>
          <a:ln w="12700">
            <a:solidFill>
              <a:srgbClr val="58B1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5"/>
          <p:cNvSpPr/>
          <p:nvPr/>
        </p:nvSpPr>
        <p:spPr>
          <a:xfrm>
            <a:off x="3520440" y="4953000"/>
            <a:ext cx="221894" cy="168554"/>
          </a:xfrm>
          <a:prstGeom prst="rect">
            <a:avLst/>
          </a:prstGeom>
          <a:solidFill>
            <a:srgbClr val="45A99E"/>
          </a:solidFill>
          <a:ln w="12700">
            <a:solidFill>
              <a:srgbClr val="45A9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6"/>
          <p:cNvSpPr/>
          <p:nvPr/>
        </p:nvSpPr>
        <p:spPr>
          <a:xfrm>
            <a:off x="3741420" y="4953000"/>
            <a:ext cx="221894" cy="168554"/>
          </a:xfrm>
          <a:prstGeom prst="rect">
            <a:avLst/>
          </a:prstGeom>
          <a:solidFill>
            <a:srgbClr val="3AA498"/>
          </a:solidFill>
          <a:ln w="12700">
            <a:solidFill>
              <a:srgbClr val="3AA4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7"/>
          <p:cNvSpPr/>
          <p:nvPr/>
        </p:nvSpPr>
        <p:spPr>
          <a:xfrm>
            <a:off x="3962400" y="4953000"/>
            <a:ext cx="221894" cy="168554"/>
          </a:xfrm>
          <a:prstGeom prst="rect">
            <a:avLst/>
          </a:prstGeom>
          <a:solidFill>
            <a:srgbClr val="35A295"/>
          </a:solidFill>
          <a:ln w="12700">
            <a:solidFill>
              <a:srgbClr val="35A2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8"/>
          <p:cNvSpPr/>
          <p:nvPr/>
        </p:nvSpPr>
        <p:spPr>
          <a:xfrm>
            <a:off x="4183380" y="4953000"/>
            <a:ext cx="221894" cy="168554"/>
          </a:xfrm>
          <a:prstGeom prst="rect">
            <a:avLst/>
          </a:prstGeom>
          <a:solidFill>
            <a:srgbClr val="32A093"/>
          </a:solidFill>
          <a:ln w="12700">
            <a:solidFill>
              <a:srgbClr val="32A0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29"/>
          <p:cNvSpPr/>
          <p:nvPr/>
        </p:nvSpPr>
        <p:spPr>
          <a:xfrm>
            <a:off x="4404360" y="4953000"/>
            <a:ext cx="221894" cy="168554"/>
          </a:xfrm>
          <a:prstGeom prst="rect">
            <a:avLst/>
          </a:prstGeom>
          <a:solidFill>
            <a:srgbClr val="309F92"/>
          </a:solidFill>
          <a:ln w="12700">
            <a:solidFill>
              <a:srgbClr val="309F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0"/>
          <p:cNvSpPr/>
          <p:nvPr/>
        </p:nvSpPr>
        <p:spPr>
          <a:xfrm>
            <a:off x="4625340" y="4953000"/>
            <a:ext cx="221894" cy="168554"/>
          </a:xfrm>
          <a:prstGeom prst="rect">
            <a:avLst/>
          </a:prstGeom>
          <a:solidFill>
            <a:srgbClr val="2F9F92"/>
          </a:solidFill>
          <a:ln w="12700">
            <a:solidFill>
              <a:srgbClr val="2F9F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1"/>
          <p:cNvSpPr/>
          <p:nvPr/>
        </p:nvSpPr>
        <p:spPr>
          <a:xfrm>
            <a:off x="868680" y="5120640"/>
            <a:ext cx="4014216" cy="914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2"/>
          <p:cNvSpPr/>
          <p:nvPr/>
        </p:nvSpPr>
        <p:spPr>
          <a:xfrm flipV="1">
            <a:off x="868680" y="2084832"/>
            <a:ext cx="914" cy="3035808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6" name="Text 333"/>
          <p:cNvSpPr/>
          <p:nvPr/>
        </p:nvSpPr>
        <p:spPr>
          <a:xfrm>
            <a:off x="2308860" y="5321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500" dirty="0"/>
          </a:p>
        </p:txBody>
      </p:sp>
      <p:sp>
        <p:nvSpPr>
          <p:cNvPr id="337" name="Text 334"/>
          <p:cNvSpPr/>
          <p:nvPr/>
        </p:nvSpPr>
        <p:spPr>
          <a:xfrm>
            <a:off x="91440" y="21488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500" dirty="0"/>
          </a:p>
        </p:txBody>
      </p:sp>
      <p:sp>
        <p:nvSpPr>
          <p:cNvPr id="338" name="Text 335"/>
          <p:cNvSpPr/>
          <p:nvPr/>
        </p:nvSpPr>
        <p:spPr>
          <a:xfrm>
            <a:off x="804672" y="51480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39" name="Text 336"/>
          <p:cNvSpPr/>
          <p:nvPr/>
        </p:nvSpPr>
        <p:spPr>
          <a:xfrm>
            <a:off x="4663440" y="5148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0" name="Shape 337"/>
          <p:cNvSpPr/>
          <p:nvPr/>
        </p:nvSpPr>
        <p:spPr>
          <a:xfrm>
            <a:off x="777240" y="5029200"/>
            <a:ext cx="182880" cy="18288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Text 338"/>
          <p:cNvSpPr/>
          <p:nvPr/>
        </p:nvSpPr>
        <p:spPr>
          <a:xfrm>
            <a:off x="1005840" y="4800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42" name="Shape 339"/>
          <p:cNvSpPr/>
          <p:nvPr/>
        </p:nvSpPr>
        <p:spPr>
          <a:xfrm>
            <a:off x="777240" y="2011680"/>
            <a:ext cx="182880" cy="182880"/>
          </a:xfrm>
          <a:prstGeom prst="rect">
            <a:avLst/>
          </a:prstGeom>
          <a:solidFill>
            <a:srgbClr val="E76F51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Text 340"/>
          <p:cNvSpPr/>
          <p:nvPr/>
        </p:nvSpPr>
        <p:spPr>
          <a:xfrm>
            <a:off x="1005840" y="21305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4" name="Shape 341"/>
          <p:cNvSpPr/>
          <p:nvPr/>
        </p:nvSpPr>
        <p:spPr>
          <a:xfrm>
            <a:off x="4754880" y="5029200"/>
            <a:ext cx="182880" cy="182880"/>
          </a:xfrm>
          <a:prstGeom prst="rect">
            <a:avLst/>
          </a:prstGeom>
          <a:solidFill>
            <a:srgbClr val="E76F51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Text 342"/>
          <p:cNvSpPr/>
          <p:nvPr/>
        </p:nvSpPr>
        <p:spPr>
          <a:xfrm>
            <a:off x="4498848" y="4800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6" name="Shape 343"/>
          <p:cNvSpPr/>
          <p:nvPr/>
        </p:nvSpPr>
        <p:spPr>
          <a:xfrm>
            <a:off x="4754880" y="2011680"/>
            <a:ext cx="182880" cy="18288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Text 344"/>
          <p:cNvSpPr/>
          <p:nvPr/>
        </p:nvSpPr>
        <p:spPr>
          <a:xfrm>
            <a:off x="4498848" y="21305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48" name="Text 345"/>
          <p:cNvSpPr/>
          <p:nvPr/>
        </p:nvSpPr>
        <p:spPr>
          <a:xfrm>
            <a:off x="868680" y="56418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light: score 0   |   teal: score 1</a:t>
            </a:r>
            <a:endParaRPr lang="en-US" sz="1300" dirty="0"/>
          </a:p>
        </p:txBody>
      </p:sp>
      <p:sp>
        <p:nvSpPr>
          <p:cNvPr id="349" name="Shape 346"/>
          <p:cNvSpPr/>
          <p:nvPr/>
        </p:nvSpPr>
        <p:spPr>
          <a:xfrm>
            <a:off x="5806440" y="4407408"/>
            <a:ext cx="5175504" cy="914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7"/>
          <p:cNvSpPr/>
          <p:nvPr/>
        </p:nvSpPr>
        <p:spPr>
          <a:xfrm flipV="1">
            <a:off x="5806440" y="2377440"/>
            <a:ext cx="914" cy="2029968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1" name="Text 348"/>
          <p:cNvSpPr/>
          <p:nvPr/>
        </p:nvSpPr>
        <p:spPr>
          <a:xfrm>
            <a:off x="7827264" y="4608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endParaRPr lang="en-US" sz="1500" dirty="0"/>
          </a:p>
        </p:txBody>
      </p:sp>
      <p:sp>
        <p:nvSpPr>
          <p:cNvPr id="352" name="Text 349"/>
          <p:cNvSpPr/>
          <p:nvPr/>
        </p:nvSpPr>
        <p:spPr>
          <a:xfrm>
            <a:off x="5742432" y="44348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53" name="Text 350"/>
          <p:cNvSpPr/>
          <p:nvPr/>
        </p:nvSpPr>
        <p:spPr>
          <a:xfrm>
            <a:off x="10762488" y="4434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</a:t>
            </a:r>
            <a:endParaRPr lang="en-US" sz="1100" dirty="0"/>
          </a:p>
        </p:txBody>
      </p:sp>
      <p:sp>
        <p:nvSpPr>
          <p:cNvPr id="354" name="Text 351"/>
          <p:cNvSpPr/>
          <p:nvPr/>
        </p:nvSpPr>
        <p:spPr>
          <a:xfrm>
            <a:off x="5806440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400" dirty="0"/>
          </a:p>
        </p:txBody>
      </p:sp>
      <p:sp>
        <p:nvSpPr>
          <p:cNvPr id="355" name="Text 352"/>
          <p:cNvSpPr/>
          <p:nvPr/>
        </p:nvSpPr>
        <p:spPr>
          <a:xfrm>
            <a:off x="5349240" y="23591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100" dirty="0"/>
          </a:p>
        </p:txBody>
      </p:sp>
      <p:sp>
        <p:nvSpPr>
          <p:cNvPr id="356" name="Shape 353"/>
          <p:cNvSpPr/>
          <p:nvPr/>
        </p:nvSpPr>
        <p:spPr>
          <a:xfrm>
            <a:off x="5806440" y="2720852"/>
            <a:ext cx="73230" cy="8271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4"/>
          <p:cNvSpPr/>
          <p:nvPr/>
        </p:nvSpPr>
        <p:spPr>
          <a:xfrm>
            <a:off x="5879670" y="2729123"/>
            <a:ext cx="73230" cy="233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5"/>
          <p:cNvSpPr/>
          <p:nvPr/>
        </p:nvSpPr>
        <p:spPr>
          <a:xfrm>
            <a:off x="5952899" y="2731457"/>
            <a:ext cx="73230" cy="2233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6"/>
          <p:cNvSpPr/>
          <p:nvPr/>
        </p:nvSpPr>
        <p:spPr>
          <a:xfrm>
            <a:off x="6026129" y="2733691"/>
            <a:ext cx="73230" cy="4003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7"/>
          <p:cNvSpPr/>
          <p:nvPr/>
        </p:nvSpPr>
        <p:spPr>
          <a:xfrm>
            <a:off x="6099359" y="2737693"/>
            <a:ext cx="73230" cy="10553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8"/>
          <p:cNvSpPr/>
          <p:nvPr/>
        </p:nvSpPr>
        <p:spPr>
          <a:xfrm>
            <a:off x="6172589" y="2748246"/>
            <a:ext cx="73230" cy="33682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59"/>
          <p:cNvSpPr/>
          <p:nvPr/>
        </p:nvSpPr>
        <p:spPr>
          <a:xfrm>
            <a:off x="6245818" y="2781928"/>
            <a:ext cx="73230" cy="94357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0"/>
          <p:cNvSpPr/>
          <p:nvPr/>
        </p:nvSpPr>
        <p:spPr>
          <a:xfrm>
            <a:off x="6319048" y="2876285"/>
            <a:ext cx="73230" cy="140027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1"/>
          <p:cNvSpPr/>
          <p:nvPr/>
        </p:nvSpPr>
        <p:spPr>
          <a:xfrm>
            <a:off x="6392278" y="3016312"/>
            <a:ext cx="73230" cy="112877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2"/>
          <p:cNvSpPr/>
          <p:nvPr/>
        </p:nvSpPr>
        <p:spPr>
          <a:xfrm>
            <a:off x="6465508" y="3129189"/>
            <a:ext cx="73230" cy="146906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3"/>
          <p:cNvSpPr/>
          <p:nvPr/>
        </p:nvSpPr>
        <p:spPr>
          <a:xfrm>
            <a:off x="6538737" y="3276095"/>
            <a:ext cx="73230" cy="552858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4"/>
          <p:cNvSpPr/>
          <p:nvPr/>
        </p:nvSpPr>
        <p:spPr>
          <a:xfrm>
            <a:off x="6611967" y="3828954"/>
            <a:ext cx="73230" cy="372555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5"/>
          <p:cNvSpPr/>
          <p:nvPr/>
        </p:nvSpPr>
        <p:spPr>
          <a:xfrm>
            <a:off x="6685197" y="4201508"/>
            <a:ext cx="73230" cy="97928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6"/>
          <p:cNvSpPr/>
          <p:nvPr/>
        </p:nvSpPr>
        <p:spPr>
          <a:xfrm>
            <a:off x="6758426" y="4299436"/>
            <a:ext cx="73230" cy="37467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7"/>
          <p:cNvSpPr/>
          <p:nvPr/>
        </p:nvSpPr>
        <p:spPr>
          <a:xfrm>
            <a:off x="6831656" y="4336903"/>
            <a:ext cx="73230" cy="18957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8"/>
          <p:cNvSpPr/>
          <p:nvPr/>
        </p:nvSpPr>
        <p:spPr>
          <a:xfrm>
            <a:off x="6904886" y="4355860"/>
            <a:ext cx="73230" cy="11252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69"/>
          <p:cNvSpPr/>
          <p:nvPr/>
        </p:nvSpPr>
        <p:spPr>
          <a:xfrm>
            <a:off x="6978116" y="4367112"/>
            <a:ext cx="73230" cy="7383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0"/>
          <p:cNvSpPr/>
          <p:nvPr/>
        </p:nvSpPr>
        <p:spPr>
          <a:xfrm>
            <a:off x="7051345" y="4374495"/>
            <a:ext cx="73230" cy="5188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1"/>
          <p:cNvSpPr/>
          <p:nvPr/>
        </p:nvSpPr>
        <p:spPr>
          <a:xfrm>
            <a:off x="7124575" y="4379683"/>
            <a:ext cx="73230" cy="383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2"/>
          <p:cNvSpPr/>
          <p:nvPr/>
        </p:nvSpPr>
        <p:spPr>
          <a:xfrm>
            <a:off x="7197805" y="4383513"/>
            <a:ext cx="73230" cy="2936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3"/>
          <p:cNvSpPr/>
          <p:nvPr/>
        </p:nvSpPr>
        <p:spPr>
          <a:xfrm>
            <a:off x="7271034" y="4386449"/>
            <a:ext cx="73230" cy="2317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4"/>
          <p:cNvSpPr/>
          <p:nvPr/>
        </p:nvSpPr>
        <p:spPr>
          <a:xfrm>
            <a:off x="7344264" y="4388766"/>
            <a:ext cx="73230" cy="1873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5"/>
          <p:cNvSpPr/>
          <p:nvPr/>
        </p:nvSpPr>
        <p:spPr>
          <a:xfrm>
            <a:off x="7417494" y="4390639"/>
            <a:ext cx="73230" cy="1543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6"/>
          <p:cNvSpPr/>
          <p:nvPr/>
        </p:nvSpPr>
        <p:spPr>
          <a:xfrm>
            <a:off x="7490724" y="4392182"/>
            <a:ext cx="73230" cy="1292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7"/>
          <p:cNvSpPr/>
          <p:nvPr/>
        </p:nvSpPr>
        <p:spPr>
          <a:xfrm>
            <a:off x="7563953" y="4393474"/>
            <a:ext cx="73230" cy="1097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8"/>
          <p:cNvSpPr/>
          <p:nvPr/>
        </p:nvSpPr>
        <p:spPr>
          <a:xfrm>
            <a:off x="7637183" y="4394571"/>
            <a:ext cx="73230" cy="942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79"/>
          <p:cNvSpPr/>
          <p:nvPr/>
        </p:nvSpPr>
        <p:spPr>
          <a:xfrm>
            <a:off x="7710413" y="4395513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0"/>
          <p:cNvSpPr/>
          <p:nvPr/>
        </p:nvSpPr>
        <p:spPr>
          <a:xfrm>
            <a:off x="7783643" y="4396330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1"/>
          <p:cNvSpPr/>
          <p:nvPr/>
        </p:nvSpPr>
        <p:spPr>
          <a:xfrm>
            <a:off x="7856872" y="4397046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2"/>
          <p:cNvSpPr/>
          <p:nvPr/>
        </p:nvSpPr>
        <p:spPr>
          <a:xfrm>
            <a:off x="7930102" y="4397677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3"/>
          <p:cNvSpPr/>
          <p:nvPr/>
        </p:nvSpPr>
        <p:spPr>
          <a:xfrm>
            <a:off x="8003332" y="4398238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4"/>
          <p:cNvSpPr/>
          <p:nvPr/>
        </p:nvSpPr>
        <p:spPr>
          <a:xfrm>
            <a:off x="8076561" y="4398740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385"/>
          <p:cNvSpPr/>
          <p:nvPr/>
        </p:nvSpPr>
        <p:spPr>
          <a:xfrm>
            <a:off x="8149791" y="4399192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6"/>
          <p:cNvSpPr/>
          <p:nvPr/>
        </p:nvSpPr>
        <p:spPr>
          <a:xfrm>
            <a:off x="8223021" y="4399599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7"/>
          <p:cNvSpPr/>
          <p:nvPr/>
        </p:nvSpPr>
        <p:spPr>
          <a:xfrm>
            <a:off x="8296251" y="4399970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8"/>
          <p:cNvSpPr/>
          <p:nvPr/>
        </p:nvSpPr>
        <p:spPr>
          <a:xfrm>
            <a:off x="8369480" y="4400308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89"/>
          <p:cNvSpPr/>
          <p:nvPr/>
        </p:nvSpPr>
        <p:spPr>
          <a:xfrm>
            <a:off x="8442710" y="4400617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Shape 390"/>
          <p:cNvSpPr/>
          <p:nvPr/>
        </p:nvSpPr>
        <p:spPr>
          <a:xfrm>
            <a:off x="8515940" y="4400901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4" name="Shape 391"/>
          <p:cNvSpPr/>
          <p:nvPr/>
        </p:nvSpPr>
        <p:spPr>
          <a:xfrm>
            <a:off x="8589170" y="4401163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Shape 392"/>
          <p:cNvSpPr/>
          <p:nvPr/>
        </p:nvSpPr>
        <p:spPr>
          <a:xfrm>
            <a:off x="8662399" y="4401405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6" name="Shape 393"/>
          <p:cNvSpPr/>
          <p:nvPr/>
        </p:nvSpPr>
        <p:spPr>
          <a:xfrm>
            <a:off x="8735629" y="4401630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7" name="Shape 394"/>
          <p:cNvSpPr/>
          <p:nvPr/>
        </p:nvSpPr>
        <p:spPr>
          <a:xfrm>
            <a:off x="8808859" y="4401839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8" name="Shape 395"/>
          <p:cNvSpPr/>
          <p:nvPr/>
        </p:nvSpPr>
        <p:spPr>
          <a:xfrm>
            <a:off x="8882088" y="4402033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9" name="Shape 396"/>
          <p:cNvSpPr/>
          <p:nvPr/>
        </p:nvSpPr>
        <p:spPr>
          <a:xfrm>
            <a:off x="8955318" y="4402215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pe 397"/>
          <p:cNvSpPr/>
          <p:nvPr/>
        </p:nvSpPr>
        <p:spPr>
          <a:xfrm>
            <a:off x="9028548" y="4402385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pe 398"/>
          <p:cNvSpPr/>
          <p:nvPr/>
        </p:nvSpPr>
        <p:spPr>
          <a:xfrm>
            <a:off x="9101778" y="4402545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pe 399"/>
          <p:cNvSpPr/>
          <p:nvPr/>
        </p:nvSpPr>
        <p:spPr>
          <a:xfrm>
            <a:off x="9175007" y="4402695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pe 400"/>
          <p:cNvSpPr/>
          <p:nvPr/>
        </p:nvSpPr>
        <p:spPr>
          <a:xfrm>
            <a:off x="9248237" y="4402837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pe 401"/>
          <p:cNvSpPr/>
          <p:nvPr/>
        </p:nvSpPr>
        <p:spPr>
          <a:xfrm>
            <a:off x="9321467" y="4402970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Shape 402"/>
          <p:cNvSpPr/>
          <p:nvPr/>
        </p:nvSpPr>
        <p:spPr>
          <a:xfrm>
            <a:off x="9394696" y="4403096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Shape 403"/>
          <p:cNvSpPr/>
          <p:nvPr/>
        </p:nvSpPr>
        <p:spPr>
          <a:xfrm>
            <a:off x="9467926" y="4403215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7" name="Shape 404"/>
          <p:cNvSpPr/>
          <p:nvPr/>
        </p:nvSpPr>
        <p:spPr>
          <a:xfrm>
            <a:off x="9541156" y="4403328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Shape 405"/>
          <p:cNvSpPr/>
          <p:nvPr/>
        </p:nvSpPr>
        <p:spPr>
          <a:xfrm>
            <a:off x="9614386" y="4403435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hape 406"/>
          <p:cNvSpPr/>
          <p:nvPr/>
        </p:nvSpPr>
        <p:spPr>
          <a:xfrm>
            <a:off x="9687615" y="4403536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0" name="Shape 407"/>
          <p:cNvSpPr/>
          <p:nvPr/>
        </p:nvSpPr>
        <p:spPr>
          <a:xfrm>
            <a:off x="9760845" y="4403633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Shape 408"/>
          <p:cNvSpPr/>
          <p:nvPr/>
        </p:nvSpPr>
        <p:spPr>
          <a:xfrm>
            <a:off x="9834075" y="4403725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Shape 409"/>
          <p:cNvSpPr/>
          <p:nvPr/>
        </p:nvSpPr>
        <p:spPr>
          <a:xfrm>
            <a:off x="9907305" y="4403813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3" name="Shape 410"/>
          <p:cNvSpPr/>
          <p:nvPr/>
        </p:nvSpPr>
        <p:spPr>
          <a:xfrm>
            <a:off x="9980534" y="4403897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Shape 411"/>
          <p:cNvSpPr/>
          <p:nvPr/>
        </p:nvSpPr>
        <p:spPr>
          <a:xfrm>
            <a:off x="10053764" y="4403977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Shape 412"/>
          <p:cNvSpPr/>
          <p:nvPr/>
        </p:nvSpPr>
        <p:spPr>
          <a:xfrm>
            <a:off x="10126994" y="4404054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Shape 413"/>
          <p:cNvSpPr/>
          <p:nvPr/>
        </p:nvSpPr>
        <p:spPr>
          <a:xfrm>
            <a:off x="10200223" y="4404127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Shape 414"/>
          <p:cNvSpPr/>
          <p:nvPr/>
        </p:nvSpPr>
        <p:spPr>
          <a:xfrm>
            <a:off x="10273453" y="4404197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Shape 415"/>
          <p:cNvSpPr/>
          <p:nvPr/>
        </p:nvSpPr>
        <p:spPr>
          <a:xfrm>
            <a:off x="10346683" y="4404265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Shape 416"/>
          <p:cNvSpPr/>
          <p:nvPr/>
        </p:nvSpPr>
        <p:spPr>
          <a:xfrm>
            <a:off x="10419913" y="4404329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Shape 417"/>
          <p:cNvSpPr/>
          <p:nvPr/>
        </p:nvSpPr>
        <p:spPr>
          <a:xfrm>
            <a:off x="10493142" y="4404392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Shape 418"/>
          <p:cNvSpPr/>
          <p:nvPr/>
        </p:nvSpPr>
        <p:spPr>
          <a:xfrm>
            <a:off x="10566372" y="4404451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Shape 419"/>
          <p:cNvSpPr/>
          <p:nvPr/>
        </p:nvSpPr>
        <p:spPr>
          <a:xfrm>
            <a:off x="10639602" y="4404509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Shape 420"/>
          <p:cNvSpPr/>
          <p:nvPr/>
        </p:nvSpPr>
        <p:spPr>
          <a:xfrm>
            <a:off x="10712832" y="4404564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4" name="Shape 421"/>
          <p:cNvSpPr/>
          <p:nvPr/>
        </p:nvSpPr>
        <p:spPr>
          <a:xfrm>
            <a:off x="10786061" y="4404617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Shape 422"/>
          <p:cNvSpPr/>
          <p:nvPr/>
        </p:nvSpPr>
        <p:spPr>
          <a:xfrm>
            <a:off x="10859291" y="4404669"/>
            <a:ext cx="73230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6" name="Shape 423"/>
          <p:cNvSpPr/>
          <p:nvPr/>
        </p:nvSpPr>
        <p:spPr>
          <a:xfrm>
            <a:off x="10932521" y="4404718"/>
            <a:ext cx="12847" cy="914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7" name="Shape 424"/>
          <p:cNvSpPr/>
          <p:nvPr/>
        </p:nvSpPr>
        <p:spPr>
          <a:xfrm>
            <a:off x="10904220" y="4363579"/>
            <a:ext cx="82296" cy="8229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Text 425"/>
          <p:cNvSpPr/>
          <p:nvPr/>
        </p:nvSpPr>
        <p:spPr>
          <a:xfrm>
            <a:off x="5760720" y="5266944"/>
            <a:ext cx="5257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= 0.000400</a:t>
            </a:r>
            <a:endParaRPr lang="en-US" sz="2800" dirty="0"/>
          </a:p>
        </p:txBody>
      </p:sp>
      <p:sp>
        <p:nvSpPr>
          <p:cNvPr id="429" name="Shape 426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Text 427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431" name="Text 428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parts of this picture are observations, and which are model predictions?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 hidden layer learn?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points, seen through two learned features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 |  C14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0" y="18470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inputs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914400" y="5074920"/>
            <a:ext cx="3831336" cy="914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 flipV="1">
            <a:off x="914400" y="2404872"/>
            <a:ext cx="914" cy="2670048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263140" y="5276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7160" y="246888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50392" y="51023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26280" y="51023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203911" y="4740574"/>
            <a:ext cx="155448" cy="155448"/>
          </a:xfrm>
          <a:prstGeom prst="ellipse">
            <a:avLst/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391363" y="4543978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203911" y="2602058"/>
            <a:ext cx="155448" cy="155448"/>
          </a:xfrm>
          <a:prstGeom prst="rect">
            <a:avLst/>
          </a:prstGeom>
          <a:solidFill>
            <a:srgbClr val="E76F51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391363" y="2405462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264201" y="4740574"/>
            <a:ext cx="155448" cy="155448"/>
          </a:xfrm>
          <a:prstGeom prst="rect">
            <a:avLst/>
          </a:prstGeom>
          <a:solidFill>
            <a:srgbClr val="E76F51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451653" y="4543978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264201" y="2602058"/>
            <a:ext cx="155448" cy="155448"/>
          </a:xfrm>
          <a:prstGeom prst="ellipse">
            <a:avLst/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451653" y="2405462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876288" y="184708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hidden outputs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6995160" y="5074920"/>
            <a:ext cx="3831336" cy="914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 flipV="1">
            <a:off x="6995160" y="2404872"/>
            <a:ext cx="914" cy="2670048"/>
          </a:xfrm>
          <a:prstGeom prst="line">
            <a:avLst/>
          </a:prstGeom>
          <a:noFill/>
          <a:ln w="13970">
            <a:solidFill>
              <a:srgbClr val="6B7A9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343900" y="5276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217920" y="246888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931152" y="51023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0607040" y="51023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447634" y="2679720"/>
            <a:ext cx="155448" cy="155448"/>
          </a:xfrm>
          <a:prstGeom prst="ellipse">
            <a:avLst/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635086" y="2483124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0105279" y="2602186"/>
            <a:ext cx="155448" cy="155448"/>
          </a:xfrm>
          <a:prstGeom prst="rect">
            <a:avLst/>
          </a:prstGeom>
          <a:solidFill>
            <a:srgbClr val="E76F51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0292731" y="240559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285323" y="4650379"/>
            <a:ext cx="155448" cy="155448"/>
          </a:xfrm>
          <a:prstGeom prst="rect">
            <a:avLst/>
          </a:prstGeom>
          <a:solidFill>
            <a:srgbClr val="E76F51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472775" y="4453783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7415298" y="2676462"/>
            <a:ext cx="155448" cy="155448"/>
          </a:xfrm>
          <a:prstGeom prst="ellipse">
            <a:avLst/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7602750" y="2909634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 flipV="1">
            <a:off x="6995160" y="2423160"/>
            <a:ext cx="2250019" cy="1668066"/>
          </a:xfrm>
          <a:prstGeom prst="line">
            <a:avLst/>
          </a:prstGeom>
          <a:noFill/>
          <a:ln w="25400">
            <a:solidFill>
              <a:srgbClr val="2A9D8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5230368" y="3657600"/>
            <a:ext cx="1005840" cy="914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give hidden neurons OR/NAND labels, or did they adapt through the loss?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break the learner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thing, predict, measure, explain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CHALLENGE  |  C16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" y="2103120"/>
            <a:ext cx="3401568" cy="320040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7240" y="2103120"/>
            <a:ext cx="59436" cy="3200400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225856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All zeros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60120" y="2834640"/>
            <a:ext cx="30358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stays at 0.25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389120" y="2103120"/>
            <a:ext cx="3401568" cy="320040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89120" y="2103120"/>
            <a:ext cx="59436" cy="320040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0" y="225856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Very small steps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572000" y="2834640"/>
            <a:ext cx="30358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0.01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epochs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about 0.25085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8001000" y="2103120"/>
            <a:ext cx="3401568" cy="320040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01000" y="2103120"/>
            <a:ext cx="59436" cy="320040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183880" y="225856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Reference steps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183880" y="2834640"/>
            <a:ext cx="30358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1.0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epochs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about 0.00446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“smaller learning rate” always an improvement? What did you hold fixed?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correct answers are not a real-world test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truth table is exhausted; unseen behavior is still untested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 |  C13 / P01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" y="2057400"/>
            <a:ext cx="5138928" cy="3493008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7240" y="2057400"/>
            <a:ext cx="59436" cy="3493008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2212848"/>
            <a:ext cx="4773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demonstrated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60120" y="2788920"/>
            <a:ext cx="477316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network reproduces all four labeled binary cases.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parameters were trainable.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245352" y="2057400"/>
            <a:ext cx="5138928" cy="3493008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45352" y="2057400"/>
            <a:ext cx="59436" cy="3493008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28232" y="2212848"/>
            <a:ext cx="4773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not demonstrate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428232" y="2788920"/>
            <a:ext cx="477316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real sensors.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between the corners.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confidence.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returns 0.032 for (0.5,0.5) in the project. Is that evidence it knows?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simulated readings. Honest evaluation.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starter: same network, a better experimental protocol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PROJECT  |  P01-P05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" y="2148840"/>
            <a:ext cx="3383280" cy="265176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7240" y="2148840"/>
            <a:ext cx="59436" cy="265176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23042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48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60120" y="2880360"/>
            <a:ext cx="30175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parameters.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examples.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389120" y="2148840"/>
            <a:ext cx="3383280" cy="265176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89120" y="2148840"/>
            <a:ext cx="59436" cy="2651760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0" y="23042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VALIDATE: 24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572000" y="2880360"/>
            <a:ext cx="30175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settings.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step sizes.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8001000" y="2148840"/>
            <a:ext cx="3383280" cy="265176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01000" y="2148840"/>
            <a:ext cx="59436" cy="2651760"/>
          </a:xfrm>
          <a:prstGeom prst="rect">
            <a:avLst/>
          </a:prstGeom>
          <a:solidFill>
            <a:srgbClr val="1D3557"/>
          </a:solidFill>
          <a:ln w="889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183880" y="23042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24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183880" y="2880360"/>
            <a:ext cx="30175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once.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tuning.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914400" y="521208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are generated for teaching, not collected from a real device.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set can choose the learning rate? Which set must wait?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makes a network deep?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hidden stages, not simply more inputs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EXPLANATION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1947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NETWORK: 1 hidden layer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1298448" y="3489960"/>
            <a:ext cx="1815084" cy="914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298448" y="3489960"/>
            <a:ext cx="1815084" cy="83820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 flipV="1">
            <a:off x="1298448" y="3489960"/>
            <a:ext cx="1815084" cy="83820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298448" y="4328160"/>
            <a:ext cx="1815084" cy="914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332988" y="3489960"/>
            <a:ext cx="1815084" cy="41910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 flipV="1">
            <a:off x="3332988" y="3909060"/>
            <a:ext cx="1815084" cy="41910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78992" y="3380232"/>
            <a:ext cx="219456" cy="219456"/>
          </a:xfrm>
          <a:prstGeom prst="ellipse">
            <a:avLst/>
          </a:prstGeom>
          <a:solidFill>
            <a:srgbClr val="F4F7FB"/>
          </a:solidFill>
          <a:ln w="12700">
            <a:solidFill>
              <a:srgbClr val="6B7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78992" y="4218432"/>
            <a:ext cx="219456" cy="219456"/>
          </a:xfrm>
          <a:prstGeom prst="ellipse">
            <a:avLst/>
          </a:prstGeom>
          <a:solidFill>
            <a:srgbClr val="F4F7FB"/>
          </a:solidFill>
          <a:ln w="12700">
            <a:solidFill>
              <a:srgbClr val="6B7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113532" y="3380232"/>
            <a:ext cx="219456" cy="219456"/>
          </a:xfrm>
          <a:prstGeom prst="ellipse">
            <a:avLst/>
          </a:prstGeom>
          <a:solidFill>
            <a:srgbClr val="E7F4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113532" y="4218432"/>
            <a:ext cx="219456" cy="219456"/>
          </a:xfrm>
          <a:prstGeom prst="ellipse">
            <a:avLst/>
          </a:prstGeom>
          <a:solidFill>
            <a:srgbClr val="E7F4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148072" y="3799332"/>
            <a:ext cx="219456" cy="219456"/>
          </a:xfrm>
          <a:prstGeom prst="ellipse">
            <a:avLst/>
          </a:prstGeom>
          <a:solidFill>
            <a:srgbClr val="E7F4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080760" y="194767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EXAMPLE: 3 hidden layers</a:t>
            </a:r>
            <a:endParaRPr lang="en-US" sz="2300" dirty="0"/>
          </a:p>
        </p:txBody>
      </p:sp>
      <p:sp>
        <p:nvSpPr>
          <p:cNvPr id="23" name="Shape 20"/>
          <p:cNvSpPr/>
          <p:nvPr/>
        </p:nvSpPr>
        <p:spPr>
          <a:xfrm flipV="1">
            <a:off x="6464808" y="3063240"/>
            <a:ext cx="939546" cy="36576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464808" y="3429000"/>
            <a:ext cx="939546" cy="18288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464808" y="3429000"/>
            <a:ext cx="939546" cy="73152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464808" y="3429000"/>
            <a:ext cx="939546" cy="128016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 flipV="1">
            <a:off x="6464808" y="3063240"/>
            <a:ext cx="939546" cy="128016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 flipV="1">
            <a:off x="6464808" y="3611880"/>
            <a:ext cx="939546" cy="73152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 flipV="1">
            <a:off x="6464808" y="4160520"/>
            <a:ext cx="939546" cy="18288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464808" y="4343400"/>
            <a:ext cx="939546" cy="36576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623810" y="3063240"/>
            <a:ext cx="939546" cy="914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7623810" y="3063240"/>
            <a:ext cx="939546" cy="54864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623810" y="3063240"/>
            <a:ext cx="939546" cy="109728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7623810" y="3063240"/>
            <a:ext cx="939546" cy="164592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 flipV="1">
            <a:off x="7623810" y="3063240"/>
            <a:ext cx="939546" cy="54864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7623810" y="3611880"/>
            <a:ext cx="939546" cy="914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7623810" y="3611880"/>
            <a:ext cx="939546" cy="54864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7623810" y="3611880"/>
            <a:ext cx="939546" cy="109728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 flipV="1">
            <a:off x="7623810" y="3063240"/>
            <a:ext cx="939546" cy="109728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 flipV="1">
            <a:off x="7623810" y="3611880"/>
            <a:ext cx="939546" cy="54864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7623810" y="4160520"/>
            <a:ext cx="939546" cy="914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7623810" y="4160520"/>
            <a:ext cx="939546" cy="54864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 flipV="1">
            <a:off x="7623810" y="3063240"/>
            <a:ext cx="939546" cy="164592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 flipV="1">
            <a:off x="7623810" y="3611880"/>
            <a:ext cx="939546" cy="109728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 flipV="1">
            <a:off x="7623810" y="4160520"/>
            <a:ext cx="939546" cy="54864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7623810" y="4709160"/>
            <a:ext cx="939546" cy="914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8782812" y="3063240"/>
            <a:ext cx="939546" cy="13716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8782812" y="3063240"/>
            <a:ext cx="939546" cy="82296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8782812" y="3063240"/>
            <a:ext cx="939546" cy="150876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 flipV="1">
            <a:off x="8782812" y="3200400"/>
            <a:ext cx="939546" cy="41148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8782812" y="3611880"/>
            <a:ext cx="939546" cy="27432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8782812" y="3611880"/>
            <a:ext cx="939546" cy="96012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 flipV="1">
            <a:off x="8782812" y="3200400"/>
            <a:ext cx="939546" cy="96012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 flipV="1">
            <a:off x="8782812" y="3886200"/>
            <a:ext cx="939546" cy="27432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8782812" y="4160520"/>
            <a:ext cx="939546" cy="41148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 flipV="1">
            <a:off x="8782812" y="3200400"/>
            <a:ext cx="939546" cy="150876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 flipV="1">
            <a:off x="8782812" y="3886200"/>
            <a:ext cx="939546" cy="82296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 flipV="1">
            <a:off x="8782812" y="4572000"/>
            <a:ext cx="939546" cy="13716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9941814" y="3200400"/>
            <a:ext cx="939546" cy="68580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9941814" y="3886200"/>
            <a:ext cx="939546" cy="914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 flipV="1">
            <a:off x="9941814" y="3886200"/>
            <a:ext cx="939546" cy="685800"/>
          </a:xfrm>
          <a:prstGeom prst="line">
            <a:avLst/>
          </a:prstGeom>
          <a:noFill/>
          <a:ln w="1016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6245352" y="3319272"/>
            <a:ext cx="219456" cy="219456"/>
          </a:xfrm>
          <a:prstGeom prst="ellipse">
            <a:avLst/>
          </a:prstGeom>
          <a:solidFill>
            <a:srgbClr val="F4F7FB"/>
          </a:solidFill>
          <a:ln w="12700">
            <a:solidFill>
              <a:srgbClr val="6B7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6245352" y="4233672"/>
            <a:ext cx="219456" cy="219456"/>
          </a:xfrm>
          <a:prstGeom prst="ellipse">
            <a:avLst/>
          </a:prstGeom>
          <a:solidFill>
            <a:srgbClr val="F4F7FB"/>
          </a:solidFill>
          <a:ln w="12700">
            <a:solidFill>
              <a:srgbClr val="6B7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7404354" y="2953512"/>
            <a:ext cx="219456" cy="219456"/>
          </a:xfrm>
          <a:prstGeom prst="ellipse">
            <a:avLst/>
          </a:prstGeom>
          <a:solidFill>
            <a:srgbClr val="E7F4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7404354" y="3502152"/>
            <a:ext cx="219456" cy="219456"/>
          </a:xfrm>
          <a:prstGeom prst="ellipse">
            <a:avLst/>
          </a:prstGeom>
          <a:solidFill>
            <a:srgbClr val="E7F4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7404354" y="4050792"/>
            <a:ext cx="219456" cy="219456"/>
          </a:xfrm>
          <a:prstGeom prst="ellipse">
            <a:avLst/>
          </a:prstGeom>
          <a:solidFill>
            <a:srgbClr val="E7F4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7404354" y="4599432"/>
            <a:ext cx="219456" cy="219456"/>
          </a:xfrm>
          <a:prstGeom prst="ellipse">
            <a:avLst/>
          </a:prstGeom>
          <a:solidFill>
            <a:srgbClr val="E7F4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8563356" y="2953512"/>
            <a:ext cx="219456" cy="219456"/>
          </a:xfrm>
          <a:prstGeom prst="ellipse">
            <a:avLst/>
          </a:prstGeom>
          <a:solidFill>
            <a:srgbClr val="E7F4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8563356" y="3502152"/>
            <a:ext cx="219456" cy="219456"/>
          </a:xfrm>
          <a:prstGeom prst="ellipse">
            <a:avLst/>
          </a:prstGeom>
          <a:solidFill>
            <a:srgbClr val="E7F4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8563356" y="4050792"/>
            <a:ext cx="219456" cy="219456"/>
          </a:xfrm>
          <a:prstGeom prst="ellipse">
            <a:avLst/>
          </a:prstGeom>
          <a:solidFill>
            <a:srgbClr val="E7F4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8563356" y="4599432"/>
            <a:ext cx="219456" cy="219456"/>
          </a:xfrm>
          <a:prstGeom prst="ellipse">
            <a:avLst/>
          </a:prstGeom>
          <a:solidFill>
            <a:srgbClr val="E7F4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9722358" y="3090672"/>
            <a:ext cx="219456" cy="219456"/>
          </a:xfrm>
          <a:prstGeom prst="ellipse">
            <a:avLst/>
          </a:prstGeom>
          <a:solidFill>
            <a:srgbClr val="E7F4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0"/>
          <p:cNvSpPr/>
          <p:nvPr/>
        </p:nvSpPr>
        <p:spPr>
          <a:xfrm>
            <a:off x="9722358" y="3776472"/>
            <a:ext cx="219456" cy="219456"/>
          </a:xfrm>
          <a:prstGeom prst="ellipse">
            <a:avLst/>
          </a:prstGeom>
          <a:solidFill>
            <a:srgbClr val="E7F4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1"/>
          <p:cNvSpPr/>
          <p:nvPr/>
        </p:nvSpPr>
        <p:spPr>
          <a:xfrm>
            <a:off x="9722358" y="4462272"/>
            <a:ext cx="219456" cy="219456"/>
          </a:xfrm>
          <a:prstGeom prst="ellipse">
            <a:avLst/>
          </a:prstGeom>
          <a:solidFill>
            <a:srgbClr val="E7F4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2"/>
          <p:cNvSpPr/>
          <p:nvPr/>
        </p:nvSpPr>
        <p:spPr>
          <a:xfrm>
            <a:off x="10881360" y="3776472"/>
            <a:ext cx="219456" cy="219456"/>
          </a:xfrm>
          <a:prstGeom prst="ellipse">
            <a:avLst/>
          </a:prstGeom>
          <a:solidFill>
            <a:srgbClr val="E7F4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914400" y="53218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      hidden        output</a:t>
            </a:r>
            <a:endParaRPr lang="en-US" sz="1600" dirty="0"/>
          </a:p>
        </p:txBody>
      </p:sp>
      <p:sp>
        <p:nvSpPr>
          <p:cNvPr id="77" name="Text 74"/>
          <p:cNvSpPr/>
          <p:nvPr/>
        </p:nvSpPr>
        <p:spPr>
          <a:xfrm>
            <a:off x="6217920" y="53218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   h1       h2       h3     output</a:t>
            </a:r>
            <a:endParaRPr lang="en-US" sz="1600" dirty="0"/>
          </a:p>
        </p:txBody>
      </p:sp>
      <p:sp>
        <p:nvSpPr>
          <p:cNvPr id="78" name="Shape 75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80" name="Text 77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100 inputs and one output neuron make a network deep?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Nonlinearity is what makes composition richer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only straight-line rules still gives a straight-line rule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PREDICT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" y="2075688"/>
            <a:ext cx="5120640" cy="324612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7240" y="2075688"/>
            <a:ext cx="59436" cy="3246120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22311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nonlinear activation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60120" y="2807208"/>
            <a:ext cx="4754880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2x + 1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3h + 4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6x + 7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one line.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236208" y="2075688"/>
            <a:ext cx="5120640" cy="324612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36208" y="2075688"/>
            <a:ext cx="59436" cy="324612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19088" y="22311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nonlinear activation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419088" y="2807208"/>
            <a:ext cx="4754880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sigmoid(2x + 1)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sigmoid(3h + 4)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collapsed into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straight-line rule.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is “more layers” alone enough? Which operation changes the model shape?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adds possibilities, not guarantees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features are powerful; evaluation still decides whether they help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" y="2039112"/>
            <a:ext cx="3383280" cy="342900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7240" y="2039112"/>
            <a:ext cx="59436" cy="342900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2194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build features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60120" y="2770632"/>
            <a:ext cx="301752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transforms the representation seen by the next.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Inspect, do not anthropomorphize.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389120" y="2039112"/>
            <a:ext cx="3383280" cy="342900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89120" y="2039112"/>
            <a:ext cx="59436" cy="3429000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0" y="2194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can weaken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572000" y="2770632"/>
            <a:ext cx="301752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slopes multiply: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× 0.1 × 0.1 = 0.001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updates may be tiny.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8001000" y="2039112"/>
            <a:ext cx="3383280" cy="342900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01000" y="2039112"/>
            <a:ext cx="59436" cy="3429000"/>
          </a:xfrm>
          <a:prstGeom prst="rect">
            <a:avLst/>
          </a:prstGeom>
          <a:solidFill>
            <a:srgbClr val="1D3557"/>
          </a:solidFill>
          <a:ln w="889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183880" y="2194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capacity can overfit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183880" y="2770632"/>
            <a:ext cx="301752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can improve while validation performance worsens.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both.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would justify a deeper model instead of this small baseline?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sessions left: finish as builders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train and understand. Next: adapt, test and present.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LAUNCH  |  Project_Brief.pdf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" y="2039112"/>
            <a:ext cx="5120640" cy="3355848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7240" y="2039112"/>
            <a:ext cx="59436" cy="3355848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2194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60120" y="2770632"/>
            <a:ext cx="475488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2-2-1 network.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project question.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test plan.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236208" y="2039112"/>
            <a:ext cx="5120640" cy="3355848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36208" y="2039112"/>
            <a:ext cx="59436" cy="3355848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19088" y="2194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SESSION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419088" y="2770632"/>
            <a:ext cx="475488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 working baseline.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controlled experiment.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evidence and failures.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CHAT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smallest working system your team can finish?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is a claim supported by evidence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honest experiment beats an impressive unsupported demo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 |  Project_Brief.pdf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" y="2084832"/>
            <a:ext cx="3383280" cy="3319272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7240" y="2084832"/>
            <a:ext cx="59436" cy="3319272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60120" y="2816352"/>
            <a:ext cx="301752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inputs and target.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model and one calculation.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389120" y="2084832"/>
            <a:ext cx="3383280" cy="3319272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89120" y="2084832"/>
            <a:ext cx="59436" cy="3319272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572000" y="2816352"/>
            <a:ext cx="301752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a baseline.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results.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8001000" y="2084832"/>
            <a:ext cx="3383280" cy="3319272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01000" y="2084832"/>
            <a:ext cx="59436" cy="3319272"/>
          </a:xfrm>
          <a:prstGeom prst="rect">
            <a:avLst/>
          </a:prstGeom>
          <a:solidFill>
            <a:srgbClr val="1D3557"/>
          </a:solidFill>
          <a:ln w="889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18388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183880" y="2816352"/>
            <a:ext cx="301752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train and test claims.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failure.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what remains untested.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result would make your team revise its original claim?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ticket: explain your own network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individually before comparing in pairs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|  C17 / reflection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94944" y="2084832"/>
            <a:ext cx="402336" cy="402336"/>
          </a:xfrm>
          <a:prstGeom prst="ellipse">
            <a:avLst/>
          </a:prstGeom>
          <a:solidFill>
            <a:srgbClr val="2A9D8F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94944" y="209397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99032" y="2039112"/>
            <a:ext cx="9784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one weight, one bias and one activation.</a:t>
            </a:r>
            <a:endParaRPr lang="en-US" sz="2300" dirty="0"/>
          </a:p>
        </p:txBody>
      </p:sp>
      <p:sp>
        <p:nvSpPr>
          <p:cNvPr id="13" name="Shape 10"/>
          <p:cNvSpPr/>
          <p:nvPr/>
        </p:nvSpPr>
        <p:spPr>
          <a:xfrm>
            <a:off x="694944" y="2852928"/>
            <a:ext cx="402336" cy="402336"/>
          </a:xfrm>
          <a:prstGeom prst="ellipse">
            <a:avLst/>
          </a:prstGeom>
          <a:solidFill>
            <a:srgbClr val="2A9D8F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94944" y="286207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99032" y="2807208"/>
            <a:ext cx="9784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a smooth score while training?</a:t>
            </a:r>
            <a:endParaRPr lang="en-US" sz="2300" dirty="0"/>
          </a:p>
        </p:txBody>
      </p:sp>
      <p:sp>
        <p:nvSpPr>
          <p:cNvPr id="16" name="Shape 13"/>
          <p:cNvSpPr/>
          <p:nvPr/>
        </p:nvSpPr>
        <p:spPr>
          <a:xfrm>
            <a:off x="694944" y="3621024"/>
            <a:ext cx="402336" cy="402336"/>
          </a:xfrm>
          <a:prstGeom prst="ellipse">
            <a:avLst/>
          </a:prstGeom>
          <a:solidFill>
            <a:srgbClr val="2A9D8F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94944" y="363016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399032" y="3575304"/>
            <a:ext cx="9784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backpropagation compute? What updates the weights?</a:t>
            </a:r>
            <a:endParaRPr lang="en-US" sz="2300" dirty="0"/>
          </a:p>
        </p:txBody>
      </p:sp>
      <p:sp>
        <p:nvSpPr>
          <p:cNvPr id="19" name="Shape 16"/>
          <p:cNvSpPr/>
          <p:nvPr/>
        </p:nvSpPr>
        <p:spPr>
          <a:xfrm>
            <a:off x="694944" y="4389120"/>
            <a:ext cx="402336" cy="402336"/>
          </a:xfrm>
          <a:prstGeom prst="ellipse">
            <a:avLst/>
          </a:prstGeom>
          <a:solidFill>
            <a:srgbClr val="2A9D8F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94944" y="439826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399032" y="4343400"/>
            <a:ext cx="9784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4/4 accuracy prove, and what did it not prove?</a:t>
            </a:r>
            <a:endParaRPr lang="en-US" sz="2300" dirty="0"/>
          </a:p>
        </p:txBody>
      </p:sp>
      <p:sp>
        <p:nvSpPr>
          <p:cNvPr id="22" name="Shape 19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Finish: “Our model learned ___, but we have not yet tested ___.”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| Where the sigmoid slope comes from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mathematics, not a prerequisite for finishing the lab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DERIVATION  |  C03 / C08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" y="20574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s(z) = (1 + exp(-z))^(-1)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868680" y="277063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s'(z) = exp(-z) / (1 + exp(-z))^2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868680" y="348386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= [1 / (1 + exp(-z))] × [exp(-z) / (1 + exp(-z))]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68680" y="419709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= s(z) × (1 - s(z))</a:t>
            </a:r>
            <a:endParaRPr lang="en-US" sz="2900" dirty="0"/>
          </a:p>
        </p:txBody>
      </p:sp>
      <p:sp>
        <p:nvSpPr>
          <p:cNvPr id="14" name="Shape 11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s(z)=0.5, what is the slope? At s(z)=0.99?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| Check the gradient with a tiny nudge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numerical sanity check, not our main training method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DEMO  |  C17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574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≈ [L(theta + epsilon) - L(theta - epsilon)] / (2 epsilon)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777240" y="3063240"/>
            <a:ext cx="10607040" cy="233172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78408" y="3200400"/>
            <a:ext cx="102047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 = params.copy()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minus = params.copy()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plus[name] += 0.00001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minus[name] -= 0.00001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Compare the two losses with the analytic gradient.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plus and minus be separate copies of the parameter dictionary?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| Why one straight boundary cannot solve XOR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four-line contradiction for mathematically curious students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REASONING  |  C02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" y="2057400"/>
            <a:ext cx="5120640" cy="333756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7240" y="2057400"/>
            <a:ext cx="59436" cy="3337560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2212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0-labeled points require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60120" y="2788920"/>
            <a:ext cx="4754880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(0,0): c &lt; 0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(1,1): a + b + c &lt; 0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them: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+ 2c &lt; 0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236208" y="2057400"/>
            <a:ext cx="5120640" cy="333756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36208" y="2057400"/>
            <a:ext cx="59436" cy="333756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19088" y="2212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1-labeled points require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419088" y="2788920"/>
            <a:ext cx="4754880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(1,0): a + c &gt;= 0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(0,1): b + c &gt;= 0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them: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+ 2c &gt;= 0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same number be both negative and nonnegative?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NEURAL 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521208"/>
            <a:ext cx="11146536" cy="914"/>
          </a:xfrm>
          <a:prstGeom prst="line">
            <a:avLst/>
          </a:prstGeom>
          <a:noFill/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| Visual resources to revisit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short, purposeful clip; stop for predictions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VIDEO  |  media / Sources_and_Videos.md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92256" y="6565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" y="2011680"/>
            <a:ext cx="5120640" cy="342900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7240" y="2011680"/>
            <a:ext cx="59436" cy="342900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21671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PACKAGE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60120" y="2743200"/>
            <a:ext cx="475488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Training_Lab.html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Play, pause, step; change initialization and step size.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Training_in_Motion.mp4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captioned replay of the real run.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236208" y="2011680"/>
            <a:ext cx="5120640" cy="3429000"/>
          </a:xfrm>
          <a:prstGeom prst="rect">
            <a:avLst/>
          </a:prstGeom>
          <a:solidFill>
            <a:srgbClr val="F4F7FB"/>
          </a:solidFill>
          <a:ln w="889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36208" y="2011680"/>
            <a:ext cx="59436" cy="3429000"/>
          </a:xfrm>
          <a:prstGeom prst="rect">
            <a:avLst/>
          </a:prstGeom>
          <a:solidFill>
            <a:srgbClr val="E76F51"/>
          </a:solidFill>
          <a:ln w="889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19088" y="21671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EXTERNAL VISUALS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419088" y="2743200"/>
            <a:ext cx="475488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3Blue1Brown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calculus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512064" y="5989320"/>
            <a:ext cx="11164824" cy="512064"/>
          </a:xfrm>
          <a:prstGeom prst="rect">
            <a:avLst/>
          </a:prstGeom>
          <a:solidFill>
            <a:srgbClr val="E7F4F1"/>
          </a:solidFill>
          <a:ln w="8890">
            <a:solidFill>
              <a:srgbClr val="E7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76656" y="6071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828800" y="6062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the update: which parameter should change, and why?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6976</Words>
  <Application>Microsoft Office PowerPoint</Application>
  <PresentationFormat>Widescreen</PresentationFormat>
  <Paragraphs>943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 Foundations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AI Bootcamp | Train a Tiny Neural Network</dc:title>
  <dc:subject>Train a tiny neural network from scratch</dc:subject>
  <dc:creator>Fundamentals of AI Bootcamp</dc:creator>
  <cp:lastModifiedBy>Winner Admasu Abula</cp:lastModifiedBy>
  <cp:revision>2</cp:revision>
  <dcterms:created xsi:type="dcterms:W3CDTF">2026-09-18T20:46:40Z</dcterms:created>
  <dcterms:modified xsi:type="dcterms:W3CDTF">2026-09-19T06:53:52Z</dcterms:modified>
</cp:coreProperties>
</file>