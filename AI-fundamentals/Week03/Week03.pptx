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notesSlides/notesSlide2.xml" ContentType="application/vnd.openxmlformats-officedocument.presentationml.notesSlide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notesSlides/notesSlide3.xml" ContentType="application/vnd.openxmlformats-officedocument.presentationml.notesSlide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notesSlides/notesSlide4.xml" ContentType="application/vnd.openxmlformats-officedocument.presentationml.notesSlide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notesSlides/notesSlide5.xml" ContentType="application/vnd.openxmlformats-officedocument.presentationml.notesSlide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notesSlides/notesSlide6.xml" ContentType="application/vnd.openxmlformats-officedocument.presentationml.notesSlide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notesSlides/notesSlide7.xml" ContentType="application/vnd.openxmlformats-officedocument.presentationml.notesSlide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notesSlides/notesSlide8.xml" ContentType="application/vnd.openxmlformats-officedocument.presentationml.notesSlide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notesSlides/notesSlide9.xml" ContentType="application/vnd.openxmlformats-officedocument.presentationml.notesSlide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notesSlides/notesSlide11.xml" ContentType="application/vnd.openxmlformats-officedocument.presentationml.notesSlide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notesSlides/notesSlide12.xml" ContentType="application/vnd.openxmlformats-officedocument.presentationml.notesSlide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notesSlides/notesSlide13.xml" ContentType="application/vnd.openxmlformats-officedocument.presentationml.notesSlide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notesSlides/notesSlide14.xml" ContentType="application/vnd.openxmlformats-officedocument.presentationml.notesSlide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notesSlides/notesSlide15.xml" ContentType="application/vnd.openxmlformats-officedocument.presentationml.notesSlide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notesSlides/notesSlide16.xml" ContentType="application/vnd.openxmlformats-officedocument.presentationml.notesSlide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notesSlides/notesSlide19.xml" ContentType="application/vnd.openxmlformats-officedocument.presentationml.notesSlide+xml"/>
  <Override PartName="/ppt/ink/ink439.xml" ContentType="application/inkml+xml"/>
  <Override PartName="/ppt/ink/ink440.xml" ContentType="application/inkml+xml"/>
  <Override PartName="/ppt/notesSlides/notesSlide20.xml" ContentType="application/vnd.openxmlformats-officedocument.presentationml.notesSlide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notesSlides/notesSlide21.xml" ContentType="application/vnd.openxmlformats-officedocument.presentationml.notesSlide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notesSlides/notesSlide22.xml" ContentType="application/vnd.openxmlformats-officedocument.presentationml.notesSlide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79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80" r:id="rId17"/>
    <p:sldId id="270" r:id="rId18"/>
    <p:sldId id="271" r:id="rId19"/>
    <p:sldId id="272" r:id="rId20"/>
    <p:sldId id="273" r:id="rId21"/>
    <p:sldId id="274" r:id="rId22"/>
    <p:sldId id="281" r:id="rId23"/>
    <p:sldId id="275" r:id="rId24"/>
    <p:sldId id="276" r:id="rId25"/>
    <p:sldId id="277" r:id="rId26"/>
    <p:sldId id="278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D3557"/>
                </a:solidFill>
                <a:latin typeface="Arial"/>
              </a:defRPr>
            </a:pPr>
            <a:r>
              <a:rPr lang="en-US" sz="1400" b="0" i="0" u="none" strike="noStrike">
                <a:solidFill>
                  <a:srgbClr val="1D3557"/>
                </a:solidFill>
                <a:latin typeface="Arial"/>
              </a:rPr>
              <a:t>Distance vs delivery time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Measured deliveries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9"/>
            <c:spPr>
              <a:solidFill>
                <a:srgbClr val="2A9D8F"/>
              </a:solidFill>
              <a:ln w="9525" cap="flat">
                <a:solidFill>
                  <a:srgbClr val="2A9D8F"/>
                </a:solidFill>
                <a:prstDash val="solid"/>
                <a:round/>
              </a:ln>
              <a:effectLst/>
            </c:spPr>
          </c:marker>
          <c:xVal>
            <c:numRef>
              <c:f>Sheet1!$A$2:$A$7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</c:numCache>
            </c:numRef>
          </c:xVal>
          <c:yVal>
            <c:numRef>
              <c:f>Sheet1!$B$2:$B$7</c:f>
              <c:numCache>
                <c:formatCode>General</c:formatCode>
                <c:ptCount val="6"/>
                <c:pt idx="0">
                  <c:v>8.5</c:v>
                </c:pt>
                <c:pt idx="1">
                  <c:v>11.4</c:v>
                </c:pt>
                <c:pt idx="2">
                  <c:v>15</c:v>
                </c:pt>
                <c:pt idx="3">
                  <c:v>18</c:v>
                </c:pt>
                <c:pt idx="4">
                  <c:v>21</c:v>
                </c:pt>
                <c:pt idx="5">
                  <c:v>24.8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F141-4892-A9FD-D9D3077DAF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6B7A94"/>
                    </a:solidFill>
                    <a:latin typeface="Arial"/>
                  </a:defRPr>
                </a:pPr>
                <a:r>
                  <a:rPr lang="en-US" sz="1200" b="0" i="0" u="none" strike="noStrike">
                    <a:solidFill>
                      <a:srgbClr val="6B7A94"/>
                    </a:solidFill>
                    <a:latin typeface="Arial"/>
                  </a:rPr>
                  <a:t>distance (km)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A9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crossBetween val="midCat"/>
      </c:valAx>
      <c:valAx>
        <c:axId val="2094734552"/>
        <c:scaling>
          <c:orientation val="minMax"/>
          <c:max val="30"/>
          <c:min val="0"/>
        </c:scaling>
        <c:delete val="0"/>
        <c:axPos val="l"/>
        <c:majorGridlines>
          <c:spPr>
            <a:ln w="12700" cap="flat">
              <a:solidFill>
                <a:srgbClr val="E6ECF2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6B7A94"/>
                    </a:solidFill>
                    <a:latin typeface="Arial"/>
                  </a:defRPr>
                </a:pPr>
                <a:r>
                  <a:rPr lang="en-US" sz="1200" b="0" i="0" u="none" strike="noStrike">
                    <a:solidFill>
                      <a:srgbClr val="6B7A94"/>
                    </a:solidFill>
                    <a:latin typeface="Arial"/>
                  </a:rPr>
                  <a:t>time (min)</a:t>
                </a:r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A9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18:06.8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1982 827 24575,'-28'0'0,"8"-1"0,0 2 0,-21 2 0,34-2 0,-1 1 0,1 0 0,0 0 0,1 1 0,-1-1 0,0 1 0,1 1 0,-1-1 0,-7 7 0,-111 98 0,47-49 0,-2-4 0,-2-3 0,-135 63 0,118-73 0,-69 32 0,138-58 0,0 1 0,2 1 0,-37 30 0,-21 32 0,-128 155 0,133-140 0,58-70 0,2 1 0,1 1 0,2 1 0,0 1 0,2 1 0,-24 60 0,-16 45 0,-4 12 0,20-38 0,19-55 0,2 1 0,2 0 0,-10 67 0,16-8 0,5 0 0,10 128 0,-2-210 0,1-1 0,2 1 0,1-1 0,2 0 0,21 55 0,-13-48 0,2-1 0,2-1 0,1-1 0,30 37 0,62 83 0,93 116 0,173 133 0,31-24 0,-333-310 0,40 34 0,5-4 0,221 138 0,-175-142 0,4-7 0,254 93 0,-260-126-257,1-9 0,277 43 0,165-16 180,691-5 0,-1063-70-480,1-11 0,375-66 0,-362 27 327,378-128 0,-511 135 153,-1-5 0,-3-4 0,-3-6 1,-2-5-1,123-94 0,-180 116 66,-2-3 0,-2-1 0,-1-3 0,-3-2 0,-3-1 0,-1-3-1,-3-1 1,-3-1 0,-2-2 0,-3-2 0,-2 0 0,-3-2 0,-3-1-1,-2 0 1,-4-1 0,13-121 0,-25 146 4,-2-1 0,-2 1 0,-1 0 1,-2 0-1,-16-65 0,6 56 8,-1 1-1,-3 0 1,-2 2 0,-29-50-1,-41-52-22,-125-155-1,170 243-32,-734-933-447,533 714 1128,-282-247 0,60 112-680,-24 19-1,383 317 40,-163-89 1,180 120 4,-1 5 0,-142-46 1,31 32 9,-3 9 0,-1 9 0,-314-17 1,159 44 18,-434 42 1,670-19 81,0 5 0,-246 66 0,76 25 1168,239-82-726,0 3 0,-101 71 1,131-79-542,1 3 1,2 0 0,0 1-1,2 2 1,0 0 0,2 1-1,-28 50 1,10-4-4,3 2 1,-27 82-1,57-138 1,2-1 0,0 1 0,1 0 0,1 1 0,0-1 0,3 33 0,-2 29 0,-9-37-1365,4-27-5461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18:16.0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2498 442 24575,'-8'7'0,"-1"-1"0,1 1 0,-1-1 0,0-1 0,-13 7 0,-4 1 0,-47 26 0,-2-4 0,-2-4 0,-1-2 0,-1-4 0,-1-4 0,0-3 0,-2-4 0,0-3 0,-1-4 0,-143-5 0,164-6 0,16 1 0,-69 4 0,106 1 0,0-1 0,-1 2 0,1-1 0,1 1 0,-1 0 0,0 1 0,1 0 0,0 1 0,0 0 0,-10 7 0,-6 7 0,-40 41 0,-9 23-5,-103 150 0,99-125-116,-58 73-108,-224 328-198,337-474 427,1 2 0,2 0 0,2 1 0,2 1 0,1 1 0,1 0 0,3 1 0,-8 61 0,14-47 65,2 0 1,2 1-1,3-1 1,3 0 0,19 87-1,-9-78 14,4-1 0,2-1 0,3 0-1,46 81 1,288 403-1136,-250-391 896,37 46-341,238 253-1,-241-308 168,6-7 0,186 134-1,-246-209 336,4-4 0,2-4 0,3-4 0,1-5 0,3-4 0,152 43 0,-106-48-200,1-8 0,2-5 0,191 5 0,-129-26-706,369-42 0,209-99-1037,-13-49 753,-552 130 1111,-195 48 77,534-127-601,-3 29 45,-59 50 562,1 21 5,313-30 1,-725 53 319,155-42 0,-185 35-160,-1-3 1,0-3-1,69-39 0,-48 16 38,-1-4-1,133-113 1,-154 110 65,-2-2 1,-2-3-1,83-117 1,-106 126 64,-2 0 1,-2-3 0,-2 0 0,-3-1 0,28-97 0,-40 104 91,-2 0 1,-2-1-1,-2 0 0,-3 0 0,-1 0 0,-3-1 0,-11-76 0,-7 16-429,-51-157 0,-62-101 3,86 257 14,-5 3-1,-89-143 1,86 171-125,-3 3 0,-3 2 0,-108-105 0,41 67-400,-5 5 0,-4 6-1,-295-164 1,214 155-490,-5 10-1,-288-90 1,-293-21 155,-19 67-1639,-886 12 1939,145 129 634,8 90-1228,1207-49 1013,78 2 468,42 4 503,163-27 350,-83 32 0,135-44-805,1 1 0,0 0 0,0 1 0,0 0 0,1 1-1,-13 10 1,7 2-2778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10:54.573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 1 24575,'17'46'0,"86"350"0,-31-106 0,45 249 0,-64-265 0,-48-252 0,-1-5 0,-1 0 0,2 30 0,-4-46 0,-1 0 0,0 0 0,0 0 0,0 0 0,0 0 0,0-1 0,-1 1 0,1 0 0,0 0 0,0 0 0,-1 0 0,1 0 0,0 0 0,-1 0 0,1 0 0,-1 0 0,1 0 0,-2 1 0,2-2 0,-1 0 0,1 0 0,-1 0 0,1 1 0,-1-1 0,1 0 0,-1 0 0,1 0 0,-1 0 0,1 0 0,-1 0 0,1 0 0,-1-1 0,1 1 0,-1 0 0,1 0 0,-1 0 0,1 0 0,-1-1 0,1 1 0,-1 0 0,1 0 0,-1-1 0,0 1 0,-24-25 0,23 23 0,7 10 0,5 7 0,6 12 0,-1 1 0,-1 1 0,19 59 0,2-1 0,-88-236 0,-54-235 0,97 321 0,-3-103 0,11 125 0,-9-62 0,-2-18 0,13-202 0,1 146 0,-2 171 24,2-1 0,-1 0 0,1 1 0,2-13 0,-2 17-107,0-1 1,0 1-1,0 0 1,0 0-1,0 0 1,0 0-1,1 0 1,-1 0-1,1 0 1,-1 1-1,1-1 1,-1 1-1,1-1 1,0 1-1,0-1 1,0 1-1,3-2 1,12-4-6744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10:55.727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0 166 24575,'1'18'0,"1"-1"0,0 1 0,1-1 0,10 30 0,0-1 0,89 486 0,-59-283 0,-30-185 0,3 0 0,3-2 0,48 109 0,-65-167 0,0 0 0,0 1 0,0-1 0,1 0 0,6 6 0,-9-9 0,1 0 0,0-1 0,-1 1 0,1 0 0,0-1 0,0 1 0,-1-1 0,1 1 0,0-1 0,0 0 0,0 1 0,0-1 0,0 0 0,0 0 0,-1 1 0,1-1 0,0 0 0,0 0 0,0 0 0,0 0 0,0 0 0,0 0 0,0-1 0,0 1 0,0 0 0,0 0 0,0-1 0,-1 1 0,1 0 0,0-1 0,0 1 0,0-1 0,0 1 0,-1-1 0,1 1 0,0-1 0,0-1 0,7-7 0,0-1 0,0 0 0,-2 0 0,1-1 0,-1 0 0,5-13 0,-3 9 0,51-107 0,-6-2 0,-5-3 0,61-254 0,-107 369 0,-1 8 0,-1-1 0,1 0 0,0 1 0,0-1 0,1 1 0,-1-1 0,1 1 0,0 0 0,0 0 0,0 0 0,6-8 0,-8 12 0,1 0 0,-1-1 0,1 1 0,0 0 0,-1-1 0,1 1 0,-1 0 0,1 0 0,0 0 0,-1-1 0,1 1 0,0 0 0,-1 0 0,1 0 0,0 0 0,-1 0 0,1 0 0,0 0 0,-1 0 0,1 1 0,0-1 0,-1 0 0,1 0 0,-1 0 0,1 1 0,0-1 0,-1 0 0,1 1 0,-1-1 0,1 0 0,-1 1 0,2 0 0,14 18 0,-16-19 0,25 39 0,-1 1 0,26 65 0,16 26 0,-44-94 0,2-2 0,1 0 0,1-2 0,2-1 0,2-1 0,37 31 0,-62-58 0,-1-1 0,1 1 0,0-1 0,0 0 0,1 0 0,-1-1 0,1 1 0,-1-1 0,1 0 0,0-1 0,-1 1 0,1-1 0,0 0 0,8 0 0,-9-2 0,0 1 0,-1-1 0,1 0 0,0 0 0,-1 0 0,1-1 0,-1 0 0,0 0 0,1 0 0,-1 0 0,0 0 0,0-1 0,0 0 0,-1 0 0,1 0 0,-1 0 0,0-1 0,5-5 0,-1-1 0,0-1 0,-1 1 0,-1-1 0,0 0 0,0-1 0,-1 1 0,-1-1 0,1 0 0,1-19 0,0-14 0,0-53 0,-5 92 0,1-80 0,-13-121 0,6 165 0,-2 1 0,-1 0 0,-2 0 0,-31-74 0,27 83 0,-1 0 0,-1 1 0,-1 1 0,-43-52 0,55 75 25,0-2-1,1 1 1,-7-13-1,9 14-268,-1 0 1,0 0-1,0 1 0,-1-1 0,-10-10 0,2 7-6582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10:56.421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702 0 24575,'0'15'0,"0"18"0,0 14 0,0 8 0,-9 5 0,-9-3 0,-10-7 0,-25-2 0,-17 0 0,-17-3 0,3-9 0,5-6 0,12-8 0,12-8 0,10-6 0,4-5 0,4-12 0,8-4-8191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10:57.959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 1 24575,'1'23'0,"2"0"0,0 1 0,2-2 0,12 38 0,4 20 0,56 465 0,-43-249 0,-24-225 0,-10-86 0,-1-12 0,2 0 0,1 0 0,0 0 0,3 1 0,0-1 0,13-38 0,-12 50 0,3-10 0,22-38 0,-28 58 0,0-1 0,0 1 0,0 0 0,1 0 0,0 1 0,0-1 0,1 1 0,-1 0 0,1 0 0,0 0 0,0 1 0,0 0 0,7-4 0,-11 7 0,1-1 0,0 1 0,0-1 0,0 1 0,0 0 0,0-1 0,0 1 0,0 0 0,0 1 0,0-1 0,0 0 0,0 0 0,0 1 0,0-1 0,0 1 0,0 0 0,-1 0 0,1-1 0,0 1 0,0 0 0,-1 0 0,1 1 0,-1-1 0,1 0 0,-1 0 0,1 1 0,-1-1 0,0 1 0,1 0 0,-1-1 0,0 1 0,0 0 0,0-1 0,-1 1 0,2 3 0,2 4 0,0 1 0,-1 0 0,0 0 0,-1 0 0,2 15 0,0 17 0,-2 1 0,-6 79 0,4-118 0,-1 0 0,0 1 0,0-1 0,0 0 0,0 0 0,-1 1 0,0-1 0,1-1 0,-2 1 0,1 0 0,0 0 0,-1-1 0,0 1 0,1-1 0,-6 4 0,3-2 0,-1-1 0,0 0 0,0 0 0,-1-1 0,1 1 0,-1-1 0,1-1 0,-12 4 0,-5-2 0,-1 0 0,1-1 0,-1-1 0,-38-2 0,57-1 0,0 1 0,-1 0 0,1 1 0,0-1 0,-1 1 0,1 0 0,0 0 0,0 1 0,0 0 0,0 0 0,0 0 0,0 0 0,0 1 0,-8 6 0,10-8-124,1 1 0,-1 0 0,0-1 0,0 0 0,1 1 0,-1-1-1,0 0 1,0-1 0,0 1 0,-5 0 0,-10-1-6702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11:00.187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7878 61 24575,'-124'0'-28,"-555"3"-769,5 21 154,265 3 629,-568 29-41,826-50 664,-254-23 1,-1039-111-4769,-278 97 3658,1387 39 501,64 5-105,-271 27 903,527-38 333,1 1 0,0 0 0,-23 8 1,24-7-1372,10-3 240,1 0 0,-1 1 0,1-1 0,0 1 0,0-1 0,-1 1 0,1 0 0,0 0 0,0 0 0,0 0 0,1 0 0,-1 0 0,0 1 0,1-1 0,0 0 0,-1 1 0,1 0 0,0-1 0,0 1 0,1-1 0,-2 6 0,-1 7 0,1 0 0,-1 28 0,2-26 0,-2 122 12,17 182-1,42 132-294,53 92-1067,32-7 1360,-137-521-31,227 687 999,-216-657-652,17 93-1,1 6-333,12-13 8,68 140 0,-95-234 0,26 40 0,-36-66 0,1-1 0,0 0 0,1 0 0,0-1 0,1 0 0,23 18 0,-10-15 0,1 0 0,0-1 0,0-1 0,55 15 0,82 16 0,75-5-409,85-7-1228,110-10 492,400-3-2355,431-17 3336,-199-1 148,-641 7-297,-68 4-940,245 17 1067,413 7 666,-68-37 3959,-924 2-3976,1 0 0,-1-1 0,1-2 0,-1 0 0,0-1 0,0-1 0,36-14 0,-2-4-463,212-95 0,-212 90 0,0-2 0,83-64 0,-124 83 0,0-1 0,0 0 0,-2-1 0,0-1 0,0 0 0,-1 0 0,-1-1 0,0-1 0,-1 0 0,-1 0 0,0-1 0,-1 1 0,-1-2 0,-1 1 0,0-1 0,3-34 0,-1-45 0,-9-142 0,-1 118 0,-3-653 0,-2 600 0,-8 0 0,-44-202 0,-115-334 0,175 710 0,-58-199 0,41 149 0,-45-91 0,58 132 0,-2 0 0,1 0 0,-1 1 0,0 0 0,-1 0 0,0 1 0,0-1 0,0 1 0,-1 1 0,0 0 0,-1 0 0,1 0 0,-1 1 0,0 1 0,-1-1 0,1 1 0,-1 1 0,1 0 0,-1 0 0,0 1 0,-13-1 0,-65-6 0,-141 6 0,154 4 0,-321 3 0,386-4 0,0-1 0,0 0 0,1-1 0,-1 0 0,1 0 0,-1-1 0,1 0 0,0 0 0,0-1 0,-13-8 0,-20-5-1365,22 12-5461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11:00.712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 0 24575,'5'0'0,"6"0"0,11 0 0,6 0 0,4 0 0,1 0 0,-1 0 0,5 0 0,14 0 0,-1 0-8191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11:01.089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 1 24575,'5'0'0,"6"0"0,6 4 0,5 8 0,4 5 0,-3 5 0,-1 4 0,2 1 0,0 2 0,-3 1 0,0-5 0,-5-3 0,1-4 0,-3 0 0,1-4 0,-2-4-8191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11:01.344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29 1 24575,'-5'0'0,"-6"0"0,-2 0-8191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11:02.047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1 194 24575,'0'87'0,"0"-153"0,1-88 0,-1 151 0,0-3 0,1 0 0,-1 0 0,1 0 0,0 0 0,3-7 0,-4 13 0,0-1 0,0 0 0,1 0 0,-1 0 0,1 1 0,-1-1 0,0 0 0,1 0 0,0 1 0,-1-1 0,1 0 0,-1 1 0,1-1 0,0 1 0,-1-1 0,1 1 0,0-1 0,0 1 0,-1-1 0,1 1 0,0 0 0,0-1 0,0 1 0,0 0 0,-1 0 0,1 0 0,0-1 0,0 1 0,0 0 0,0 0 0,0 0 0,-1 0 0,1 1 0,0-1 0,0 0 0,0 0 0,0 1 0,0-1 0,-1 0 0,1 1 0,0-1 0,0 0 0,0 1 0,10 6 0,-1-1 0,0 1 0,-1 1 0,1 0 0,11 13 0,11 10 0,-18-20-114,1 1 1,0-2-1,1 0 0,0-1 0,0 0 1,1-2-1,0 0 0,0 0 0,1-2 1,0 0-1,34 4 0,0-4-6712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11:02.319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0 0 24575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11:02.534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34 18 24575,'-5'0'0,"-1"-5"0,-5-1 0,0 0-8191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11:03.310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0 1 24575,'11'386'0,"3"-226"0,46 223 0,-59-381 0,2 13 0,1 1 0,0-1 0,2 0 0,8 18 0,-12-29 0,0-1 0,0 1 0,1-1 0,-1 1 0,1-1 0,0 0 0,-1 0 0,2 0 0,-1-1 0,0 1 0,0-1 0,1 0 0,0 0 0,-1 0 0,1 0 0,0 0 0,0-1 0,0 0 0,0 0 0,0 0 0,6 1 0,1-1 0,0 0 0,0-1 0,0 0 0,0-1 0,0 0 0,14-4 0,-21 4 0,0-1 0,0 1 0,0-1 0,0 0 0,0 0 0,0 0 0,0-1 0,-1 1 0,1-1 0,-1 0 0,0 0 0,0 0 0,0-1 0,0 1 0,0-1 0,-1 1 0,0-1 0,3-5 0,5-16-1365,-4 1-5461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11:03.768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0 251 24575,'14'0'0,"25"-5"0,19-6 0,24-11 0,22-7 0,13-3 0,5 0 0,-13-1 0,-20 2 0,-25 0 0,-24 6-8191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11:04.168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 1 24575,'4'0'0,"3"9"0,4 14 0,5 6 0,0 9 0,-3 3 0,1-2 0,-1-1 0,-4-4 0,2 3 0,-1 0 0,3-2 0,-1-2 0,-3-21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11:04.333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0 1 24575,'0'0'-8191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11:05.207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255 1 24575,'-13'-1'0,"0"2"0,0 0 0,-1 0 0,1 1 0,-20 6 0,26-6 0,1 1 0,0 0 0,0 0 0,0 1 0,0 0 0,0 0 0,1 0 0,0 0 0,0 1 0,0 0 0,0 0 0,-6 10 0,1-1 0,1 2 0,0-1 0,1 1 0,0 0 0,2 1 0,0 0 0,1 0 0,0 0 0,1 1 0,1-1 0,-1 30 0,4-45 0,0 1 0,0-1 0,1 1 0,-1 0 0,1-1 0,-1 1 0,1-1 0,0 1 0,0-1 0,0 0 0,0 1 0,0-1 0,0 0 0,1 0 0,-1 1 0,1-1 0,0 0 0,-1-1 0,1 1 0,0 0 0,0 0 0,0-1 0,0 1 0,1-1 0,-1 0 0,0 0 0,1 0 0,-1 0 0,0 0 0,1 0 0,-1 0 0,1-1 0,3 1 0,2 0 0,-1-1 0,1 0 0,0 0 0,-1-1 0,1 0 0,-1 0 0,1-1 0,-1 0 0,1 0 0,6-4 0,53-30 0,-49 25 0,1 1 0,20-9 0,-33 17 0,1 0 0,0 0 0,0 0 0,0 1 0,0 0 0,1 0 0,-1 0 0,0 1 0,14 2 0,15 4-73,-23-3-143,0 0 1,0-2 0,1 1 0,-1-2-1,23-1 1,-12-4-6611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11:05.626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60 0 24575,'-2'0'0,"1"0"0,-1 1 0,0-1 0,0 0 0,0 1 0,0-1 0,0 1 0,1 0 0,-1-1 0,0 1 0,1 0 0,-1 0 0,0 0 0,1 0 0,-1 1 0,1-1 0,0 0 0,-1 1 0,1-1 0,0 0 0,0 1 0,0 0 0,0-1 0,0 1 0,0 0 0,0-1 0,1 1 0,-2 3 0,-1 5 0,1 1 0,0-1 0,1 1 0,-1 11 0,1-8 0,-3 40 0,2 2 0,8 93 0,-2-121 0,1-1 0,0 0 0,3 0 0,0 0 0,1-1 0,2 0 0,18 32 0,31 39 0,-49-82 0,1 0 0,0 0 0,1-1 0,15 13 0,-7-13-1365,-2-6-5461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11:14.6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 94 24575,'1'2'0,"0"1"0,-1-1 0,1 1 0,0-1 0,0 1 0,0-1 0,1 0 0,-1 0 0,0 1 0,1-1 0,-1 0 0,1 0 0,0 0 0,2 2 0,9 10 0,-3 3 0,0 0 0,-1 1 0,-1 0 0,10 34 0,14 81 0,-21-80 0,65 382 0,-24 4 0,-26-205 0,-4-60 0,-39-201 0,15 23 0,-199-490 0,178 423 0,3 0 0,4-1 0,2-1 0,4 0 0,-1-96 0,11 161 0,6-160 0,-3 147 0,0 1 0,1-1 0,2 1 0,0 0 0,1 1 0,9-20 0,1 9 0,1 0 0,1 2 0,1 0 0,2 1 0,0 2 0,2 0 0,1 1 0,1 1 0,0 2 0,36-22 0,-52 37 0,0 1 0,1 0 0,-1 0 0,1 1 0,0 0 0,0 1 0,0 1 0,15-3 0,-20 5 0,0-1 0,1 1 0,-1 0 0,0 1 0,1 0 0,-1 0 0,0 0 0,0 0 0,0 1 0,0 0 0,0 1 0,0-1 0,0 1 0,-1 0 0,1 1 0,5 4 0,1 2 0,0 1 0,-2 0 0,1 1 0,-1 0 0,-1 1 0,0 0 0,-1 1 0,0-1 0,-1 1 0,-1 1 0,0-1 0,-1 1 0,-1 0 0,5 28 0,-7-25 0,0-1 0,-1 0 0,-1 1 0,-1-1 0,-1 0 0,0 1 0,-1-1 0,-1 0 0,0 0 0,-1-1 0,-1 1 0,-1-1 0,-10 19 0,-6 2-170,0 0-1,-3-2 0,-1 0 1,-1-2-1,-2-1 0,-1-2 1,-63 48-1,63-58-6655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11:16.4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1032 24575,'73'161'0,"52"175"0,-110-295 0,-7-27 0,-11-33 0,-13-61 0,3-1 0,-2-82 0,14 152 0,1-1 0,1 1 0,0-1 0,3-17 0,-3 26 0,0 0 0,0 0 0,0 0 0,0 0 0,0 0 0,1 0 0,-1 1 0,1-1 0,0 0 0,0 1 0,0-1 0,0 1 0,0 0 0,0 0 0,1 0 0,-1 0 0,1 0 0,0 0 0,-1 0 0,1 1 0,3-2 0,10 0 0,-1 0 0,1 1 0,0 0 0,0 2 0,-1 0 0,1 0 0,18 4 0,13-1 0,1-1 0,402 4 0,-438-7 0,1 1 0,0-2 0,21-5 0,-32 7 0,0-1 0,0 1 0,0-1 0,1 0 0,-1 1 0,0-1 0,0 0 0,0 0 0,-1-1 0,1 1 0,0 0 0,0-1 0,-1 1 0,1-1 0,-1 1 0,1-1 0,-1 0 0,1 0 0,-1 1 0,0-1 0,0 0 0,0 0 0,0 0 0,-1 0 0,1-1 0,0 1 0,-1 0 0,1-3 0,-1 4 0,0 0 0,0 0 0,0 0 0,0-1 0,0 1 0,0 0 0,0 0 0,-1 0 0,1 0 0,0 0 0,-1 0 0,1 0 0,-1 0 0,1 0 0,-1 0 0,0 0 0,1 0 0,-1 0 0,0 0 0,0 0 0,1 0 0,-1 1 0,0-1 0,-2-1 0,1 1 0,-1 0 0,1 1 0,0-1 0,-1 0 0,1 1 0,-1 0 0,1-1 0,0 1 0,-1 0 0,1 0 0,-4 1 0,-3 0 0,0 1 0,0 0 0,0 1 0,1-1 0,-12 7 0,10-4 0,0 0 0,1 1 0,0 0 0,0 1 0,0 0 0,1 0 0,0 1 0,1 0 0,-1 0 0,2 1 0,-11 16 0,13-17 0,0 0 0,0 1 0,1-1 0,0 1 0,1-1 0,0 1 0,1 0 0,-1 0 0,2 0 0,-1 0 0,1 0 0,1 0 0,-1 0 0,5 16 0,-4-20 0,0-1 0,1 1 0,0-1 0,0 1 0,1-1 0,-1 0 0,1 0 0,0 0 0,0 0 0,0 0 0,0-1 0,1 1 0,-1-1 0,1 0 0,0 0 0,0 0 0,0-1 0,0 1 0,1-1 0,-1 0 0,1 0 0,8 2 0,8 1 0,0 0 0,1-1 0,37 1 0,-58-5 0,41 2 0,1-3 0,-1-1 0,1-1 0,-1-3 0,-1-2 0,59-18 0,-43 7 0,0-3 0,-2-2 0,101-62 0,-144 78 0,0 0 0,-1 0 0,-1-1 0,1-1 0,-1 0 0,-1-1 0,0 1 0,14-24 0,-14 17 0,0 0 0,-1-1 0,-1 0 0,-1 0 0,7-34 0,-5-6 0,-2-1 0,-3 0 0,-6-74 0,1 68 0,-28-328 0,34 414 0,1-1 0,9 22 0,-1-4 0,137 496 0,-67-259 0,-83-274 0,1 0 0,-1 0 0,1 0 0,-1 0 0,0 0 0,0 0 0,0 1 0,1-1 0,-1 0 0,0 0 0,-1 0 0,1 0 0,0 1 0,0 0 0,-1-2 0,1 1 0,0-1 0,0 1 0,-1-1 0,1 1 0,0-1 0,-1 0 0,1 1 0,-1-1 0,1 0 0,0 1 0,-1-1 0,1 0 0,-1 0 0,1 1 0,-1-1 0,1 0 0,-1 0 0,1 0 0,-1 1 0,1-1 0,-1 0 0,-4 0 0,1 0 0,-1-1 0,1 1 0,-1-1 0,1 0 0,-5-2 0,-89-24 0,20 4 0,-136-21 0,91 34 0,104 9 0,1 2 0,-1 0 0,1 1 0,-30 7 0,43-7 0,0-1 0,0 1 0,0 0 0,0 1 0,1-1 0,-1 1 0,1 0 0,-1 0 0,1 0 0,0 1 0,0 0 0,1-1 0,-1 1 0,1 1 0,0-1 0,0 0 0,0 1 0,0-1 0,1 1 0,0 0 0,0 0 0,0 0 0,1 0 0,-1 0 0,1 1 0,0-1 0,1 0 0,-1 6 0,1-5 0,0 0 0,1 0 0,-1 0 0,1 0 0,0 0 0,1-1 0,-1 1 0,1 0 0,0-1 0,1 1 0,-1-1 0,1 1 0,0-1 0,0 0 0,1-1 0,0 1 0,0 0 0,0-1 0,0 0 0,0 0 0,1 0 0,0 0 0,0-1 0,9 5 0,2-2 0,0 0 0,-1-2 0,2 0 0,-1 0 0,0-2 0,1 0 0,0 0 0,-1-2 0,28-2 0,-7-2 0,0-2 0,0-1 0,43-16 0,266-112 0,-9-28 0,-321 154 0,-2 2 0,0 0 0,0 0 0,1 2 0,15-5 0,-27 9 0,1 0 0,-1 1 0,0-1 0,0 1 0,0 0 0,0 0 0,1 0 0,-1 0 0,0 1 0,0-1 0,0 1 0,0 0 0,0-1 0,0 2 0,0-1 0,0 0 0,0 0 0,0 1 0,0 0 0,-1-1 0,1 1 0,-1 0 0,1 1 0,-1-1 0,3 3 0,3 8 0,0 0 0,-1 1 0,0-1 0,-1 1 0,8 27 0,-10-26 0,1 0 0,1-1 0,0 0 0,1 0 0,13 20 0,-8-25 0,-12-9 0,0 0 0,1 0 0,-1 0 0,0 0 0,1 0 0,-1 0 0,0 0 0,1 0 0,-1 0 0,0 0 0,1 0 0,-1 0 0,0-1 0,1 1 0,-1 0 0,0 0 0,1 0 0,-1-1 0,0 1 0,0 0 0,1 0 0,-1-1 0,0 1 0,1-1 0,0-1 0,0 0 0,0-1 0,0 1 0,0-1 0,0 0 0,0 1 0,-1-1 0,1-3 0,1-11 0,-1 0 0,-1 0 0,-1 1 0,0-1 0,-1 0 0,-8-30 0,-2 5 0,-27-64 0,-38-59 0,-170-271 0,97 204-1365,132 205-5461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11:17.0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196 1 24575,'-20'20'0,"2"2"0,1 0 0,0 1 0,2 0 0,-16 34 0,14-22 0,2 1 0,2 1 0,-12 48 0,23-76 0,0 0 0,1 0 0,0 0 0,0 0 0,1 0 0,0 0 0,2 12 0,-2-18 0,1 0 0,0 0 0,0 0 0,0 0 0,0 0 0,0 0 0,1 0 0,-1 0 0,1-1 0,0 1 0,0-1 0,0 1 0,0-1 0,0 0 0,1 0 0,-1 0 0,0 0 0,1 0 0,0 0 0,-1 0 0,1-1 0,0 0 0,0 1 0,5 0 0,2 0 7,-1 0 0,1 0-1,0-1 1,0-1-1,0 0 1,0 0 0,0-1-1,0 0 1,0-1 0,0 0-1,0 0 1,-1-1-1,1 0 1,-1-1 0,9-5-1,16-9-404,-2-1 0,47-35 0,-70 47 121,76-57-6549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11:17.3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24575,'1'1'0,"0"-1"0,0 0 0,0 1 0,0-1 0,0 0 0,0 1 0,-1-1 0,1 1 0,0 0 0,0-1 0,0 1 0,-1 0 0,1-1 0,0 1 0,-1 0 0,1 0 0,-1-1 0,1 1 0,-1 0 0,1 2 0,10 23 0,-9-21 0,9 27 0,-1 0 0,-2 1 0,5 43 0,2 103 0,-13-118 0,4 0 0,24 115 0,-28-167 0,1-1 0,0 0 0,0 1 0,1-1 0,8 14 0,-10-19 0,0-1 0,1 1 0,-1 0 0,0-1 0,1 0 0,0 1 0,0-1 0,0 0 0,0 0 0,0-1 0,0 1 0,0-1 0,0 1 0,1-1 0,-1 0 0,0 0 0,7 0 0,41 3 0,0-3 0,55-6 0,-79 3-455,-1-2 0,36-8 0,-17-1-6371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11:17.8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0 186 24575,'10'0'0,"22"0"0,29-5 0,20-1 0,19-5 0,22-15 0,-1-7 0,-10 1 0,-21 2 0,-19 5 0,-23 8-8191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11:19.7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24575,'0'0'-8191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11:22.5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24575,'28'64'0,"34"117"0,-8-20 0,-40-122 0,9 24 0,-21-58 0,1 1 0,0-1 0,0 1 0,1-1 0,-1 0 0,1 0 0,8 7 0,-11-11 0,0 0 0,1 0 0,-1 0 0,0 0 0,0 0 0,1 0 0,-1 0 0,1-1 0,-1 1 0,1-1 0,-1 1 0,1-1 0,-1 1 0,1-1 0,-1 0 0,1 0 0,0 0 0,-1 0 0,1 0 0,-1 0 0,1 0 0,-1-1 0,4 0 0,-3 0 0,1 0 0,0-1 0,0 0 0,-1 0 0,1 1 0,-1-2 0,0 1 0,0 0 0,1 0 0,-1-1 0,2-3 0,2-4 0,1-1 0,-2 1 0,0-1 0,0-1 0,4-13 0,-2-7 0,-2 0 0,3-43 0,-6 51 0,-2 20 0,0 0 0,0 1 0,1-1 0,0 0 0,0 0 0,0 1 0,0-1 0,0 1 0,1-1 0,-1 1 0,1-1 0,0 1 0,3-4 0,-5 7 0,2-1 0,-1 0 0,0 0 0,0 0 0,0 1 0,0-1 0,0 0 0,1 1 0,-1-1 0,0 1 0,0 0 0,1-1 0,-1 1 0,0 0 0,3 0 0,-1 0 0,0 0 0,1 0 0,-1 1 0,0 0 0,0-1 0,0 1 0,1 1 0,2 0 0,6 4 0,0 1 0,-1-1 0,1 2 0,-2 0 0,1 0 0,14 16 0,53 66 0,-63-72 0,54 68 0,-3 2 0,75 134 0,-134-207 0,-1 0 0,0 0 0,0 0 0,-2 1 0,0 0 0,2 19 0,-5-27 0,0 0 0,-1 1 0,1-1 0,-2 0 0,1 1 0,-1-1 0,-1 0 0,1 0 0,-1 1 0,-1-1 0,0-1 0,0 1 0,-6 11 0,7-16 0,0 0 0,0 0 0,0-1 0,0 1 0,0-1 0,-1 1 0,1-1 0,-1 0 0,0 0 0,1 0 0,-1-1 0,0 1 0,0 0 0,0-1 0,-1 0 0,1 0 0,0 0 0,0 0 0,-1 0 0,1-1 0,0 1 0,-1-1 0,1 0 0,0 0 0,-1-1 0,1 1 0,0 0 0,-1-1 0,1 0 0,0 0 0,0 0 0,-4-2 0,-6-2 0,0-2 0,1 1 0,0-2 0,0 0 0,1 0 0,-12-12 0,-20-20-273,2-2 0,2-2 0,2-2 0,-49-77 0,67 91-6553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11:21.2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450 0 24575,'0'10'0,"0"12"0,0 18 0,-4 10 0,-3 13 0,-4 3 0,0 2 0,-8 8 0,-6 5 0,-8 3 0,-17 7 0,-6-2 0,-2-8 0,4-12 0,6-13 0,6-16 0,11-15-8191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11:21.4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24575,'5'0'0,"11"10"0,8 7 0,9 11 0,4 1 0,5 5 0,-4 1 0,0 4 0,4 1 0,0-2 0,1-2 0,0-3 0,-4-3 0,1 0 0,4-2 0,4-5 0,-7-6-8191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11:24.8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1977 2 24575,'-1833'0'-1204,"1817"0"1204,6-1 0,1 1 0,-1 0 0,0 1 0,1 0 0,-19 5 0,26-5 0,-1 0 0,0 1 0,1-1 0,-1 1 0,0-1 0,1 1 0,0 0 0,-1 0 0,1 0 0,0 0 0,0 0 0,0 1 0,1-1 0,-1 1 0,0-1 0,1 1 0,0 0 0,-1-1 0,1 1 0,0 0 0,1 0 0,-1 0 0,0 3 0,-3 21 0,2 0 0,1 0 0,1 0 0,4 37 0,-1-34 0,50 1442-238,-54-1411 238,-1-26 0,2-1 0,2 1 0,1-1 0,11 50 0,-14-80 24,2-1 0,-1 1-1,0 0 1,1-1 0,0 0-1,-1 1 1,1-1 0,1 0-1,-1 0 1,0 0 0,1-1-1,-1 1 1,1 0 0,0-1-1,0 0 1,0 1 0,0-1-1,1 0 1,-1-1 0,0 1-1,1-1 1,-1 1 0,1-1-1,0 0 1,-1 0-1,1-1 1,0 1 0,-1-1-1,8 0 1,8 0 130,0-2 0,0 0 0,0-1 0,29-8 0,-30 6-239,282-79 135,-58 15-53,405-115 3,-119 7 0,-527 176 0,11-2 0,0-2 0,0 0 0,16-10 0,-24 13 0,-1-1 0,0 1 0,0-1 0,0 0 0,0 0 0,0 0 0,-1 0 0,1 0 0,-1 0 0,0-1 0,0 1 0,0-1 0,-1 0 0,1 0 0,1-4 0,0-9 0,0-1 0,-1 1 0,0-1 0,-2-29 0,-11-76 0,7 88 0,-109-622 0,102 604 0,-10-73-1365,16 83-5461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11:26.0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1 176 24575,'5'0'0,"1"0"0,-1 0 0,0 1 0,10 2 0,9 3 0,237 24 24,14-20-314,-256-10 228,1346 8-1492,-994-10 1309,-344 2 245,2 1 0,-1-2 0,34-5 0,-60 6 14,-1 0-1,0 0 1,0 0-1,1-1 1,-1 1-1,0 0 1,0-1 0,0 1-1,0-1 1,1 1-1,-1-1 1,0 0-1,0 1 1,0-1-1,0 0 1,0 0-1,0 0 1,-1 0-1,2-1 1,-2 1 25,0 0 0,0 0 0,0 0 0,0 0 0,0 0 0,0 0 0,0 0 0,0 0 0,-1 0 0,1 0 0,0 1 0,-1-1 0,1 0 0,-1 0 0,1 0 0,-1 0 0,1 0 0,-1 1 0,0-1 0,1 0 0,-1 1 0,0-1 0,-1 0 0,-14-13 118,-1 1 0,-1 1 1,0 1-1,-1 0 0,-38-15 1,35 17-182,-43-19 24,-128-34 0,175 57 0,17 4 0,4 1 0,27 5 0,-18-2 0,1 1 0,-1 0 0,-1 1 0,18 9 0,-25-12 0,0 1 0,0-1 0,-1 1 0,1 0 0,-1 0 0,1 1 0,-1-1 0,0 1 0,-1-1 0,1 1 0,-1 0 0,1 0 0,-1 0 0,0 0 0,-1 0 0,3 6 0,0 18 0,0 0 0,-2 0 0,-1 0 0,-6 56 0,2-4 0,2 3-1365,1-59-5461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11:28.4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1 281 24575,'14'0'0,"24"-5"0,30-11 0,37-17 0,48-8 0,32-11 0,-1-2-886,-13 8 886,-35 13-7305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11:28.8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24575,'11'11'0,"1"-2"0,0 1 0,0-2 0,25 14 0,59 22 0,-42-22 0,-39-15 0,-1-1 0,0 0 0,-1 1 0,0 1 0,20 14 0,-30-19 0,0-1 0,0 1 0,-1 0 0,1 0 0,-1 0 0,0 0 0,0 0 0,0 0 0,0 0 0,-1 1 0,1-1 0,-1 1 0,0-1 0,0 1 0,0 0 0,0-1 0,-1 1 0,1 0 0,-1 0 0,0-1 0,0 1 0,0 0 0,-2 6 0,0-1 0,-1-1 0,0 1 0,0-1 0,-1 0 0,0 0 0,-1 0 0,1 0 0,-1-1 0,-7 8 0,-10 9 0,-28 26 0,9-11 0,-10 11 0,32-33 0,1 0 0,1 1 0,1 1 0,0 0 0,-15 26 0,19-17-1365,5-5-5461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11:32.1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64 115 24575,'-3'0'0,"0"0"0,0 1 0,1-1 0,-1 1 0,0 0 0,1 0 0,-1 0 0,0 0 0,1 0 0,0 1 0,-3 1 0,4-3 0,0 1 0,1-1 0,-1 0 0,1 1 0,-1-1 0,1 1 0,0-1 0,-1 1 0,1-1 0,-1 1 0,1-1 0,0 1 0,-1-1 0,1 1 0,0-1 0,0 1 0,0 0 0,-1-1 0,1 1 0,0-1 0,0 1 0,0 0 0,0-1 0,0 1 0,0 0 0,0-1 0,0 1 0,0-1 0,0 1 0,0 0 0,1-1 0,-1 1 0,0-1 0,0 1 0,1 0 0,-1-1 0,0 1 0,1-1 0,-1 1 0,0-1 0,1 1 0,-1-1 0,1 1 0,-1-1 0,1 0 0,-1 1 0,1-1 0,-1 0 0,1 1 0,-1-1 0,1 0 0,1 1 0,4 2 0,1 0 0,0 0 0,0-1 0,0 0 0,0 0 0,0 0 0,1-1 0,11 0 0,7 0 0,27-2 0,-49 1 0,0-1 0,0 1 0,0-1 0,0 0 0,-1 0 0,1 0 0,0-1 0,-1 1 0,1-1 0,-1 0 0,0 0 0,1 0 0,-1 0 0,0-1 0,0 1 0,0-1 0,-1 0 0,4-4 0,-4 5 0,-1-1 0,1 0 0,-1 1 0,0-1 0,0 0 0,0 0 0,0 0 0,0 0 0,-1 1 0,1-1 0,-1 0 0,0 0 0,0 0 0,0 0 0,0 0 0,0 0 0,-1 0 0,1 0 0,-1 0 0,0 0 0,0 0 0,0 0 0,0 1 0,-2-4 0,0 1 0,-1 1 0,1-1 0,-1 1 0,0 0 0,0 0 0,-1 0 0,1 0 0,-1 1 0,1-1 0,-1 1 0,0 1 0,0-1 0,-1 1 0,1 0 0,0 0 0,-1 0 0,1 1 0,-1-1 0,0 2 0,1-1 0,-11 0 0,11 1 0,0 0 0,0 0 0,-1 0 0,1 1 0,0 0 0,0 0 0,0 0 0,0 0 0,0 1 0,0 0 0,0 0 0,0 0 0,1 1 0,-1-1 0,1 1 0,0 0 0,0 1 0,0-1 0,0 1 0,0-1 0,1 1 0,-1 0 0,-4 9 0,3-1 0,0 0 0,1 1 0,0 0 0,1-1 0,0 1 0,-1 25 0,3-18 0,1 0 0,1 0 0,7 40 0,-6-50 0,1-1 0,0 1 0,0 0 0,1-1 0,0 1 0,1-1 0,0-1 0,1 1 0,0-1 0,13 16 0,-8-14 0,0 0 0,1 0 0,0-1 0,0-1 0,1 0 0,25 12 0,-8-8 0,0-2 0,1-1 0,1-1 0,0-1 0,0-2 0,43 1 0,-51-4 0,-1-2 0,0 0 0,1-2 0,-1 0 0,26-7 0,-42 7 0,-1 1 0,0-1 0,0 0 0,0-1 0,0 0 0,-1 0 0,1 0 0,-1 0 0,0-1 0,0 0 0,0 0 0,0 0 0,0-1 0,-1 1 0,0-1 0,0 0 0,0 0 0,-1-1 0,0 1 0,0-1 0,0 0 0,-1 0 0,3-9 0,-2 2 0,-2 0 0,1 0 0,-2 0 0,0-14 0,1-27 0,-1 53 0,0 1 0,0-1 0,0 1 0,0 0 0,0-1 0,0 1 0,0-1 0,0 1 0,0-1 0,1 1 0,-1-1 0,0 1 0,0-1 0,0 1 0,0 0 0,1-1 0,-1 1 0,0-1 0,0 1 0,1 0 0,-1-1 0,0 1 0,1 0 0,-1-1 0,0 1 0,1 0 0,-1-1 0,1 1 0,-1 0 0,0 0 0,1 0 0,0-1 0,0 1 0,0 1 0,0-1 0,-1 1 0,1-1 0,0 1 0,0-1 0,0 1 0,-1-1 0,1 1 0,0 0 0,0-1 0,-1 1 0,1 0 0,0 1 0,20 32 0,0 12 0,18 33 0,-28-65 0,-11-14 0,1 0 0,-1 0 0,0 0 0,0-1 0,1 1 0,-1 0 0,0 0 0,0 0 0,0 0 0,1 0 0,-1-1 0,0 1 0,0 0 0,0 0 0,0 0 0,1-1 0,-1 1 0,0 0 0,0 0 0,0 0 0,0-1 0,0 1 0,0 0 0,0 0 0,0-1 0,1 1 0,-1 0 0,0 0 0,0-1 0,0 1 0,0 0 0,0 0 0,0-1 0,0 1 0,-1 0 0,-1-40 0,1 32 0,-2-20 0,0 4 0,1 0 0,2-42 0,0 59 0,1 0 0,0 0 0,1 0 0,0 0 0,0 1 0,0-1 0,1 1 0,-1-1 0,2 1 0,-1 0 0,1 0 0,0 0 0,0 1 0,6-7 0,6-2 0,0 2 0,1-1 0,0 2 0,36-18 0,-51 28 0,0 0 0,1 0 0,-1 0 0,0 1 0,0-1 0,0 1 0,1-1 0,-1 1 0,0 0 0,1 0 0,-1 0 0,0 0 0,1 0 0,-1 1 0,0-1 0,0 1 0,1-1 0,-1 1 0,0 0 0,0 0 0,0 0 0,0 0 0,0 0 0,0 1 0,0-1 0,3 3 0,2 3 0,-1 0 0,0 0 0,0 0 0,0 1 0,8 14 0,11 27 0,30 84 0,-36-83 0,48 92 0,-48-114 0,-19-28 0,0 0 0,0 0 0,0 0 0,1 0 0,-1 0 0,0 0 0,0 0 0,0 1 0,0-1 0,0 0 0,0 0 0,0 0 0,0 0 0,0 0 0,0 0 0,1 0 0,-1 0 0,0 0 0,0 0 0,0 0 0,0 0 0,0 0 0,0 0 0,1 0 0,-1 0 0,0 0 0,0 0 0,0 0 0,0 0 0,0 0 0,0 0 0,1 0 0,-1 0 0,0 0 0,0 0 0,0 0 0,0 0 0,0 0 0,0 0 0,0 0 0,1 0 0,-1 0 0,0 0 0,0 0 0,0 0 0,0 0 0,0-1 0,0 1 0,0 0 0,0 0 0,0 0 0,0 0 0,0-17 0,-2 2 0,1 0 0,0 0 0,1 0 0,2-18 0,0 25 0,-1 2 0,1-1 0,0 0 0,0 0 0,1 0 0,0 1 0,0 0 0,1-1 0,-1 1 0,1 0 0,7-7 0,3-2 0,1 1 0,1 0 0,0 1 0,1 1 0,34-19 0,98-39 0,-132 62 0,-3 2 0,48-18 0,-58 23 0,0-1 0,0 1 0,0 1 0,0-1 0,0 0 0,0 1 0,0 0 0,0 0 0,0 0 0,1 1 0,-1-1 0,5 3 0,-7-2 0,1 0 0,-1 1 0,0-1 0,0 1 0,0 0 0,-1 0 0,1 0 0,0 0 0,-1 0 0,1 0 0,-1 0 0,0 0 0,0 0 0,0 1 0,0-1 0,0 1 0,0-1 0,0 0 0,-1 1 0,1 5 0,1 7 0,0 1 0,-2 19 0,0-23 0,0 34 0,1 48 0,0-84 0,1 0 0,0 0 0,0-1 0,1 1 0,0-1 0,1 1 0,6 11 0,-8-18 0,0 0 0,0 0 0,1 0 0,-1 0 0,1-1 0,-1 1 0,1-1 0,0 0 0,0 0 0,0 0 0,1 0 0,-1 0 0,0-1 0,1 1 0,-1-1 0,1 0 0,-1 0 0,1 0 0,4 0 0,-5 0 0,-1-1 0,1 0 0,0 0 0,-1 0 0,1 0 0,-1-1 0,1 1 0,-1-1 0,1 1 0,-1-1 0,1 0 0,-1 0 0,0 0 0,1 0 0,-1 0 0,0-1 0,0 1 0,0-1 0,0 1 0,0-1 0,0 0 0,0 0 0,-1 0 0,1 0 0,-1 0 0,1 0 0,-1 0 0,2-3 0,0-4 0,0 0 0,-1-1 0,0 1 0,0 0 0,-1-1 0,0-16 0,-2-1 0,-4-30 0,5 53 7,-1 0 0,0 0 0,0 0 0,0 0 0,-1 1 1,1-1-1,-1 0 0,0 1 0,0-1 0,0 1 0,-1 0 0,1 0 0,-1 0 0,0 0 0,0 0 0,-3-3 0,-3 0-304,0 0 0,0 1 0,-1 0 0,-17-7 0,-2 1-6529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11:32.8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 70 24575,'0'0'0,"0"0"0,0-1 0,-1 1 0,1 0 0,0 0 0,-1-1 0,1 1 0,0 0 0,-1 0 0,1-1 0,0 1 0,-1 0 0,1 0 0,0 0 0,-1 0 0,1-1 0,0 1 0,-1 0 0,1 0 0,-1 0 0,1 0 0,0 0 0,-1 0 0,1 0 0,-1 0 0,1 0 0,0 0 0,-1 0 0,1 0 0,-1 1 0,1-1 0,0 0 0,-1 0 0,1 0 0,0 0 0,-1 1 0,1-1 0,0 0 0,-1 0 0,1 1 0,0-1 0,-1 0 0,1 1 0,0-1 0,0 0 0,0 1 0,-1-1 0,1 0 0,0 1 0,0-1 0,0 0 0,0 1 0,-1-1 0,1 1 0,0-1 0,0 0 0,0 1 0,0-1 0,0 1 0,-4 28 0,4-10 0,1 1 0,0-1 0,2 1 0,9 36 0,32 77 0,-27-83 0,-9-25 0,-6-17 0,0 0 0,1 0 0,-1-1 0,2 1 0,-1-1 0,1 0 0,7 10 0,-11-17 0,0 1 0,0-1 0,0 0 0,1 0 0,-1 0 0,0 0 0,0 1 0,0-1 0,0 0 0,0 0 0,1 0 0,-1 0 0,0 1 0,0-1 0,0 0 0,1 0 0,-1 0 0,0 0 0,0 0 0,1 0 0,-1 0 0,0 0 0,0 0 0,0 0 0,1 0 0,-1 0 0,0 0 0,0 0 0,1 0 0,-1 0 0,0 0 0,0 0 0,1 0 0,-1 0 0,0 0 0,0 0 0,0 0 0,1 0 0,-1 0 0,0-1 0,0 1 0,0 0 0,1 0 0,-1 0 0,0 0 0,0 0 0,0-1 0,0 1 0,1 0 0,-1 0 0,0 0 0,0-1 0,0 1 0,0 0 0,0 0 0,0-1 0,4-14 0,3-34 0,-6 34 0,1-1 0,0 1 0,1 0 0,10-25 0,-1 13 0,2 1 0,0 1 0,2 0 0,1 1 0,1 1 0,1 1 0,1 0 0,0 2 0,2 0 0,0 1 0,2 1 0,34-20 0,-46 31 20,0 1 0,0 0 0,1 1 0,0 1 0,25-7 0,-31 10-126,0 0 0,0 1 0,0-1 0,0 1 0,0 0 0,0 1-1,0 0 1,-1 0 0,1 0 0,0 1 0,0 0 0,-1 1 0,8 3 0,3 3-6720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11:34.5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197 1 24575,'-21'0'0,"-63"2"0,75-1 0,0 0 0,0 1 0,0 0 0,1 0 0,-1 1 0,-14 7 0,22-10 0,0 0 0,0 1 0,0-1 0,0 1 0,0-1 0,1 1 0,-1 0 0,0-1 0,0 1 0,1 0 0,-1-1 0,0 1 0,1 0 0,-1 0 0,0-1 0,1 1 0,-1 0 0,1 0 0,0 0 0,-1 0 0,1 1 0,0-1 0,0 0 0,1 1 0,-1-1 0,0 0 0,1 0 0,-1 0 0,1 0 0,-1 0 0,1 0 0,0 0 0,-1 0 0,1 0 0,0 0 0,0-1 0,0 1 0,0 0 0,0 0 0,0-1 0,0 1 0,1 0 0,13 7 0,0 0 0,0-2 0,1 0 0,0 0 0,0-2 0,20 4 0,297 46 23,6-25-329,-333-29 292,1484 42-1473,-1430-43 1487,-29-1 0,1 2 0,49 7 0,-81-7 0,1 0 0,-1 0 0,0 0 0,0 0 0,0 0 0,1 0 0,-1 0 0,0 0 0,0 0 0,1 0 0,-1 0 0,0 0 0,0 0 0,0 0 0,1 0 0,-1 0 0,0 0 0,0 0 0,0 0 0,1 1 0,-1-1 0,0 0 0,0 0 0,0 0 0,0 0 0,1 0 0,-1 1 0,0-1 0,0 0 0,0 0 0,0 0 0,0 1 0,0-1 0,1 0 0,-1 0 0,0 0 0,0 1 0,0-1 0,-12 6 0,-29 6 0,-71 10 0,19-6 0,-149 35-312,-953 231-1250,981-218 1829,74-11 803,135-52-1047,1 1 0,0 0 0,0 0 0,0 1-1,0-1 1,0 1 0,0 0 0,1 0 0,-1 0 0,1 0-1,-4 5 1,7-7-23,0 0 0,-1-1-1,1 1 1,0-1-1,0 1 1,0-1 0,0 1-1,0-1 1,0 1 0,0-1-1,0 1 1,0 0 0,0-1-1,1 1 1,-1-1 0,0 1-1,0-1 1,0 1 0,1-1-1,-1 1 1,0-1-1,0 1 1,1-1 0,-1 0-1,0 1 1,1-1 0,-1 1-1,1-1 1,-1 0 0,1 1-1,0-1 1,3 2 1,-1 0-1,1 0 1,0 0-1,0-1 1,0 1 0,0-1-1,5 0 1,36 6-1,47 1 0,95-3-549,296-31 0,180-69-161,-415 47 710,62-21 1543,-251 50-1234,-58 19-309,-1 0 0,0 0 0,0 0 0,1 0 0,-1 0 0,0 0 0,0 0 0,1 0 0,-1 0 0,0-1 0,0 1 0,0 0 0,1 0 0,-1 0 0,0 0 0,0-1 0,0 1 0,0 0 0,0 0 0,1 0 0,-1 0 0,0-1 0,0 1 0,0 0 0,0 0 0,0-1 0,0 1 0,0 0 0,0 0 0,0 0 0,0-1 0,0 1 0,0 0 0,0 0 0,0-1 0,-12-4 0,-24-1 0,0 1 0,-61 1 0,49 3 0,-679-8-619,4 55 1,594-25 618,126-21 0,0 1 0,-1-1 0,1 1 0,0 0 0,0 0 0,0 0 0,0 0 0,0 1 0,0-1 0,0 1 0,0 0 0,1 0 0,-6 4 0,8-5 0,0-1 0,0 1 0,0-1 0,0 0 0,0 1 0,1-1 0,-1 1 0,0-1 0,0 1 0,0-1 0,0 0 0,0 1 0,1-1 0,-1 1 0,0-1 0,0 0 0,1 1 0,-1-1 0,0 0 0,0 1 0,1-1 0,-1 0 0,0 0 0,1 1 0,-1-1 0,1 0 0,-1 0 0,0 1 0,1-1 0,-1 0 0,1 0 0,33 11 0,100 4 0,81-4 0,738-10-13,-1-42 367,-853 35-109,-90 4-245,-24 0 0,-45 0 0,-103 3 0,-482 49-1006,496-22 1349,134-25-1,0 1 1,0 1-1,-26 12 1,39-16-310,-1 0 0,1 1 1,0-1-1,0 1 1,1-1-1,-1 1 0,0 0 1,-2 2-1,4-4-25,0 1 1,-1 0-1,1-1 0,0 1 0,-1 0 0,1-1 0,0 1 0,0 0 0,-1-1 0,1 1 1,0 0-1,0 0 0,0-1 0,0 1 0,0 0 0,0 0 0,0-1 0,1 2 0,-1 0 9,2 0 0,-1 0 0,0 0-1,0-1 1,0 1 0,1-1-1,-1 1 1,1-1 0,0 1 0,-1-1-1,1 0 1,0 0 0,-1 0-1,1 0 1,4 2 0,10 3-8,1 1 1,0-2 0,0 0-1,0-1 1,27 2 0,93 2 650,-116-8-339,-9 1-345,24-1-551,54 9 1,-65-4-6252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14:49.9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1331 3506 24575,'6'3'0,"0"-1"0,1-1 0,-1 1 0,1-1 0,11 0 0,3 1 0,254 8 0,-16-6-627,92-2-1882,80-1 1387,57 0-858,1220-7-1988,-819-4 4295,1430-4 2346,-2287 14 113,-29 0-1147,-24 0-141,-99 1-669,-619 9-2101,-2369 38-2648,2481-50 5889,666 3-437,41 7 0,-3 1-1131,146 13-189,87 9-792,82 3-1739,98 2 1740,2532 56-3673,-2728-94 3370,-241 2 763,0 0 85,0-2 0,92-15 1,-143 17 78,1 0 1,0 0-1,0-1 1,-1 0-1,1 1 1,0-1 0,-1 0-1,1 0 1,-1-1-1,0 1 1,1 0-1,-1-1 1,0 0 0,0 1-1,1-1 1,-1 0-1,-1 0 1,1 0-1,0 0 1,1-3 0,-2 3 73,-1-1 1,0 0-1,0 0 1,1 1 0,-2-1-1,1 0 1,0 0-1,-1 1 1,1-1 0,-1 0-1,0 1 1,1-1-1,-1 1 1,-1-1 0,1 1-1,0-1 1,-3-2-1,-5-13 1354,0-1 0,-9-25 0,15 35-1310,1 0 0,0 0 0,1 0 0,0 0 0,0 0 0,1-1 0,1-16 0,5-26-163,-2 0 0,-3 0 0,-2 0 0,-13-92 0,-5 53 0,-54-152 0,-56-84 0,24 86 0,-138-364 0,213 513 0,-37-128 0,12-47 0,24 103 0,-64-192 0,37 206 0,54 142 0,0 1 0,0-1 0,-1 1 0,0 0 0,0 0 0,-1 0 0,1 1 0,-2 0 0,-12-10 0,-10-5 0,-33-19 0,33 22 0,-18-11 0,0 1 0,-2 2 0,-1 3 0,-77-26 0,19 21 0,-2 4 0,-1 6 0,-126-6 0,-346 15 0,31 52 0,407-27 0,-848 110-1015,873-110 1147,-554 83-132,179-13 890,222-35-897,-215 52 7,80-15 0,273-65 0,-1-6 0,-177 0 0,-53 9 0,2 31 0,362-57 0,-223 48 0,101-20 0,90-22 0,9-1 0,0 0 0,0 2 0,-43 17 0,61-20 0,0-1 0,0 1 0,1 1 0,-1-1 0,1 1 0,0 0 0,0 1 0,1-1 0,0 1 0,-1 0 0,2 0 0,-1 1 0,1 0 0,0 0 0,1 0 0,-6 14 0,-6 34 0,3 0 0,2 0 0,-3 57 0,-1 8 0,-14 110 0,3 319 0,25-464 0,3 197 0,2-188 0,18 96 0,50 171 0,-19-106 0,-42-188 0,3 15 0,3-1 0,29 79 0,-41-147 0,1-1 0,0 1 0,1-1 0,0-1 0,1 0 0,12 13 0,2 3 0,-13-16 0,0 0 0,1 0 0,0-1 0,0-1 0,17 10 0,-1-2 0,50 20 0,102 26 0,125 12-627,132-2-1882,158-12 959,130-23-2142,1205-86-545,-20-157 1759,-1408 129 2478,-148 15 1150,-116 16 4602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54:16.930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0 0 24575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54:18.383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1 927 24575,'14'0'0,"29"-5"0,55-16 0,83-28 0,59-20 0,69-23-3222,94-29 3222,54-8 0,22-2-3224,-23 22 3224,-41 24 0,-52 27-2053,-69 23 2053,-70 18-630,-69 11 630,-59 7 938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54:19.425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48 88 24575,'-28'4'0,"27"-4"0,0 0 0,0 0 0,0 0 0,0 1 0,0-1 0,0 0 0,1 0 0,-1 1 0,0-1 0,0 1 0,0-1 0,0 0 0,1 1 0,-1 0 0,0-1 0,0 1 0,1-1 0,-1 1 0,0 0 0,1 0 0,-1-1 0,1 1 0,-1 0 0,0 1 0,2-1 0,-1-1 0,1 1 0,-1 0 0,1-1 0,0 1 0,-1 0 0,1-1 0,0 1 0,0-1 0,-1 0 0,1 1 0,0-1 0,0 1 0,0-1 0,-1 0 0,1 0 0,0 0 0,0 1 0,0-1 0,0 0 0,0 0 0,1 0 0,27 2 0,-25-2 0,28 1 0,-1-2 0,1 0 0,-1-2 0,56-13 0,33-13-341,1 4 0,1 7-1,142-5 1,-219 23-6485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54:20.652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0 18 24575,'5'0'0,"6"0"0,6 0 0,6 0 0,2 0 0,-2-5 0,0-2 0,-5 1-8191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54:21.072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22 1 24575,'5'0'0,"11"4"0,8 12 0,4 8 0,7 9 0,3 4 0,-6 5 0,-7 1 0,-9 2 0,-7-2 0,-5 2 0,-12 2 0,-25 8 0,-16 0 0,-9-10 0,0-13 0,11-11-8191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54:22.426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0 1 24575,'30'31'0,"-2"2"0,-2 1 0,-1 1 0,32 58 0,61 161 0,-64-132 0,-48-109 0,1 1 0,0-1 0,16 22 0,-22-34 0,-1 0 0,1 0 0,-1 0 0,1 0 0,0 0 0,0 0 0,0 0 0,-1-1 0,1 1 0,0 0 0,0-1 0,0 1 0,0 0 0,0-1 0,0 1 0,0-1 0,0 0 0,0 1 0,0-1 0,0 0 0,1 0 0,-1 1 0,0-1 0,0 0 0,0 0 0,0 0 0,0-1 0,0 1 0,1 0 0,-1 0 0,0 0 0,0-1 0,0 1 0,0-1 0,0 1 0,0-1 0,0 1 0,0-1 0,0 0 0,0 1 0,0-1 0,-1 0 0,1 0 0,0 1 0,0-1 0,-1 0 0,2-1 0,3-5 0,-1-1 0,1 1 0,-1-1 0,5-15 0,74-205 0,-77 216 0,-2-1 0,0 0 0,0 0 0,-1 0 0,-1-1 0,1-13 0,-3 18 0,0 0 0,-1 0 0,0 0 0,0 0 0,-1 0 0,0 1 0,-1-1 0,1 1 0,-8-15 0,5 14 0,4 12 0,8 15 0,29 45 0,-13-23 0,-1 1 0,20 55 0,-38-86-273,0 1 0,1 0 0,0-1 0,13 18 0,3-1-6553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54:23.075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795 784 24575,'17'12'0,"0"2"0,-1 0 0,-1 1 0,-1 1 0,0 0 0,18 28 0,286 467-434,-249-392-215,2 1 423,170 325 553,-240-444-327,0 0 0,-1 0 0,1 1 0,0-1 0,-1 0 0,1 0 0,-1 1 0,1-1 0,-1 0 0,0 1 0,1-1 0,-1 0 0,0 1 0,0-1 0,0 0 0,-1 3 0,-1-5 0,0 0 0,0 0 0,1-1 0,-1 1 0,0-1 0,0 1 0,1-1 0,-1 0 0,1 0 0,-1 1 0,-1-4 0,-39-54 0,-48-91 0,89 149 0,-620-1133-825,599 1093 822,-21-39 2,-85-167-14,102 190 12,3-1-1,-22-79 0,42 127 4,0 0 0,1 0 0,0 0 0,1-1 0,0 1 0,0-1 0,1 1 0,2-20 0,-1 28 49,-1 0-1,1 0 1,-1 0 0,1 1-1,0-1 1,-1 0-1,1 1 1,0-1-1,0 0 1,0 1-1,1 0 1,-1-1-1,0 1 1,1-1-1,-1 1 1,0 0-1,1 0 1,-1 0-1,1 0 1,2-1-1,-1 1 5,0 0 0,0 0-1,0 1 1,1-1 0,-1 1-1,0 0 1,0 0 0,0 0-1,1 0 1,-1 0 0,3 2-1,6 1-22,0 0 1,-1 1-1,1 1 0,-1 0 0,13 8 0,21 17-29,-2 1 0,-1 3-1,-2 1 1,-1 2 0,-2 2 0,37 51-1,-65-79 0,-1 0 0,0 1 0,-1 0 0,-1 0 0,0 1 0,0 0 0,-1 0 0,-1 0 0,5 23 0,-9-32 0,1 1 0,-1 0 0,1 0 0,-2 0 0,1 0 0,0 0 0,-1 0 0,0 0 0,0 0 0,-1 0 0,1 0 0,-1-1 0,0 1 0,0-1 0,-1 1 0,1-1 0,-1 0 0,0 0 0,0 0 0,0 0 0,-1 0 0,1-1 0,-1 0 0,0 1 0,0-1 0,0-1 0,0 1 0,-1-1 0,1 1 0,-6 1 0,-15 5 0,1 0 0,-1-1 0,0-2 0,-36 5 0,-109 3 0,168-14 0,-47 2 0,0-1 0,0-3 0,0-2 0,0-3 0,1-1 0,0-3 0,0-1 0,-70-29 0,103 34-151,0 0-1,0-1 0,1 0 0,0-1 1,1-1-1,0 0 0,0-1 1,-12-13-1,-11-24-6674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54:25.100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754 0 24575,'1'17'0,"0"0"0,1-1 0,1 1 0,0-1 0,8 22 0,36 78 0,-18-51 0,36 92-49,371 847-877,-364-858 926,-57-113 0,-15-33 0,0 0 0,0 0 0,0 0 0,1 1 0,-1-1 0,0 0 0,0 0 0,0 0 0,0 1 0,0-1 0,0 0 0,0 0 0,0 1 0,0-1 0,0 0 0,-1 0 0,1 0 0,0 1 0,0-1 0,0 0 0,0 0 0,0 0 0,0 1 0,0-1 0,0 0 0,-1 0 0,1 0 0,0 1 0,0-1 0,0 0 0,0 0 0,-1 0 0,1 0 0,0 0 0,0 0 0,0 1 0,-1-1 0,1 0 0,0 0 0,0 0 0,0 0 0,-1 0 0,1 0 0,0 0 0,0 0 0,-1 0 0,1 0 0,0 0 0,0 0 0,0 0 0,-1 0 0,1 0 0,0 0 0,0 0 0,-1 0 0,1-1 0,0 1 0,0 0 0,0 0 0,-1 0 0,1 0 0,0 0 0,0 0 0,0-1 0,0 1 0,0 0 0,-1 0 0,1-1 0,-12-5 103,0-1 1,1 0 0,0-1 0,-13-11 0,-4-4 190,-23-14-271,-2 2 0,0 2 0,-3 3 1,0 2-1,-2 2 0,-71-20 0,75 30-23,-1 3 0,0 2 0,0 3 0,-1 2 0,-59 2 0,86 5 0,0 2 0,0 1 0,0 0 0,-49 17 0,59-15 0,1 2 0,-1 0 0,2 1 0,-1 1 0,1 1 0,1 0 0,-27 24 0,31-22 0,-1 0 0,2 1 0,0 0 0,1 1 0,0 0 0,1 1 0,1 0 0,1 1 0,0-1 0,1 1 0,1 0 0,0 1 0,1 0 0,1-1 0,1 1 0,1 0 0,0 0 0,3 26 0,-1-24 0,2 0 0,0 0 0,1-1 0,1 1 0,1-1 0,1 0 0,0-1 0,2 1 0,0-2 0,1 1 0,0-1 0,1-1 0,2 0 0,-1 0 0,2-1 0,19 17 0,-16-19 0,1 0 0,1-2 0,0 0 0,0 0 0,1-2 0,0-1 0,1 0 0,-1-2 0,2 0 0,-1-1 0,0-1 0,1-1 0,0-1 0,0-1 0,0-1 0,37-5 0,-24 0 0,-1-2 0,0-1 0,-1-2 0,0-1 0,0-1 0,-1-2 0,-1-1 0,0-2 0,52-38 0,-10 0 0,-4-4 0,69-75 0,-96 88 0,-2-1 0,-3-2 0,-1-2 0,29-56 0,-53 83 0,-1-1 0,-1 0 0,-1-1 0,9-43 0,-25 118 0,-2 93 0,7-95 0,0-11 0,1 1 0,2-1 0,2 0 0,8 44 0,-11-80 0,0 0 0,0 1 0,0-1 0,0 0 0,-1 0 0,1 0 0,0 0 0,0 1 0,0-1 0,0 0 0,0 0 0,0 0 0,0 1 0,0-1 0,0 0 0,0 0 0,0 0 0,1 0 0,-1 1 0,0-1 0,0 0 0,0 0 0,0 0 0,0 0 0,0 1 0,0-1 0,0 0 0,0 0 0,1 0 0,-1 0 0,0 0 0,0 0 0,0 1 0,0-1 0,0 0 0,1 0 0,-1 0 0,0 0 0,0 0 0,0 0 0,0 0 0,1 0 0,-1 0 0,0 0 0,0 0 0,0 0 0,0 0 0,1 0 0,-1 0 0,0 0 0,4-12 0,-1-19 0,-3-29 0,-1 37 0,1 0 0,2 0 0,5-33 0,-7 54 0,0 1 0,1-1 0,-1 1 0,1-1 0,-1 0 0,1 1 0,0-1 0,-1 1 0,1-1 0,0 1 0,0 0 0,0-1 0,0 1 0,0 0 0,1 0 0,1-2 0,-2 2 0,0 1 0,0 0 0,0-1 0,0 1 0,0 0 0,0 0 0,0 0 0,0 0 0,0 0 0,0 0 0,0 0 0,0 0 0,0 0 0,0 0 0,0 0 0,0 1 0,0-1 0,0 0 0,2 2 0,4 2 0,0 0 0,0 1 0,-1 0 0,0 0 0,9 9 0,-8-6 0,6 4 0,0-1 0,0 0 0,1-1 0,1 0 0,-1-1 0,1-1 0,19 8 0,-30-15 0,1 1 0,0-1 0,0 0 0,0 0 0,0 0 0,0-1 0,0 1 0,0-1 0,0-1 0,0 1 0,0-1 0,6-1 0,-7 1 0,0-1 0,0 0 0,0 0 0,0 0 0,-1 0 0,1-1 0,-1 0 0,0 1 0,1-1 0,-1 0 0,-1 0 0,1-1 0,0 1 0,-1-1 0,1 1 0,2-8 0,1-2 0,0 0 0,-1-1 0,-1 1 0,0-1 0,0 0 0,1-17 0,1-92 0,-5 109 0,-2-88 0,-3 0 0,-5 0 0,-5 1 0,-40-151 0,45 218 0,-28-61 0,30 82 0,7 15 0,12 28 0,85 190 0,38 94 0,-113-257 0,21 59 0,-42-112 0,1 1 0,-1-1 0,0 1 0,0-1 0,-1 1 0,1 0 0,-1 0 0,0-1 0,0 1 0,-1 0 0,0 0 0,-1 5 0,1-8 0,0 0 0,0 0 0,0 0 0,0 0 0,-1 0 0,1-1 0,-1 1 0,1 0 0,-1-1 0,0 1 0,1-1 0,-1 1 0,0-1 0,0 0 0,0 0 0,0 0 0,0 0 0,0 0 0,0-1 0,-1 1 0,1 0 0,0-1 0,0 0 0,-1 1 0,1-1 0,-4 0 0,-9-1 0,0 0 0,0-1 0,-1-1 0,1 0 0,1-1 0,-1-1 0,-24-11 0,32 14 0,-120-49 0,-141-77 0,261 124 0,1 1 0,-1-1 0,1-1 0,0 1 0,0-1 0,1 0 0,-7-7 0,11 11 0,1 0 0,-1 1 0,1-1 0,-1 0 0,1 0 0,-1 0 0,1 0 0,0 0 0,-1 0 0,1 0 0,0 0 0,0 0 0,0 0 0,0 0 0,0 0 0,0 0 0,0 0 0,0 0 0,0 0 0,0 0 0,1 0 0,-1-1 0,2 0 0,-1 0 0,1 0 0,-1 0 0,1 0 0,-1 1 0,1-1 0,0 0 0,0 1 0,0-1 0,0 1 0,0 0 0,0 0 0,3-2 0,21-8 0,1 1 0,34-8 0,-20 6 0,399-152 0,-388 143 0,-37 15 0,7-3 0,27-8 0,-44 15 0,1 1 0,0 0 0,0 0 0,-1 1 0,1-1 0,0 1 0,0 1 0,0-1 0,10 3 0,-12-2 0,-2 0 0,1 0 0,0 0 0,0 1 0,0-1 0,0 1 0,-1 0 0,1 0 0,-1 0 0,0 0 0,1 0 0,-1 0 0,0 1 0,0-1 0,3 6 0,-1 0 0,0 0 0,0 1 0,-1 0 0,3 10 0,3 22 0,8 79 0,-14-90 0,0 1 0,2-1 0,1 0 0,2 0 0,14 38 0,-20-64 0,0 0 0,-1-1 0,1 1 0,1-1 0,-1 0 0,1 1 0,-1-1 0,1 0 0,6 5 0,-8-7 0,1 0 0,-1-1 0,1 1 0,-1 0 0,1-1 0,-1 1 0,1-1 0,0 1 0,-1-1 0,1 0 0,-1 0 0,1 0 0,0 0 0,-1 0 0,1 0 0,0 0 0,-1 0 0,1-1 0,0 1 0,-1-1 0,1 1 0,-1-1 0,1 0 0,-1 1 0,1-1 0,1-1 0,10-8-67,0 1-1,0-2 1,-1 1-1,10-14 1,1 1-961,45-44-5798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54:26.005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548 584 24575,'1'4'0,"-1"0"0,0 0 0,1 0 0,-1 0 0,1-1 0,0 1 0,1 0 0,-1 0 0,4 6 0,6 16 0,132 409-182,-39-111-1441,-80-255 1469,109 336-73,-25 4 133,-83-271 71,-23-125 23,-1 1 0,0-1 0,0 1 0,-3 16 0,2-28 0,-1-1 0,1 1 0,0-1 0,-1 1 0,1-1 0,-1 0 0,1 1 0,-1-1 0,0 1 0,0-1 0,-1 2 0,1-2 0,1-1 0,-1 1 0,1-1 0,-1 0 0,0 1 0,1-1 0,-1 0 0,1 1 0,-1-1 0,0 0 0,1 0 0,-1 0 0,0 0 0,1 0 0,-1 0 0,0 0 0,1 0 0,-1 0 0,0 0 0,1 0 0,-1 0 0,1 0 0,-2 0 0,-3-3 0,-1 0 0,1 0 0,0-1 0,0 1 0,0-1 0,1 0 0,-1 0 0,1 0 0,-7-9 0,-15-21 0,-28-45 0,-48-93 0,-244-461-375,44-28 320,253 532 72,5-1-1,-49-254 1,78 270-4,15 102-14,0 0 1,0-1-1,1 1 1,0 0 0,1 0-1,6-19 1,-8 28 0,1 0 0,0 0 0,1 0 0,-1 0 0,1 0 0,-1 0 0,1 1 0,0-1 0,0 1 0,0-1 0,0 1 0,0-1 0,1 1 0,-1 0 0,1 0 0,-1 0 0,1 1 0,0-1 0,0 0 0,0 1 0,0 0 0,0 0 0,0 0 0,0 0 0,0 0 0,0 1 0,0-1 0,1 1 0,-1 0 0,0 0 0,6 0 0,4 3 0,1-1 0,-1 2 0,1 0 0,-1 0 0,-1 1 0,19 10 0,26 16-28,-1 2 0,80 63 0,94 99 450,-207-175 38,53 52 611,-68-64-971,-1 1-1,0 1 1,0-1-1,-1 1 1,0 0-1,7 18 0,-12-24-93,1 0 0,-1 0 0,0 1 0,0-1 0,-1 0 0,1 0 0,-1 1 0,0-1 0,0 0 0,0 0 0,-1 1 0,1-1 0,-1 0 0,0 0 0,0 0 0,-3 6-1,1-4-3,-1 0 0,1 0-1,-1-1 1,0 1 0,-1-1-1,1 0 1,-1-1 0,0 1-1,-9 5 1,-8 4-4,-1-1 0,0-1 0,-1-1-1,-30 10 1,53-21 3,-60 22-1,0-3 0,-1-3 0,-1-2 0,-68 5 0,116-18 0,0-1 0,0-1 0,0 0 0,0-1 0,0 0 0,0-1 0,-18-7 0,25 7 0,-1 0 0,2 0 0,-1-1 0,0 0 0,1 0 0,0-1 0,0 0 0,0 0 0,0-1 0,1 0 0,0 0 0,0 0 0,-8-13 0,13 18-34,0-1 0,0 1 0,1 0 0,-1 0 0,1-1-1,-1 1 1,1 0 0,0-1 0,-1 1 0,1 0 0,0-1 0,0 1 0,0-1-1,0 1 1,0 0 0,0-1 0,0 1 0,0-1 0,1 1 0,-1 0-1,1-1 1,-1 1 0,1 0 0,-1-1 0,1 1 0,0 0 0,-1 0 0,1 0-1,0 0 1,0-1 0,0 1 0,0 0 0,0 1 0,0-1 0,0 0 0,0 0-1,1 0 1,-1 1 0,2-2 0,28-13-6792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54:29.345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146 939 24575,'0'-2'0,"0"0"0,0 0 0,0 0 0,0 0 0,-1 0 0,1 0 0,-1 0 0,1 1 0,-1-1 0,0 0 0,1 0 0,-1 1 0,0-1 0,0 0 0,0 1 0,-1-1 0,1 1 0,0 0 0,-3-3 0,3 3 0,0 1 0,-1-1 0,1 0 0,-1 1 0,1-1 0,-1 1 0,1 0 0,-1-1 0,1 1 0,-1 0 0,1 0 0,-1 0 0,1 0 0,-1 0 0,1 0 0,-1 0 0,1 1 0,-1-1 0,1 0 0,-1 1 0,1 0 0,0-1 0,-1 1 0,1 0 0,-3 1 0,-2 3 0,0 0 0,0 0 0,0 0 0,1 1 0,0 0 0,0 0 0,0 0 0,1 1 0,0 0 0,0-1 0,1 1 0,0 1 0,0-1 0,-2 10 0,-1 2 0,2 1 0,0 0 0,1 0 0,0 30 0,3-43 0,0 0 0,1 0 0,-1 0 0,1 0 0,1 0 0,-1 0 0,5 11 0,-5-15 0,1 0 0,0 0 0,-1-1 0,1 1 0,0 0 0,0-1 0,0 1 0,1-1 0,-1 0 0,1 1 0,-1-1 0,1-1 0,0 1 0,0 0 0,-1 0 0,1-1 0,0 0 0,6 2 0,1 0 0,0-1 0,0 0 0,0 0 0,0-1 0,1-1 0,-1 1 0,20-4 0,-27 3 0,0 0 0,1-1 0,-1 0 0,1 0 0,-1 0 0,0 0 0,0 0 0,0-1 0,1 1 0,-1-1 0,-1 0 0,1 0 0,0 0 0,0 0 0,-1-1 0,1 1 0,-1-1 0,0 1 0,0-1 0,0 0 0,0 0 0,0 0 0,-1 0 0,1 0 0,-1 0 0,2-7 0,1-25 0,-4 31 0,0 0 0,0 0 0,1 0 0,-1 1 0,1-1 0,-1 0 0,1 0 0,0 1 0,1-1 0,-1 1 0,1-1 0,-1 1 0,1-1 0,0 1 0,0 0 0,1 0 0,-1 0 0,0 0 0,5-4 0,-2 3 0,0 1 0,-1-2 0,0 1 0,0-1 0,0 1 0,-1-1 0,1 0 0,-1 0 0,4-9 0,-1-2 0,9-33 0,-12 37 0,0 0 0,1-1 0,1 1 0,10-20 0,-14 31 0,-1 0 0,1 0 0,-1 0 0,1 0 0,0 0 0,0 0 0,-1 1 0,1-1 0,0 0 0,0 0 0,0 0 0,0 1 0,0-1 0,0 1 0,0-1 0,0 0 0,0 1 0,0 0 0,1-1 0,-1 1 0,1-1 0,0 2 0,0-1 0,0 0 0,0 1 0,0-1 0,0 1 0,-1 0 0,1 0 0,0-1 0,0 1 0,-1 0 0,1 0 0,-1 1 0,3 1 0,13 11 0,-1 1 0,-1 1 0,20 25 0,37 62 0,-38-53 0,31 48 0,-199-300 0,107 157 0,2-1 0,-31-83 0,54 125 0,1 0 0,0 1 0,0-1 0,0 0 0,0 0 0,1 0 0,-1 0 0,1 0 0,0 0 0,0 0 0,1 0 0,0-5 0,0 6 0,0 1 0,0-1 0,1 1 0,-1 0 0,1-1 0,-1 1 0,1 0 0,0 0 0,0 0 0,0 0 0,0 1 0,0-1 0,0 0 0,0 1 0,1 0 0,-1-1 0,0 1 0,6-2 0,17-5 0,0 1 0,0 0 0,45-4 0,-15 3 0,122-34 0,-64 13 0,-112 29 0,1-1 0,-1 1 0,1-1 0,-1 1 0,1 0 0,-1 0 0,1 0 0,-1 0 0,1 0 0,-1 0 0,1 0 0,-1 0 0,3 1 0,-3 0 0,0 0 0,-1 0 0,1 0 0,-1 0 0,1 0 0,-1-1 0,1 1 0,-1 0 0,0 0 0,1 0 0,-1 0 0,0 0 0,0 0 0,0 0 0,1 0 0,-1 1 0,0-1 0,-1 0 0,1 0 0,0 0 0,0 0 0,-1 2 0,-19 146 0,-9 76 0,27-203 0,-3 22 0,2-1 0,2 1 0,2 0 0,9 56 0,-9-92 0,1 0 0,0-1 0,1 1 0,0-1 0,0 1 0,1-1 0,7 12 0,-10-17 0,0-1 0,0 1 0,0-1 0,0 1 0,1-1 0,-1 0 0,0 0 0,1 0 0,-1 0 0,0 0 0,1 0 0,0 0 0,-1 0 0,1 0 0,-1-1 0,1 1 0,0-1 0,-1 1 0,1-1 0,0 0 0,0 1 0,-1-1 0,1 0 0,0 0 0,0 0 0,-1-1 0,1 1 0,0 0 0,0-1 0,-1 1 0,1-1 0,0 1 0,-1-1 0,1 0 0,-1 0 0,1 0 0,-1 1 0,1-2 0,0 0 0,6-4 0,-1-1 0,0 0 0,-1 0 0,0-1 0,0 1 0,-1-1 0,1-1 0,-2 1 0,1-1 0,4-13 0,1-6 0,-2 0 0,7-35 0,-5 1 0,1-95 0,-8 105 0,0 30 0,-3 22 0,0-1 0,0 1 0,0 0 0,0 0 0,0-1 0,0 1 0,1 0 0,-1 0 0,0-1 0,0 1 0,0 0 0,0 0 0,0 0 0,1 0 0,-1-1 0,0 1 0,0 0 0,0 0 0,0 0 0,1 0 0,-1 0 0,0-1 0,0 1 0,1 0 0,-1 0 0,0 0 0,0 0 0,0 0 0,1 0 0,-1 0 0,0 0 0,0 0 0,1 0 0,-1 0 0,1 0 0,1 2 0,0 0 0,0-1 0,0 1 0,0 1 0,0-1 0,0 0 0,0 0 0,-1 1 0,3 2 0,35 60 0,-22-35 0,1-2 0,40 50 0,-57-77 0,0 0 0,0 1 0,0-1 0,1 0 0,-1 0 0,1 0 0,-1 0 0,0 0 0,1 0 0,0 0 0,-1 0 0,1 0 0,0-1 0,-1 1 0,1-1 0,0 1 0,-1-1 0,4 1 0,-4-2 0,0 1 0,0-1 0,0 1 0,0-1 0,1 0 0,-1 1 0,0-1 0,0 0 0,0 0 0,0 0 0,-1 0 0,1 0 0,0 0 0,0 0 0,0 0 0,-1 0 0,1 0 0,-1 0 0,1 0 0,-1 0 0,1-1 0,-1 1 0,1 0 0,-1 0 0,0-2 0,5-21 0,-2 1 0,-1-1 0,0 0 0,-4-38 0,1-9 0,1 70 0,3-27 0,-3 28 0,0-1 0,0 1 0,0-1 0,0 1 0,0 0 0,0-1 0,0 1 0,0-1 0,1 1 0,-1 0 0,0-1 0,0 1 0,0 0 0,0-1 0,0 1 0,1-1 0,-1 1 0,0 0 0,0 0 0,1-1 0,-1 1 0,0 0 0,0-1 0,1 1 0,-1 0 0,0 0 0,1-1 0,-1 1 0,0 0 0,1 0 0,-1 0 0,0 0 0,1 0 0,-1-1 0,1 1 0,-1 0 0,0 0 0,1 0 0,-1 0 0,1 0 0,-1 0 0,0 0 0,1 0 0,-1 0 0,0 0 0,1 1 0,-1-1 0,1 0 0,-1 0 0,0 0 0,1 0 0,-1 0 0,0 1 0,1-1 0,-1 0 0,0 0 0,1 1 0,-1-1 0,0 1 0,12 11 0,-1 1 0,0 1 0,10 18 0,11 14 0,-24-35 0,25 28 0,-31-37 0,0 0 0,0 0 0,0 0 0,0 0 0,0-1 0,1 1 0,-1-1 0,1 1 0,-1-1 0,1 0 0,0 0 0,-1 0 0,1-1 0,3 2 0,-5-2 0,0 0 0,0 0 0,0-1 0,0 1 0,0 0 0,0 0 0,0 0 0,0-1 0,0 1 0,0 0 0,-1-1 0,1 1 0,0-1 0,0 1 0,0-1 0,-1 0 0,1 1 0,0-1 0,-1 0 0,1 1 0,0-1 0,-1 0 0,1 0 0,-1 0 0,1-1 0,8-27 0,-5 3 0,-1-1 0,-1-49 0,-11-61 0,2 57 0,3 18 0,0 16 0,2 1 0,4-54 0,-2 96 0,0 0 0,1 0 0,-1 0 0,1-1 0,-1 1 0,1 0 0,0 0 0,0 0 0,0 1 0,0-1 0,1 0 0,-1 0 0,1 1 0,0-1 0,0 0 0,0 1 0,0 0 0,0 0 0,4-3 0,-4 4 0,1 0 0,0 0 0,-1 0 0,1 1 0,0-1 0,0 1 0,0 0 0,0 0 0,0 0 0,-1 0 0,1 0 0,0 1 0,0-1 0,0 1 0,-1 0 0,1 0 0,0 0 0,0 0 0,-1 0 0,5 3 0,17 11 0,-1 1 0,-1 1 0,0 0 0,-1 2 0,20 24 0,-33-35 0,239 271-264,-18 17-55,-195-251 310,-15-20 9,-1-4 0,-2 1 0,-1 1 0,15 30 0,-28-51-1,-1 0 0,0 1 0,-1-1 0,1 0 0,0 1 0,-1-1-1,1 1 1,-1-1 0,0 1 0,1 3 0,-2-6 1,1 1-1,0-1 1,0 1 0,0-1-1,0 0 1,0 1 0,-1-1-1,1 0 1,0 1 0,0-1-1,0 0 1,-1 1 0,1-1-1,0 0 1,-1 1-1,1-1 1,0 0 0,-1 0-1,1 1 1,0-1 0,-1 0-1,1 0 1,0 0 0,-1 0-1,1 1 1,-1-1 0,1 0-1,0 0 1,-1 0 0,1 0-1,-1 0 1,1 0 0,0 0-1,-1 0 1,0 0 0,-3-1 11,0-1 0,1 1 0,-1-1 0,0 1 1,0-1-1,1 0 0,0 0 0,-1-1 1,1 1-1,-5-6 0,-13-13 88,1-1-1,2-1 1,0-1 0,-23-42-1,37 60-98,1-1 0,0 1 0,0-1 0,0 0 0,-1-8 0,4 14 0,0 0 0,-1 0 0,1 0 0,0 0 0,0 0 0,0 0 0,0 0 0,0 0 0,1 0 0,-1 0 0,0 0 0,0 0 0,1 0 0,-1 0 0,0 0 0,1 0 0,-1 0 0,2-1 0,-1 2 0,0-1 0,0 0 0,0 1 0,0-1 0,0 0 0,0 1 0,0 0 0,0-1 0,0 1 0,0 0 0,1-1 0,-1 1 0,0 0 0,0 0 0,0 0 0,1 0 0,-1 0 0,0 0 0,0 0 0,2 1 0,17 3 0,1 0 0,0 2 0,24 10 0,25 8 0,-40-16 0,-1-1 0,2-1 0,-1-2 0,47 1 0,-67-5 0,-1 0 0,1-1 0,-1 0 0,1-1 0,-1 0 0,0 0 0,0-1 0,0 0 0,0 0 0,0-1 0,0-1 0,-1 1 0,0-1 0,0-1 0,-1 0 0,1 0 0,-1 0 0,12-14 0,-10 7 0,-1 0 0,0-1 0,-1 0 0,0 0 0,-1-1 0,-1 0 0,0 0 0,-1 0 0,0-1 0,-2 1 0,0-1 0,0 0 0,-2 0 0,-1-23 0,-1 14 0,-1 0 0,-1 1 0,-2-1 0,0 1 0,-1 0 0,-2 0 0,0 1 0,-18-31 0,24 48 0,0 0 0,-1 0 0,0 1 0,0-1 0,-1 1 0,1 1 0,-1-1 0,-10-7 0,15 11 0,-1 1 0,0-1 0,0 0 0,0 1 0,0 0 0,1-1 0,-1 1 0,0-1 0,0 1 0,0 0 0,0 0 0,0 0 0,0-1 0,0 1 0,0 0 0,0 0 0,0 0 0,0 1 0,0-1 0,0 0 0,-1 1 0,1-1 0,-1 1 0,1 0 0,0 0 0,0 0 0,0 1 0,0-1 0,0 0 0,0 0 0,1 0 0,-1 1 0,0-1 0,1 0 0,-1 1 0,1-1 0,-1 3 0,-4 15 0,0 0 0,2 0 0,0 1 0,2-1 0,0 1 0,3 31 0,22 120 0,16 0 0,-30-140 0,1 0 0,1-1 0,22 39 0,-31-63 0,1 0 0,-1 0 0,2 0 0,-1-1 0,1 0 0,-1 0 0,1 0 0,1 0 0,-1-1 0,1 0 0,-1 0 0,1-1 0,0 1 0,1-1 0,-1 0 0,11 2 0,-8-3 0,0 0 0,0-1 0,0-1 0,0 0 0,0 0 0,0-1 0,1 0 0,-1 0 0,-1-1 0,1 0 0,0-1 0,11-4 0,7-5 0,0-1 0,-1-2 0,0 0 0,-1-2 0,-1 0 0,-1-2 0,31-31 0,-23 17 0,-1-1 0,-2-1 0,-2-1 0,31-55 0,-44 66 0,-1-2 0,-1 1 0,-1-1 0,-1 0 0,-2-1 0,0 0 0,-2-1 0,-2 1 0,0-1 0,-2 1 0,-2-39 0,-3 36 0,0 0 0,-2 0 0,-1 0 0,-2 1 0,-1 0 0,-1 0 0,-2 1 0,0 1 0,-2 0 0,-21-28 0,35 55 0,-38-50 0,37 48 0,0 1 0,0-1 0,-1 1 0,1 0 0,-1 0 0,0 0 0,0 0 0,0 0 0,0 0 0,0 1 0,0-1 0,0 1 0,0 0 0,-6-1 0,8 2 0,0 0 0,0 0 0,0 0 0,1 0 0,-1 1 0,0-1 0,0 0 0,0 0 0,0 1 0,1-1 0,-1 1 0,0-1 0,0 1 0,1-1 0,-1 1 0,0-1 0,1 1 0,-1-1 0,0 1 0,1 0 0,-1 0 0,1-1 0,-1 1 0,1 0 0,0 0 0,-1-1 0,1 1 0,0 0 0,-1 0 0,1 0 0,0 0 0,0-1 0,0 1 0,0 2 0,-1 7 0,0-1 0,0 1 0,1 0 0,1-1 0,3 19 0,14 56 0,-14-70 0,14 50 0,37 88 0,41 56 0,-54-123 0,4-2 0,4-2 0,4-2 0,83 96 0,-101-136 0,-21-25 0,-1 1 0,0 1 0,13 22 0,-26-37 0,-1-1 0,1 1 0,-1 0 0,0 0 0,1 0 0,-1-1 0,0 1 0,1 0 0,-1 0 0,0 0 0,0 0 0,0 0 0,0 0 0,0 0 0,0-1 0,0 1 0,0 2 0,0-3 0,0 0 0,-1 1 0,1-1 0,0 1 0,-1-1 0,1 0 0,0 1 0,-1-1 0,1 0 0,0 1 0,-1-1 0,1 0 0,-1 0 0,1 0 0,0 1 0,-1-1 0,1 0 0,-1 0 0,1 0 0,-1 0 0,1 0 0,-1 0 0,0 1 0,-3-1 0,0-1 0,0 1 0,0 0 0,0-1 0,-8-2 0,-26-9 0,1-3 0,-51-25 0,10 2 0,-7 3 0,-92-44 0,170 76 0,0-1 0,0 0 0,1 0 0,-1-1 0,1 0 0,-9-8 0,14 12 0,1 1 0,-1-1 0,0 0 0,1 0 0,-1 0 0,1 0 0,-1 0 0,1 0 0,-1 0 0,1 0 0,0 0 0,0-1 0,-1 1 0,1 0 0,0 0 0,0 0 0,0 0 0,0 0 0,0 0 0,1-2 0,0 1 0,0 0 0,0 0 0,0 0 0,0 0 0,0 0 0,1 1 0,-1-1 0,1 1 0,-1-1 0,1 1 0,0-1 0,-1 1 0,1 0 0,0 0 0,2-1 0,131-65 0,-24 14 0,190-116 0,-210 111 0,102-84 0,-173 125 0,-1 0 0,-1-1 0,-1-1 0,0 0 0,18-29 0,-29 38 0,0 0 0,-1 0 0,0 0 0,-1-1 0,0 1 0,-1-1 0,0 0 0,0 0 0,-1-1 0,-1 1 0,0 0 0,0-1 0,-1 1 0,-2-14 0,2 21 0,-1 1 0,1 0 0,-1 0 0,0 0 0,0 0 0,0 0 0,0 0 0,0 0 0,-1 1 0,1-1 0,-1 0 0,0 1 0,0-1 0,0 1 0,-3-4 0,4 6 0,1-1 0,0 1 0,-1 0 0,1-1 0,-1 1 0,1 0 0,-1 0 0,1 0 0,-1-1 0,1 1 0,-1 0 0,0 0 0,1 0 0,-1 0 0,1 0 0,-1 0 0,1 0 0,-1 0 0,1 0 0,-1 0 0,1 0 0,-1 0 0,1 1 0,-1-1 0,1 0 0,-1 0 0,1 0 0,-1 1 0,1-1 0,-1 0 0,1 1 0,-1-1 0,1 0 0,0 1 0,-1-1 0,1 0 0,-1 1 0,1-1 0,0 1 0,-1 0 0,-9 25 0,3 2 0,2 0 0,-4 51 0,6 63 0,3-88 0,0 36 0,19 158 0,-17-238 0,0-1 0,0 1 0,1-1 0,0 0 0,1 0 0,7 15 0,-10-22 0,0 0 0,0-1 0,1 1 0,-1 0 0,0 0 0,1 0 0,-1-1 0,1 1 0,-1-1 0,1 1 0,0-1 0,0 0 0,-1 0 0,1 0 0,0 0 0,0 0 0,0 0 0,0 0 0,1-1 0,-1 1 0,0-1 0,0 1 0,0-1 0,0 0 0,1 0 0,-1 0 0,0 0 0,0 0 0,0 0 0,1-1 0,-1 1 0,0-1 0,0 0 0,4-1 0,0-2 0,0 1 0,0-2 0,0 1 0,-1-1 0,1 0 0,-1 0 0,0 0 0,0-1 0,-1 0 0,0 0 0,0 0 0,0 0 0,-1 0 0,4-10 0,3-10 0,-1 0 0,8-40 0,-3-13 0,4-85 0,-16 148 0,-2 9 0,0-1 0,1 0 0,0 0 0,0 1 0,0-1 0,1 0 0,0 1 0,0-1 0,1 1 0,0 0 0,5-10 0,-7 16 0,0-1 0,0 1 0,1 0 0,-1 0 0,0 0 0,0 0 0,0 0 0,1 1 0,-1-1 0,0 0 0,1 1 0,-1-1 0,1 0 0,-1 1 0,1 0 0,-1-1 0,1 1 0,-1 0 0,1 0 0,-1 0 0,1 0 0,-1 0 0,1 0 0,-1 0 0,1 0 0,1 1 0,4 1 0,0 1 0,-1 0 0,1 0 0,10 7 0,24 18 0,-2 1 0,39 39 0,-52-46 0,202 187 0,237 280 0,-426-442 0,-31-39 0,-9-13 0,-12-22 0,-28-53 0,-121-243 0,154 305 0,-70-166 0,65 150 0,2-2 0,1 1 0,-6-49 0,15 78 0,0 0 0,1-1 0,0 1 0,0-1 0,0 1 0,1 0 0,2-12 0,-2 16 0,0 0 0,-1 0 0,1 1 0,0-1 0,0 0 0,0 0 0,1 1 0,-1-1 0,0 1 0,1-1 0,-1 1 0,1-1 0,-1 1 0,1 0 0,0 0 0,-1 0 0,1 0 0,0 0 0,0 0 0,0 0 0,0 0 0,0 1 0,0-1 0,0 1 0,0 0 0,3-1 0,22-1 0,-14 2 0,0-2 0,0 1 0,20-7 0,22-7-1365,-26 9-5461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54:30.061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325 420 24575,'-293'18'0,"262"-14"0,74 0 0,492 9-1064,125 0-3193,332-1 2415,293-2-1271,220-4 1815,127-2-784,-38-6 1214,-169-4-524,-247 0 1024,-270 1 289,-276 0 392,-252-2 1019,-204-1-496,-147 2 170,-28 6-991,-1 0 0,0 0 0,0 0-1,0 0 1,0 0 0,0 0 0,1 0 0,-1 0-1,0 0 1,0 0 0,0 0 0,0-1 0,0 1-1,0 0 1,1 0 0,-1 0 0,0 0 0,0 0-1,0 0 1,0-1 0,0 1 0,0 0 0,0 0-1,0 0 1,0 0 0,0 0 0,0-1 0,0 1-1,0 0 1,0 0 0,0 0 0,0 0 0,0 0-1,0-1 1,0 1 0,0 0 0,0 0 0,0 0-1,0 0 1,0-1 0,0 1 0,0 0 0,0 0-1,0 0 1,0 0 0,0 0 0,0 0 0,-1-1-1,1 1 1,0 0 0,0 0 0,0 0-1,0 0 1,0 0 0,0 0 0,-1 0 0,1 0-1,0 0 1,0-1 0,0 1 0,0 0 0,0 0-1,-1 0 1,1 0 0,0 0 0,0 0 0,0 0-1,-13-5 300,0 1 0,1 0 0,-18-2 0,-227-38 5630,-44-10-1291,286 50-4650,1 0 0,-1-1 0,1-1 1,0 0-1,-20-13 0,-59-50-6,40 28 4,-68-48-1366,-9-2-5461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18:28.3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24575,'5'1'0,"-1"0"0,0 1 0,0 0 0,1-1 0,-1 1 0,0 1 0,0-1 0,-1 0 0,1 1 0,0 0 0,-1 0 0,0 0 0,0 0 0,3 4 0,4 3 0,178 195 0,-16 18 0,-95-121 0,262 375 0,-223-295 0,147 308 0,-256-475 0,0 0 0,1 0 0,1 0 0,1-1 0,0-1 0,0 1 0,2-2 0,-1 0 0,2 0 0,16 12 0,14 10 0,-2 3 0,43 47 0,-5-4 0,-62-61 0,-12-10 0,-5-9 0,0 0 0,0 0 0,0 1 0,0-1 0,0 0 0,0 0 0,-1 0 0,1 0 0,0 0 0,0 1 0,0-1 0,0 0 0,0 0 0,0 0 0,-1 0 0,1 0 0,0 0 0,0 0 0,0 0 0,0 0 0,-1 1 0,1-1 0,0 0 0,0 0 0,0 0 0,0 0 0,-1 0 0,1 0 0,0 0 0,0 0 0,0 0 0,0 0 0,-1 0 0,1 0 0,0 0 0,0-1 0,0 1 0,0 0 0,-1 0 0,1 0 0,0 0 0,0 0 0,0 0 0,0 0 0,0 0 0,-1 0 0,1-1 0,-10-3 0,0-2 0,0 1 0,1-1 0,0-1 0,0 0 0,-15-14 0,-3-3 0,-145-132 0,33 28 0,123 115 0,0 0 0,2-2 0,-1 1 0,2-2 0,-23-33 0,34 45 0,-1-1 0,0 0 0,0 1 0,0-1 0,-1 1 0,0 0 0,1 0 0,-1 0 0,0 1 0,-1-1 0,-6-3 0,8 7 0,5 6 0,14 17 0,20 22 0,-14-17 0,404 466 0,-417-484 0,21 22 0,52 46 0,-80-75 0,0-1 0,1 0 0,0-1 0,-1 1 0,1 0 0,0-1 0,0 1 0,-1-1 0,1 0 0,0 0 0,0 0 0,0 0 0,1-1 0,-1 1 0,0-1 0,3 0 0,-4 0 0,0-1 0,0 0 0,0 0 0,0 0 0,0 0 0,0 0 0,0 0 0,0-1 0,-1 1 0,1-1 0,-1 1 0,1-1 0,-1 1 0,1-1 0,-1 0 0,0 0 0,0 0 0,0 0 0,0 0 0,0 0 0,0 0 0,-1 0 0,1-3 0,10-33 0,-3 0 0,6-61 0,-8 51 0,1 1 0,13-119 0,-17 128 0,-2 0 0,-5-52 0,3 84 11,0 1 0,0-1-1,-1 0 1,0 0 0,0 1 0,0-1-1,-1 1 1,1 0 0,-7-9-1,-2 0-565,-24-23 0,30 32 193,-13-13-6464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18:38.4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122 601 24575,'-3'0'0,"1"-1"0,0 0 0,0 1 0,0-1 0,0 0 0,0 0 0,0 0 0,-4-2 0,-10-5 0,11 7 0,1-1 0,-1 1 0,1-1 0,-1 0 0,1 0 0,0-1 0,0 1 0,0-1 0,1 0 0,-1 0 0,0 0 0,1 0 0,0-1 0,0 0 0,0 1 0,0-1 0,1 0 0,-1 0 0,1 0 0,0-1 0,0 1 0,1-1 0,-1 1 0,1-1 0,0 1 0,0-1 0,1 0 0,-1 1 0,1-10 0,1 3 0,0 0 0,1 0 0,0-1 0,0 1 0,2 1 0,-1-1 0,1 0 0,1 1 0,0 0 0,0 0 0,11-15 0,2 3 0,0 0 0,2 2 0,0 1 0,1 0 0,40-27 0,125-64 0,-167 99 0,1 1 0,-1 1 0,1 1 0,1 0 0,0 2 0,0 0 0,0 2 0,33-4 0,-47 8 0,0 1 0,0 0 0,0 0 0,0 1 0,0 0 0,0 0 0,0 0 0,0 1 0,-1 0 0,1 0 0,-1 1 0,0 0 0,0 0 0,9 8 0,6 8 0,-1 0 0,24 31 0,-40-46 0,39 46 0,58 95 0,-89-126 0,-1 1 0,0 1 0,-2 0 0,-1 0 0,-1 1 0,0 0 0,-2 0 0,3 32 0,-7 197 0,-4-171 0,1-42 0,-1 0 0,-3 0 0,-1-1 0,-1 0 0,-20 52 0,13-50 0,6-17 0,0 0 0,2 1 0,1 0 0,-7 48 0,13-70 0,0 1 0,0-1 0,1 1 0,-1-1 0,1 1 0,-1-1 0,1 0 0,0 1 0,0-1 0,0 0 0,0 1 0,0-1 0,0 0 0,1 0 0,-1 0 0,1 0 0,-1 0 0,1 0 0,0-1 0,0 1 0,0-1 0,0 1 0,0-1 0,0 1 0,0-1 0,0 0 0,1 0 0,-1 0 0,0-1 0,1 1 0,3 0 0,9 2 0,-1 0 0,1-2 0,-1 0 0,19-1 0,-21 0 0,109-4 0,45 1 0,-162 3 0,1 0 0,0 0 0,-1 1 0,1 0 0,-1 0 0,0 0 0,1 0 0,-1 1 0,0 0 0,0 0 0,0 0 0,0 0 0,7 6 0,-5-3 0,-1 1 0,0 0 0,0 0 0,-1 0 0,0 0 0,0 1 0,5 10 0,24 63 0,44 153 0,-77-232 0,21 82 0,-3 0 0,10 134 0,-17 172 0,-11-376 0,-1 48 0,2 0 0,12 77 0,-4-106-1365,0-11-5461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18:40.1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24575,'74'29'0,"-50"-18"0,1-1 0,33 7 0,19-1 0,153 10 0,85-18 0,-260-8 0,1005-5 0,-290-23-860,15 0 896,-716 27-116,-9-1-494,92 9 0,-113-1-5565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18:50.0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793 0 24575,'2'168'0,"-10"269"0,0-379 0,-1 0 0,-4 0 0,-2-1 0,-2 0 0,-28 60 0,-142 257 0,177-356 0,-163 350 0,170-362 0,1 0 0,-1 0 0,0 0 0,0 0 0,-1-1 0,0 0 0,-5 7 0,8-11 0,0 0 0,-1 0 0,1 0 0,0 0 0,-1 0 0,1 0 0,-1-1 0,1 1 0,-1 0 0,0-1 0,1 1 0,-1-1 0,0 1 0,1-1 0,-1 0 0,0 0 0,1 0 0,-1 0 0,0 0 0,0 0 0,1 0 0,-1-1 0,0 1 0,1 0 0,-1-1 0,1 0 0,-1 1 0,0-1 0,1 0 0,-1 0 0,1 0 0,-2-1 0,-10-7 0,1-1 0,0 0 0,1-1 0,0-1 0,1 1 0,0-2 0,0 1 0,-11-23 0,-6-15 0,-20-56 0,25 55 0,17 39 0,2 8 0,1-1 0,0 0 0,0 1 0,1-1 0,-1 0 0,0-7 0,2 11 0,0 1 0,0 0 0,0-1 0,-1 1 0,1 0 0,0-1 0,0 1 0,0 0 0,0-1 0,0 1 0,0 0 0,1-1 0,-1 1 0,0 0 0,0-1 0,0 1 0,0 0 0,0-1 0,0 1 0,1 0 0,-1-1 0,0 1 0,0 0 0,0 0 0,1-1 0,-1 1 0,0 0 0,0 0 0,1 0 0,-1-1 0,0 1 0,0 0 0,1 0 0,-1 0 0,0 0 0,1 0 0,-1-1 0,0 1 0,1 0 0,-1 0 0,0 0 0,1 0 0,-1 0 0,0 0 0,1 0 0,-1 0 0,0 0 0,1 0 0,-1 0 0,19 10 0,-3 2 0,-1 1 0,-1 0 0,0 1 0,-1 0 0,-1 1 0,0 1 0,-1 0 0,13 25 0,-3-1 0,-3 1 0,22 69 0,-32-73 0,-6-25 0,1 0 0,0 0 0,5 12 0,-7-22 0,0 1 0,0-1 0,0 0 0,0 1 0,1-1 0,-1 0 0,1 0 0,0 0 0,-1 0 0,1 0 0,0 0 0,0-1 0,1 1 0,-1 0 0,0-1 0,0 0 0,1 0 0,-1 1 0,3 0 0,16 1-31,-1 0-1,1-1 0,0-2 0,-1 0 1,30-3-1,-10 0-1143,-6 1-5651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18:55.1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24575,'12'1'0,"1"0"0,0 1 0,14 3 0,9 2 0,310 26 8,1-26-633,-255-6 188,1506 45 120,-1513-43 407,-7-1 306,0 4-1,92 17 1,-109 0-1667,-45-18-5555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19:16.0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1065 515 24575,'-2'-1'0,"1"1"0,0-1 0,-1 1 0,1-1 0,0 0 0,0 0 0,-1 1 0,1-1 0,0 0 0,0 0 0,0 0 0,0 0 0,0 0 0,0 0 0,0-1 0,1 1 0,-2-1 0,-13-25 0,14 26 0,-16-36 0,1 0 0,2-1 0,1 0 0,-10-56 0,14 29 0,6 43 0,0 0 0,-10-32 0,12 51 0,0-1 0,0 1 0,-1 1 0,1-1 0,-1 0 0,0 0 0,0 0 0,0 1 0,0-1 0,-1 1 0,1 0 0,-1 0 0,1 0 0,-6-3 0,2 2 0,1 0 0,-1 0 0,0 1 0,0 0 0,0 1 0,-1-1 0,-6 0 0,-9 0 0,0 2 0,-1 0 0,-28 5 0,50-5 0,-65 10 0,1 4 0,-102 34 0,-69 16 0,226-63 0,0 1 0,0 1 0,0-1 0,1 2 0,-14 5 0,20-7 0,-1 0 0,1 1 0,-1-1 0,1 1 0,0 0 0,0 0 0,0 0 0,1 0 0,-1 0 0,1 1 0,0-1 0,0 1 0,0-1 0,0 1 0,0 0 0,-1 4 0,-1 9 0,0 0 0,1 1 0,0-1 0,1 18 0,2 74 0,1-68 0,3 109 0,-6 221 0,-3-335 0,-18 66 0,13-63 0,8-28 0,1 1 0,-1-1 0,2 1 0,0-1 0,0 1 0,1-1 0,0 1 0,1-1 0,0 0 0,5 14 0,7 13 0,28 57 0,-28-66 0,87 167 0,-2-8 0,22 80 0,-95-200 0,-2 1 0,15 74 0,-34-110 0,3 64 0,-7-73 0,-1-24 0,0 1 0,0 0 0,0-1 0,0 1 0,0 0 0,0 0 0,0-1 0,0 1 0,0 0 0,0 0 0,1-1 0,-1 1 0,0 0 0,1-1 0,-1 1 0,0 0 0,1-1 0,-1 1 0,1-1 0,-1 1 0,1 0 0,-1-1 0,1 1 0,-1-1 0,1 0 0,0 1 0,-1-1 0,1 1 0,-1-1 0,1 0 0,0 1 0,0-1 0,-1 0 0,1 0 0,0 0 0,-1 0 0,1 0 0,0 1 0,0-1 0,-1 0 0,2-1 0,3 0 0,0 0 0,0 0 0,-1 0 0,1-1 0,6-3 0,-7 3 0,281-129 0,208-86 0,-471 208 0,1 1 0,0 2 0,1 0 0,0 1 0,-1 2 0,2 0 0,46 2 0,-59 1 0,-5 1 0,-1 0 0,1-1 0,0-1 0,0 1 0,13-3 0,-17 2 0,-1 0 0,0 0 0,0 0 0,0 0 0,0 0 0,0-1 0,0 1 0,-1 0 0,1-1 0,0 0 0,-1 1 0,1-1 0,-1 0 0,1 0 0,-1 0 0,0 0 0,0 0 0,0 0 0,0 0 0,0 0 0,0 0 0,0-3 0,3-11 0,-1 0 0,0 0 0,-2 0 0,0 0 0,0 0 0,-2-1 0,0 1 0,-5-25 0,-6-14 0,-22-61 0,8 32 0,-106-565 0,118 524 0,11 79 0,-3 0 0,-1 0 0,-26-89 0,23 108 0,-64-155 0,49 136 0,17 34 0,1 0 0,1 0 0,0-1 0,-8-25 0,14 34 0,-4-11 0,0 1 0,0 0 0,-13-27 0,15 36 0,-1 1 0,1 0 0,-1 0 0,0 1 0,-1-1 0,1 1 0,-1-1 0,1 1 0,-1 0 0,0 0 0,0 0 0,0 1 0,0 0 0,-1 0 0,1 0 0,-7-2 0,3 1-273,1 1 0,-1-2 0,1 1 0,-8-5 0,-2-5-6553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20:25.6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4775 1755 24575,'2'1'0,"0"-1"0,0 1 0,0-1 0,0 1 0,0 0 0,0-1 0,-1 1 0,1 0 0,2 2 0,15 5 0,5-3 0,2-1 0,-1-2 0,44-1 0,-36-1 0,3 1 0,0-2 0,0-2 0,0-1 0,45-11 0,-66 11 0,1-1 0,-1 0 0,0-2 0,-1 1 0,1-2 0,-1 0 0,-1-1 0,1 0 0,-1-1 0,-1-1 0,0 0 0,11-13 0,58-77 0,-46 55 0,2 2 0,75-70 0,-88 94 0,30-32 0,-47 44 0,-1-1 0,1 1 0,-2-1 0,1 0 0,-1-1 0,-1 1 0,7-19 0,-4 3 0,-2 1 0,-1-1 0,0 1 0,-2-1 0,-1 0 0,-1 0 0,-5-38 0,0 29 0,-1 1 0,-2 0 0,-2 0 0,-25-61 0,-2 11 0,5 8 0,-77-129 0,96 184 0,-1 0 0,-1 1 0,0 0 0,-2 2 0,0-1 0,-1 2 0,0 1 0,-2 0 0,0 1 0,-35-19 0,5 12 0,-1 2 0,0 2 0,-2 2 0,-104-15 0,-219-1 0,357 31 0,-460-13-308,-824 84-1,601 0 192,255-28 799,-131-26-640,241-16-32,-36 22-10,338-21 0,21-1 0,-115 13 0,111-11 0,1 1 0,0 0 0,0 1 0,1 1 0,-22 11 0,33-14 0,0 1 0,0-1 0,0 2 0,0-1 0,0 0 0,1 1 0,0 0 0,0 0 0,0 0 0,1 0 0,-1 1 0,1-1 0,0 1 0,1 0 0,0 0 0,0 0 0,0 0 0,-1 9 0,-1 10 0,1 0 0,2 0 0,1 35 0,1-27 0,2 1 0,2-1 0,1 1 0,1-1 0,2-1 0,1 0 0,2 0 0,1-1 0,1 0 0,2-1 0,1-1 0,1 0 0,1-2 0,2 0 0,1-1 0,1-1 0,45 37 0,-16-19 0,2-2 0,2-4 0,2-1 0,1-3 0,103 41 0,-29-27-181,271 57 0,151-34-181,-247-68 940,-175-5-1797,-103 3-5607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21:57.2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43 24575,'159'172'0,"19"41"0,29 31 0,-124-159 0,-77-80 0,-1 0 0,1 0 0,0-1 0,0 0 0,0-1 0,0 1 0,13 4 0,-14-6 0,0-1 0,-1 0 0,1-1 0,0 1 0,0-1 0,0 0 0,-1 0 0,1 0 0,0-1 0,0 0 0,-1 0 0,1 0 0,6-3 0,29-13 0,-1-1 0,-2-3 0,70-49 0,-63 41 0,554-362-724,-283 184-521,-254 169-4977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19:06.4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1 116 24575,'9'0'0,"23"0"0,20 0 0,16 0 0,20 0 0,14-5 0,10-11 0,4-12 0,-8-7 0,-22 3-8191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19:06.7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 1 24575,'0'9'0,"0"14"0,0 11 0,0 15 0,0 9 0,0 4 0,0-4 0,0-7 0,-5-7 0,-1-12-8191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19:07.4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24575,'438'1169'0,"-424"-1133"0,-14-36 0,0 0 0,0 0 0,0 0 0,0 0 0,0-1 0,0 1 0,0 0 0,0 0 0,1 0 0,-1 0 0,0 0 0,0 0 0,0 0 0,0 0 0,0 0 0,0 0 0,1-1 0,-1 1 0,0 0 0,0 0 0,0 0 0,0 0 0,0 0 0,1 0 0,-1 0 0,0 0 0,0 0 0,0 0 0,0 0 0,0 0 0,1 0 0,-1 0 0,0 0 0,0 1 0,0-1 0,0 0 0,0 0 0,0 0 0,1 0 0,-1 0 0,0 0 0,-1-22 0,-4-22 0,-2-1 0,3-1 0,2 1 0,4-60 0,-1 92 0,1 1 0,0-1 0,1 0 0,1 1 0,0 0 0,0-1 0,1 2 0,0-1 0,1 0 0,1 1 0,0 0 0,0 1 0,1 0 0,1 0 0,-1 0 0,17-12 0,-20 17 0,1 1 0,0 0 0,1 0 0,-1 1 0,0-1 0,1 1 0,0 1 0,0 0 0,0 0 0,0 0 0,0 0 0,0 1 0,0 1 0,1-1 0,7 1 0,-6 1 0,0 0 0,0 1 0,0 0 0,-1 1 0,1 0 0,-1 0 0,1 0 0,-1 1 0,0 1 0,0-1 0,13 12 0,1 3 0,0 1 0,-2 2 0,0 0 0,-1 0 0,-2 2 0,19 31 0,-15-18 0,-2 1 0,-1 0 0,22 72 0,-39-104 0,6 15 0,-2 0 0,0 0 0,3 38 0,-8-55 0,0 1 0,0-1 0,0 1 0,0-1 0,-1 0 0,1 1 0,-1-1 0,0 1 0,0-1 0,-1 0 0,0 0 0,1 0 0,-1 0 0,-1 0 0,1 0 0,0 0 0,-1 0 0,0-1 0,0 0 0,0 1 0,0-1 0,-1 0 0,1 0 0,-6 2 0,-2 1 11,0-2 0,0 1-1,-1-2 1,0 1 0,1-2-1,-1 1 1,0-2 0,0 0-1,-1 0 1,-22-2 0,10-1-308,-1-2 1,1-1-1,0 0 1,-25-10-1,-38-18-6529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19:04.2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24575,'17'20'0,"0"0"0,-2 1 0,23 40 0,-13-19 0,7 9 0,64 98 0,-94-148 0,1 5 0,1-1 0,1 0 0,-1 0 0,6 4 0,-9-8 0,-1-1 0,1 1 0,0 0 0,-1-1 0,1 1 0,-1-1 0,1 1 0,0-1 0,0 0 0,-1 1 0,1-1 0,0 0 0,0 0 0,0 1 0,-1-1 0,1 0 0,0 0 0,0 0 0,0 0 0,-1 0 0,1 0 0,0 0 0,0 0 0,0 0 0,0 0 0,-1-1 0,1 1 0,0 0 0,0-1 0,-1 1 0,1 0 0,0-1 0,-1 1 0,1-1 0,0 1 0,-1-1 0,1 1 0,0-1 0,-1 1 0,1-1 0,-1 0 0,1-1 0,2-4 0,0-1 0,0 0 0,-1 0 0,0 0 0,0 0 0,-1 0 0,0 0 0,0-12 0,2-8 0,5-47 0,4-22 0,-12 94 0,0 1 0,0-1 0,0 1 0,0 0 0,1-1 0,-1 1 0,0-1 0,1 1 0,-1 0 0,1 0 0,0-1 0,-1 1 0,1 0 0,0 0 0,0 0 0,0-1 0,0 1 0,0 0 0,0 1 0,0-1 0,0 0 0,0 0 0,1 0 0,-1 1 0,0-1 0,0 0 0,1 1 0,-1-1 0,2 0 0,0 2 0,0-1 0,-1 1 0,1-1 0,0 1 0,-1 0 0,1 0 0,0 0 0,-1 0 0,1 0 0,-1 1 0,0-1 0,1 1 0,-1 0 0,0-1 0,4 5 0,22 22 0,-2 0 0,-1 2 0,28 42 0,55 109 0,44 122 0,-120-228 0,-4 1 0,22 93 0,-39-122 0,7 78 0,-17-107 0,0-1 0,-1 1 0,-1-1 0,-1 1 0,0-1 0,-1 0 0,-10 31 0,11-43 0,0 1 0,-1-1 0,1 0 0,-1 0 0,0 0 0,-1-1 0,1 1 0,-1-1 0,0 1 0,0-1 0,0-1 0,0 1 0,-1 0 0,0-1 0,1 0 0,-1 0 0,0-1 0,-1 1 0,1-1 0,0 0 0,-1 0 0,1-1 0,-1 0 0,0 0 0,1 0 0,-7 0 0,0-1 0,-1-1 0,1 0 0,0-1 0,-1 0 0,1-1 0,0 0 0,1-1 0,-1 0 0,1-1 0,0 0 0,-13-8 0,4-1-195,0 0 0,1-1 0,1-1 0,0-1 0,1 0 0,-28-38 0,10 5-6631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19:04.6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1 210 24575,'0'-4'0,"4"-8"0,12-5 0,8-5 0,9-4 0,4-2 0,5-1 0,-4 0 0,-4 4 0,-8 7-8191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19:04.9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24575,'0'5'0,"0"6"0,5 2 0,11-2 0,8-3 0,4-2 0,7-8 0,8-7 0,-4-3-8191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19:05.5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24575,'179'364'0,"-157"-324"0,-22-39 0,0-1 0,0 1 0,1-1 0,-1 0 0,0 1 0,1-1 0,-1 1 0,0-1 0,1 1 0,-1-1 0,0 0 0,1 1 0,-1-1 0,1 0 0,-1 1 0,0-1 0,1 0 0,-1 0 0,1 0 0,-1 1 0,1-1 0,-1 0 0,1 0 0,-1 0 0,1 0 0,-1 0 0,1 0 0,0 0 0,-1 0 0,1 0 0,-1 0 0,1 0 0,0-1 0,0 0 0,0 1 0,-1-1 0,1 0 0,0 0 0,-1 0 0,1 0 0,-1 0 0,1 0 0,-1 0 0,1 0 0,-1 0 0,0 0 0,1-1 0,5-42 0,-6 43 0,1-57 0,-1 29 0,5-35 0,-5 61 0,1 0 0,-1 0 0,1 0 0,0 1 0,-1-1 0,1 0 0,1 0 0,-1 1 0,2-5 0,-2 7 0,-1-1 0,1 1 0,-1 0 0,1-1 0,-1 1 0,1-1 0,-1 1 0,1 0 0,-1-1 0,1 1 0,-1 0 0,1 0 0,0 0 0,-1-1 0,1 1 0,-1 0 0,1 0 0,0 0 0,0 0 0,1 0 0,0 1 0,-1-1 0,1 1 0,0-1 0,-1 1 0,1-1 0,-1 1 0,1 0 0,-1 0 0,3 1 0,11 11 0,0 1 0,-1 0 0,-1 1 0,18 25 0,-15-18 0,28 35 0,167 193 0,-186-225 0,1-1 0,1-1 0,1-2 0,1-1 0,0-1 0,2-1 0,41 18 0,-62-32 0,0-1 0,0 1 0,0-2 0,0 1 0,18 1 0,-25-4 0,1 0 0,-1 0 0,0 0 0,0-1 0,0 1 0,0-1 0,0 1 0,1-1 0,-1 0 0,0-1 0,-1 1 0,1 0 0,0-1 0,0 0 0,0 1 0,-1-1 0,1 0 0,-1 0 0,0-1 0,1 1 0,-1 0 0,2-4 0,0-1 0,1-1 0,-1 0 0,-1 0 0,1-1 0,-1 1 0,-1-1 0,0 1 0,0-1 0,1-11 0,-1-9 0,-2-47 0,-8-17-455,-4-1 0,-29-107 0,25 134-6371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19:05.9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1105 1 24575,'-5'0'0,"-6"9"0,-11 19 0,-21 27 0,-18 19 0,-7 12 0,-17 5 0,-23 7 0,-16 0 0,-2-6 0,10-14 0,21-21 0,22-19 0,18-17 0,9-21 0,7-25 0,11-9-8191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19:06.1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24575,'5'0'0,"11"10"0,12 12 0,16 17 0,11 22 0,-1 9 0,6 7 0,-2-9 0,-12-11 0,-8-16 0,3-14 0,34-13 0,3-8-8191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19:08.1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79 0 24575,'0'5'0,"0"11"0,0 27 0,0 15 0,0 9 0,0-4 0,0-7 0,0-8 0,0-8 0,0-6 0,0-3 0,0 2 0,0 0 0,0 0 0,-4-7 0,-12-6 0,-13-18 0,-1-8-8191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19:08.8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24575,'2'0'0,"-1"1"0,1-1 0,-1 1 0,0-1 0,1 1 0,-1 0 0,0 0 0,0 0 0,0 0 0,1 0 0,-1 0 0,0 0 0,0 0 0,0 0 0,-1 0 0,1 1 0,1 1 0,13 24 0,-5-2 0,-1 0 0,-1 0 0,-1 1 0,-2 0 0,0 0 0,1 48 0,-6-74 0,0 0 0,0 0 0,0 0 0,0 0 0,0 0 0,0 0 0,0 0 0,0 0 0,0 0 0,0 0 0,0 1 0,0-1 0,0 0 0,0 0 0,0 0 0,0 0 0,0 0 0,0 0 0,0 0 0,0 0 0,0 0 0,0 0 0,0 0 0,0 0 0,1 0 0,-1 0 0,0 1 0,0-1 0,0 0 0,0 0 0,0 0 0,0 0 0,0 0 0,0 0 0,0 0 0,0 0 0,0 0 0,0 0 0,0 0 0,1 0 0,-1 0 0,0 0 0,0 0 0,0 0 0,0 0 0,0 0 0,0 0 0,0 0 0,0 0 0,0 0 0,0 0 0,0 0 0,0 0 0,1 0 0,-1 0 0,0 0 0,0-1 0,0 1 0,0 0 0,0 0 0,0 0 0,0 0 0,0 0 0,0 0 0,7-7 0,11-17 0,-13 18 0,23-29 0,1 1 0,1 2 0,1 1 0,46-33 0,-72 59 0,1 1 0,0 0 0,0 0 0,0 0 0,0 1 0,1 0 0,0 1 0,13-4 0,-17 5 0,0 1 0,-1 0 0,1 0 0,0 0 0,0 0 0,0 1 0,0-1 0,-1 1 0,1 0 0,0 0 0,0 0 0,-1 0 0,1 0 0,-1 0 0,1 1 0,-1-1 0,1 1 0,-1 0 0,0 0 0,0 0 0,0 0 0,0 0 0,0 0 0,2 4 0,5 8 0,0 0 0,-1 1 0,-1-1 0,-1 2 0,0-1 0,0 0 0,2 19 0,16 115 0,-3 47-1365,-15-153-5461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19:09.6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129 1 24575,'-5'9'0,"-1"9"0,0 5 0,1 19 0,1 16 0,-3 7 0,0 4 0,-5-2 0,-4-2 0,1-7 0,-3-14 0,2-9 0,4-11-8191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19:10.2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0 162 24575,'1'-3'0,"-1"1"0,1 0 0,0-1 0,-1 1 0,1 0 0,0 0 0,0 0 0,1 0 0,-1 0 0,0 0 0,1 0 0,-1 0 0,1 0 0,-1 1 0,3-3 0,31-23 0,-33 25 0,23-14 0,1 0 0,0 2 0,1 1 0,57-19 0,-79 31 0,0-1 0,-1 1 0,1 0 0,0 0 0,0 1 0,0-1 0,0 1 0,0 0 0,0 1 0,0-1 0,0 1 0,0 0 0,0 0 0,-1 0 0,1 1 0,0-1 0,-1 1 0,1 0 0,-1 1 0,0-1 0,0 1 0,0 0 0,0 0 0,0 0 0,0 1 0,-1-1 0,4 6 0,7 10 54,19 33-1,-23-34-544,1 0 1,19 23-1,-15-25-6335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22:00.8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2249 3422 24575,'125'78'0,"17"17"-7,4-7 1,222 97-1,-260-140-199,3-5 0,2-4 1,1-6-1,168 23 1,311-13-553,4-40-648,-487-2 1494,258-11 489,0-16 0,552-116-1,-40-24-366,12 70 0,-70 29-210,-414 30 46,79-10 67,-349 30-81,200-58-1,-310 70 32,-1-1 0,0-1-1,-1-1 1,0-2 0,39-25-1,-54 30-35,0-1 0,-1 0 0,0 0 0,0-1 0,-1-1-1,0 1 1,-1-1 0,-1-1 0,1 0 0,-2 0 0,0 0 0,0-1-1,7-23 1,8-55-27,14-143 0,-32 208 0,12-115 0,-6 0 0,-10-143 0,-1 241 0,-3 1 0,0 0 0,-3 0 0,-2 0 0,-1 1 0,-2 1 0,-2 0 0,-2 1 0,-1 0 0,-2 2 0,-2 0 0,-28-36 0,-4 5 0,-3 2 0,-3 2 0,-2 4 0,-3 2 0,-77-52 0,15 26 0,-162-78 0,-149-39 0,-223-34-144,450 166-478,-488-150 455,-15 44 180,488 138-13,-1 10 0,-275 2 0,-329 28 0,391 0 0,-687 55-295,13 90-1435,381-6 912,463-67 1712,212-54-253,2 3 0,-84 49-1,-188 143 348,71-43-1035,-410 216 48,414-262 4,245-124-5,1 1 0,0 1 0,0-1 0,1 1 0,-11 9 0,14-11 0,1 1 0,-1-1 0,1 0 0,0 1 0,0 0 0,0-1 0,0 1 0,1 0 0,0 0 0,-1 0 0,1 0 0,0 8 0,-2 17 0,2-1 0,2 0 0,0 1 0,2-1 0,10 48 0,50 144 0,-60-213 0,40 121-374,5-3 1,71 129-1,-78-180 334,2-2 1,4-3 0,3-1 0,94 100 0,-67-95 39,2-3 0,4-3 0,2-4 0,120 66 0,-121-83 0,1-5 0,2-3 0,2-3 0,2-5 0,95 19 0,127-4-153,1-23-137,33 3 108,-25 18 1482,-124-14-658,-30-18-2007,-118-10-5461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22:17.2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23778,'2822'141'0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22:20.2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0 396 24575,'5'0'0,"1"1"0,-1 1 0,0-1 0,0 1 0,0 0 0,0 0 0,0 0 0,-1 1 0,1 0 0,7 5 0,-1 0 0,21 13 0,-1 2 0,-1 2 0,51 54 0,66 98 0,-121-144 0,-20-25 0,1-1 0,-1 0 0,1 0 0,0 0 0,9 6 0,-12-11 0,0 1 0,0-1 0,-1 0 0,1-1 0,0 1 0,1-1 0,-1 0 0,0 0 0,0 0 0,0 0 0,1-1 0,-1 0 0,0 0 0,7 0 0,7-4 0,0 0 0,0-1 0,-1-1 0,0 0 0,25-14 0,224-123 7,-116 58-245,1032-471-2476,-1119 531-2532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22:24.3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765 234 24575,'-21'1'0,"0"1"0,1 0 0,-25 7 0,4 0 0,41-9 0,-211 47 0,182-39 0,0 2 0,0 1 0,1 2 0,1 1 0,-31 19 0,43-23 0,-6 4 0,-26 23 0,41-32 0,1 1 0,-1-1 0,1 1 0,1 0 0,-1 0 0,1 1 0,0-1 0,1 1 0,-4 7 0,-6 31 0,1 1 0,-7 58 0,11-55 0,-3 23 0,4 1 0,3 0 0,7 105 0,-2-170 0,-1 1 0,2 0 0,-1 0 0,1-1 0,0 1 0,1-1 0,0 1 0,0-1 0,1 0 0,0 0 0,0-1 0,1 1 0,0-1 0,0 0 0,1 0 0,0 0 0,0-1 0,1 0 0,-1 0 0,1-1 0,1 0 0,-1 0 0,1-1 0,0 0 0,0 0 0,9 3 0,12 2 0,1-2 0,0 0 0,44 3 0,95-3 0,-132-6 0,682 2 0,-486-5 0,-91-3 0,168-26 0,136-48 0,-339 59 0,294-86 0,-13-33 0,-364 130 0,-19 7 0,121-49 0,-101 40 0,-1-2 0,43-29 0,-63 39 0,-1-1 0,1 1 0,-1-1 0,1 0 0,-1 0 0,0 0 0,0 0 0,-1 0 0,1 0 0,-1-1 0,0 1 0,0-1 0,-1 0 0,1 0 0,-1 1 0,1-11 0,-1-3 0,0-1 0,-2 1 0,-3-25 0,0 0 0,4 30 0,-1-1 0,0 0 0,-1 1 0,-1-1 0,0 1 0,0 0 0,-2 0 0,1 0 0,-2 0 0,0 1 0,0 0 0,-1 0 0,-1 1 0,-10-13 0,-10-8 2,-2 2-1,-1 1 0,-2 2 1,-1 1-1,0 1 0,-2 2 0,-1 2 1,-51-22-1,9 11-38,-2 3 1,0 3-1,-97-15 0,2 11-156,-315-13 0,-185 42-78,479 4 252,-346 2 19,533-5 67,1 0 1,-1 1 0,0 0-1,0 0 1,-14 5-1,20-5-43,1 1 0,-1 0 0,1-1 0,0 1 0,-1 1 0,1-1 0,0 0-1,0 1 1,0-1 0,1 1 0,-1 0 0,1 0 0,-1 0 0,1 0 0,0 1-1,-2 3 1,-7 14-1389,2-4-5461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22:35.3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24575,'0'1'0,"0"0"0,1 0 0,-1-1 0,0 1 0,1 0 0,-1 0 0,1 0 0,-1 0 0,1-1 0,-1 1 0,1 0 0,-1 0 0,1-1 0,0 1 0,0-1 0,-1 1 0,1 0 0,0-1 0,0 1 0,-1-1 0,1 0 0,0 1 0,0-1 0,1 1 0,27 7 0,-22-6 0,34 7 0,1-1 0,72 3 0,92-8 0,-125-3 0,1236-2 0,-1021 16 0,-78-2 0,705-7 0,-514-7 0,-340 2 0,289-12 0,28-8 0,2 21 0,-143 1 0,2268-2 0,-2156-14 0,-30-1 0,269 16-1365,-560-1-5461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23:15.2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24575,'9'4'0,"-1"0"0,0 0 0,1 1 0,-2 0 0,1 0 0,12 13 0,3 0 0,698 484 0,-680-476 0,25 14 0,89 71 0,-134-90 0,-1 1 0,0 0 0,20 34 0,-18-26 0,123 170 0,-143-197 0,2 2 0,-1-1 0,0 1 0,0-1 0,-1 1 0,5 9 0,-7-14 0,0 1 0,0 0 0,0 0 0,1 0 0,-1 0 0,0-1 0,0 1 0,0 0 0,0 0 0,0 0 0,-1 0 0,1 0 0,0-1 0,0 1 0,-1 0 0,1 0 0,0 0 0,-1-1 0,1 1 0,-1 0 0,1 0 0,-1-1 0,1 1 0,-1 0 0,1-1 0,-1 1 0,0-1 0,1 1 0,-1 0 0,0-1 0,1 0 0,-1 1 0,0-1 0,0 1 0,0-1 0,1 0 0,-1 0 0,0 1 0,0-1 0,0 0 0,0 0 0,0 0 0,0 0 0,-24 3 0,1-1 0,-1-1 0,-37-3 0,23 0 0,13 2 0,-41-8 0,57 6 0,1 0 0,-1 0 0,1-1 0,0-1 0,-1 1 0,2-1 0,-15-9 0,17 7 0,0 0 0,0 0 0,1 0 0,0-1 0,0 0 0,0 0 0,-5-11 0,10 18 0,0 0 0,0-1 0,0 1 0,0 0 0,-1 0 0,1 0 0,0 0 0,0-1 0,0 1 0,0 0 0,0 0 0,0 0 0,-1 0 0,1-1 0,0 1 0,0 0 0,0 0 0,0-1 0,0 1 0,0 0 0,0 0 0,0 0 0,0-1 0,0 1 0,0 0 0,0 0 0,0 0 0,0-1 0,0 1 0,0 0 0,1 0 0,-1 0 0,0-1 0,0 1 0,0 0 0,0 0 0,0 0 0,0-1 0,0 1 0,1 0 0,-1 0 0,0 0 0,0 0 0,0 0 0,1 0 0,-1-1 0,0 1 0,0 0 0,0 0 0,0 0 0,1 0 0,-1 0 0,0 0 0,0 0 0,1 0 0,-1 0 0,0 0 0,0 0 0,0 0 0,1 0 0,-1 0 0,0 0 0,0 0 0,0 0 0,1 0 0,-1 0 0,0 0 0,1 0 0,18 8 0,135 69 0,76 34 0,53-11 0,-247-90 0,1-2 0,0-1 0,1-2 0,0-2 0,71-2 0,-98-3 0,0 0 0,0 0 0,-1-1 0,1 0 0,-1-1 0,0 0 0,0-1 0,0 0 0,-1-1 0,1 0 0,-1 0 0,-1-1 0,1 0 0,-1 0 0,-1-1 0,1 0 0,10-15 0,-3 1 0,-1-1 0,-1 0 0,-1-1 0,0-1 0,-2 0 0,7-29 0,-8 20 0,-1-1 0,-2 0 0,1-43 0,-7-108 0,0 176-341,-1 0 0,0 0-1,-4-18 1,-2 10-6485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23:16.2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1 288 24575,'12'7'0,"0"1"0,0 0 0,0 1 0,-1 0 0,0 0 0,10 13 0,53 70 0,-60-74 0,92 134 0,-3-5 0,-96-139 0,0 1 0,0-1 0,0 0 0,16 13 0,-19-18 0,0-1 0,1 1 0,-1-1 0,0 0 0,1 0 0,-1-1 0,1 1 0,0-1 0,-1 0 0,1 0 0,0-1 0,0 1 0,9-1 0,14-4 0,-1 0 0,0-2 0,0-1 0,40-16 0,658-283-1263,-464 188 990,555-242-1143,-783 345-3823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23:17.1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0 225 24575,'2'0'0,"0"0"0,-1 1 0,1-1 0,0 0 0,0 1 0,-1 0 0,1-1 0,0 1 0,-1 0 0,1 0 0,0 0 0,-1 0 0,0 0 0,1 1 0,-1-1 0,0 0 0,2 3 0,19 28 0,-18-25 0,16 28 0,-2 2 0,-1 0 0,15 53 0,23 121 0,-40-136 0,-10-45 0,1 1 0,1-2 0,2 1 0,20 46 0,-25-70 0,-1 0 0,1 0 0,0-1 0,0 1 0,1-1 0,0 0 0,0-1 0,0 1 0,0-1 0,1 0 0,0 0 0,0-1 0,0 0 0,0 0 0,12 4 0,5 0 0,0-2 0,1 0 0,30 2 0,-9-4 5,1-1 0,0-2 0,0-2 0,57-10 0,184-54-470,426-143-1788,-6-20 1908,-680 220 261,334-110-1844,-46 13 1446,-55 18 347,298-108-190,-514 178 1062,-21 6-3673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23:23.0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1186 24575,'1'6'0,"0"0"0,0 0 0,1-1 0,-1 1 0,1-1 0,1 1 0,-1-1 0,1 0 0,0 0 0,0 0 0,5 5 0,2 6 0,14 25 0,2-2 0,1-1 0,42 45 0,-64-78 0,-1-1 0,1 0 0,0 0 0,0 0 0,0 0 0,1-1 0,-1 0 0,1 0 0,0-1 0,0 1 0,0-1 0,0-1 0,0 1 0,0-1 0,1 0 0,-1 0 0,0-1 0,13 0 0,0-3 0,1-1 0,-1-1 0,0-1 0,0 0 0,22-12 0,131-61-285,69-35-855,75-36 229,96-40-1595,325-120 1874,24 43 64,-269 129-1728,-58 36 1722,-76 34 403,-88 29-221,-76 19 1676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23:28.5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0 741 24575,'41'88'0,"-24"-49"0,2 0 0,42 64 0,-49-86 0,1-1 0,0-1 0,1 0 0,21 17 0,-26-25 0,0-1 0,1 1 0,-1-2 0,1 1 0,1-2 0,-1 1 0,1-1 0,0-1 0,14 3 0,29 1 0,0-3 0,84-3 0,-76-2 0,66-1-95,-1-6 0,131-24 0,592-165-2629,-14-64-610,-474 134 2825,-45 7 300,-54 12-627,-143 55 1012,-2-4 1,135-89-1,-173 89-999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23:33.2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30 24575,'5'0'0,"15"0"0,25 0 0,32 0 0,38 0 0,37 0 0,50-5 0,15-2-1085,28 1 1085,2 1 0,-28 2 0,-31 1 0,-43 1-112,-42 0 112,-37 1-6994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23:33.8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1 172 24575,'29'0'0,"28"0"0,48-5 0,79-6 0,45-1 0,23-9-2135,55 0 2135,3 3-1534,-40 0 1534,-58 3 0,-63-1 0,-64-2 0,-44 2-4522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23:34.5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1 176 24575,'9'0'0,"33"0"0,32 0 0,72-5 0,87-11 0,47-7-2536,34-10 2536,1 0 0,15 7 0,-20 7 0,-38 7 0,-57 6 0,-59 3 454,-57 3-6563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23:42.3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 24575,'4'0'0,"32"5"0,80 6 0,98 11 0,89 2 0,70-3-4285,72-6 4285,38-9-2768,-12-12 2768,-36-3 0,-79-2-1955,-86-2 1955,-83 0-377,-69 2 377,-54-1 2137,-43-4-2137,-26 1-943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23:44.0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30 24575,'5'0'0,"11"0"0,7 0 0,15-5 0,15-2 0,13 1 0,19 1 0,5 2 0,1 1 0,0 1 0,-1 0 0,-2 1 0,-6 0 0,-12 1 0,-18-1-8191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23:45.3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30 24575,'9'0'0,"19"0"0,22 0 0,28-5 0,19-1 0,22 0 0,34 1 0,10 1 0,2 2 0,-23 1 0,-31 1 0,-29 0 0,-24 0 0,-21 0-8191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23:40.0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1327 0 24575,'-44'14'0,"1"1"0,-67 35 0,61-27 0,-126 64 0,151-72 0,-1 0 0,2 2 0,0 0 0,-37 38 0,54-48 0,0 0 0,1 0 0,-1 1 0,1 0 0,1 1 0,0-1 0,0 1 0,0-1 0,1 1 0,0 0 0,-1 11 0,2-7 0,1 2 0,0-1 0,1 0 0,0 0 0,1 0 0,5 24 0,3-4 0,2 0 0,1-1 0,1 0 0,2-1 0,19 32 0,46 70 0,71 136 0,-130-226 0,-2 2 0,-2 1 0,-1 0 0,10 60 0,-10 7 0,-5 0 0,-5 0 0,-14 189 0,3-229 0,-5 235 0,11-272 0,3 0 0,0 0 0,3-1 0,1 0 0,2 0 0,18 44 0,-5-31 0,2-1 0,60 85 0,-68-106 0,0 1 0,-2 1 0,-1 0 0,-2 1 0,-1 1 0,-1 0 0,-1 0 0,6 46 0,-4 17 0,0 151 0,-12-177 0,-3 1 0,-2-1 0,-4 0 0,-3-1 0,-2 0 0,-47 122 0,16-76 0,-42 115 0,75-189 0,3 2 0,1 0 0,-7 76 0,13-84 0,2-1 0,2 0 0,1 0 0,1 0 0,2-1 0,1 1 0,11 33 0,-5-30 0,54 169 0,-52-152 0,-3 1 0,6 60 0,-13-55 0,-4 73 0,-4-75-163,-2-1-1,-20 80 0,-80 188-1800,-12-44 1735,-218 372 1,-221 229-688,524-832 760,-78 123 136,105-162 10,1-1-16,0 1 1,0-1-1,-5 17 0,9-23 49,0 0 0,1 0 0,0 0 0,-1 0 0,1-1 0,0 1 0,0 0 0,0 0 0,0 0 0,0 0 0,0 0 0,0 0 0,1 0 0,-1 0 0,1-1 0,0 1-1,-1 0 1,1 0 0,0-1 0,0 1 0,0 0 0,0-1 0,0 1 0,2 1 0,4 3 490,1 0 1,0 0-1,0-1 1,12 6-1,20 13 257,-10 0-714,-1 2 1,-1 0-1,41 51 0,63 100-78,-129-173 25,148 239-733,-137-219 95,2 3-6191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23:41.3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24575,'0'4'0,"4"3"0,8 4 0,24 5 0,40 5 0,37-2 0,27 6 0,28-1 0,5-5 0,-13-5 0,-23-6 0,-26-4 0,-27-2 0,-23-2 0,-22-1-8191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23:43.2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 1 24575,'-5'0'0,"8"0"0,14 0 0,17 9 0,18 4 0,10-1 0,3 3 0,-4-2 0,-3-2 0,-6-4 0,-8-3 0,-6-1 0,-5-3 0,-3 0 0,-2 0 0,-1-1 0,0 1 0,-5-1-8191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23:44.6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24575,'4'0'0,"27"5"0,45 1 0,58 10 0,50 1 0,51-1 0,24-4-2136,6-4 2136,-28-3 0,-39 2 0,-49 0 471,-44-1-471,-41-2-6526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27:58.5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566 13 24575,'0'0'0,"0"-1"0,0 1 0,1-1 0,-2 1 0,1-1 0,0 1 0,0 0 0,0-1 0,0 1 0,0-1 0,0 1 0,0-1 0,0 1 0,-1-1 0,1 1 0,0 0 0,0-1 0,-1 1 0,1 0 0,0-1 0,-1 1 0,1-1 0,0 1 0,-1 0 0,1 0 0,0-1 0,-1 1 0,1 0 0,-1 0 0,1-1 0,0 1 0,-1 0 0,1 0 0,-1 0 0,1 0 0,-1 0 0,1 0 0,-1 0 0,1 0 0,-1 0 0,1 0 0,-1 0 0,1 0 0,0 0 0,-1 0 0,1 0 0,-1 0 0,1 0 0,-1 1 0,1-1 0,0 0 0,-1 0 0,1 1 0,-1-1 0,1 0 0,0 0 0,-1 1 0,-32 21 0,28-18 0,-37 31 0,1 1 0,2 2 0,-40 51 0,-87 141 0,145-197 0,2 2 0,1 0 0,2 1 0,1 0 0,2 2 0,-17 75 0,26-83 0,0 0 0,2 0 0,1-1 0,1 1 0,2 0 0,1 0 0,2 0 0,0-1 0,18 53 0,6-5 0,51 95 0,56 66 0,-108-191 0,-3 2 0,-2 1 0,-2 2 0,-2-1 0,-3 2 0,-2 0 0,14 109 0,5 514-440,-58 5-278,23-623 761,-14 205-227,-7 320 1438,23-571-1251,1 0 0,0 0 0,1 0 0,0 0 0,1 0 0,1 0 0,0 0 0,0-1 0,1 0 0,1 0 0,0 0 0,0-1 0,1 0 0,13 15 0,-4-4-1368,-2-3-5461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24:15.4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272 1 24575,'1'14'0,"1"1"0,0 0 0,0-1 0,7 19 0,4 23 0,11 97 0,69 343 0,-64-372 0,43 149 0,-63-249 0,22 39 0,-8-20 0,-20-31 0,-9-10 0,-17-13 0,-179-121 0,-57-34 0,248 159 0,0 0 0,1 0 0,-14-13 0,20 15 0,0 1 0,0-2 0,0 1 0,0 0 0,1-1 0,0 0 0,0 0 0,-3-8 0,3-2 0,3 15 0,0 1 0,0 0 0,0 0 0,0 0 0,1 0 0,-1 0 0,0 0 0,0 0 0,0-1 0,0 1 0,0 0 0,1 0 0,-1 0 0,0 0 0,0 0 0,0 0 0,0 0 0,1 0 0,-1 0 0,0 0 0,0 0 0,0 0 0,0 0 0,1 0 0,-1 0 0,0 0 0,0 0 0,0 0 0,0 0 0,1 0 0,-1 0 0,0 0 0,0 0 0,0 1 0,0-1 0,0 0 0,1 0 0,-1 0 0,0 0 0,0 0 0,0 0 0,0 0 0,0 1 0,27 24 0,-20-18 0,23 24 0,88 85 0,-94-95 0,0-1 0,2-1 0,34 19 0,-50-33 0,-1 0 0,1-1 0,0 0 0,0 0 0,14 2 0,-22-6 0,1 1 0,0-1 0,0 1 0,0-1 0,0 0 0,0 0 0,0 0 0,-1-1 0,1 1 0,0-1 0,0 1 0,0-1 0,0 0 0,-1 0 0,1 0 0,-1 0 0,1-1 0,0 1 0,-1-1 0,0 0 0,1 1 0,-1-1 0,4-4 0,-1-2 11,0 0-1,0-1 1,-1 1-1,0-1 1,-1 0-1,1 0 1,1-11-1,11-70-691,-13 69-87,4-26-6058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24:17.1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24575,'1'0'0,"1"0"0,-1 0 0,0 1 0,1-1 0,-1 1 0,0-1 0,1 1 0,-1-1 0,0 1 0,0 0 0,0-1 0,0 1 0,0 0 0,0 0 0,2 2 0,4 3 0,38 30 0,-2 2 0,-1 2 0,-2 2 0,60 82 0,152 278 0,-46-46 0,-137-242 0,70 164 0,-133-264 0,0 0 0,1 0 0,0 0 0,1-1 0,0-1 0,15 18 0,-8-9 0,-14-11 0,-2-10 0,1 1 0,-1-1 0,1 0 0,-1 1 0,1-1 0,-1 0 0,0 1 0,1-1 0,-1 0 0,0 0 0,1 0 0,-1 0 0,0 0 0,1 1 0,-1-1 0,1 0 0,-1 0 0,0-1 0,1 1 0,-2 0 0,-8-1 0,1-1 0,-1 0 0,0-1 0,1 0 0,0-1 0,-18-8 0,-56-39 0,49 29 0,31 21 0,-205-135 0,169 108 0,1-3 0,1-1 0,-33-37 0,63 60 0,11 12 0,19 19 0,111 131 0,184 188 0,-305-328 0,0-1 0,2 0 0,-1-1 0,20 10 0,-33-20 0,0-1 0,0 1 0,0 0 0,0-1 0,0 1 0,0-1 0,0 1 0,0-1 0,0 1 0,1-1 0,-1 0 0,0 0 0,0 0 0,0 1 0,1-1 0,-1 0 0,0 0 0,0-1 0,0 1 0,1 0 0,-1 0 0,0-1 0,0 1 0,0 0 0,0-1 0,1 1 0,-1-1 0,0 0 0,0 1 0,0-1 0,0 0 0,0 1 0,-1-1 0,1 0 0,0 0 0,0 0 0,0 0 0,-1 0 0,1 0 0,0-1 0,1-5 0,1 1 0,-2 0 0,1-1 0,-1 1 0,0-1 0,0-6 0,-1 11 0,6-116 0,-11-120 0,1 111 0,3 109-118,2 6-20,-1 1-1,-1-1 0,0 1 1,-1 0-1,0-1 1,0 1-1,-1 0 1,-5-12-1,-5 2-6687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24:33.8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739 177 24575,'-7'-1'0,"0"0"0,1-1 0,-1 1 0,1-1 0,0-1 0,0 1 0,-1-1 0,2-1 0,-1 1 0,-6-5 0,-12-7 0,-148-67 0,145 72 0,1 1 0,-2 2 0,1 1 0,-51-6 0,59 11 0,-56-3 0,66 4 0,0 0 0,0 1 0,0 0 0,0 1 0,1 0 0,-10 3 0,12-2 0,1 0 0,-1 0 0,1 0 0,0 1 0,0 0 0,0 0 0,0 1 0,1-1 0,-1 1 0,-6 10 0,5-6 0,0 0 0,1 1 0,0 0 0,1 0 0,-6 16 0,4-3 0,2 1 0,0 0 0,0 29 0,3 75 0,2-79 0,7 100 0,37 199 0,-27-243 0,58 190 0,-57-242 0,1-1 0,3-1 0,3-1 0,1-1 0,45 61 0,-42-72 0,1-2 0,1 0 0,45 36 0,-52-51 0,2-2 0,0 0 0,1-2 0,1-1 0,48 20 0,-38-23 0,1-1 0,0-2 0,1-1 0,64 4 0,169-7 0,-242-6 0,-13 0 0,236-7 0,-199 3 0,-1-3 0,83-20 0,-121 23 0,-1-1 0,0-1 0,24-12 0,-35 16 0,-1-1 0,0 1 0,0-1 0,0 0 0,-1 0 0,1 0 0,-1-1 0,0 1 0,0-1 0,0 0 0,0 0 0,0 0 0,-1 0 0,0-1 0,0 1 0,3-9 0,-1-8 0,-1 1 0,-1 0 0,-1-1 0,0 1 0,-4-26 0,1 8 0,0-20 0,-2 1 0,-3-1 0,-3 1 0,-22-77 0,-5 32 0,-4 1 0,-62-111 0,73 161 0,-2 2 0,-3 1 0,-1 1 0,-3 2 0,-1 2 0,-2 2 0,-2 1 0,-71-48 0,29 35 0,-129-59 0,148 80 0,43 20 0,-10-5 0,0 1 0,-41-12 0,51 23-15,-1 1 0,0 1 0,1 2 0,-1 0 0,-33 4-1,0-1-1258,33-1-5552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24:36.3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24575,'4'0'0,"12"0"0,42 0 0,39 9 0,51 9 0,53 0 0,41 8-1075,27-1 1075,-3-5-1400,0-6 1400,-6-5 0,-23-4 0,-38-3 0,-38-7-213,-37-2 213,-34 0 0,-33 1-5503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24:37.5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0 263 24575,'10'0'0,"12"0"0,13 0 0,14 0 0,28-9 0,53-18 0,34-9 0,51-8 0,28-2-1387,10 8 1387,-13 10 0,-19 9 0,-28 9 0,-32 5-279,-39 4 279,-35 3 0,-33-1-6525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24:53.7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1212 107 24575,'-22'2'0,"1"1"0,-1 1 0,1 0 0,0 2 0,0 1 0,-22 9 0,6-2 0,-141 56 0,74-29 0,-52 29 0,91-39 0,57-27 0,-1 1 0,1 1 0,-1-1 0,2 1 0,-1 1 0,1-1 0,0 1 0,0 1 0,1-1 0,-8 12 0,-4 10 0,-24 52 0,9-16 0,11-26 0,-58 111 0,66-120 0,1 2 0,2 0 0,-8 34 0,-2 30 0,-39 150 0,-3 7 0,57-219 0,2 1 0,1 0 0,1 0 0,3 0 0,6 50 0,5-4 0,47 416 0,-54 0 0,-5-470 0,0 13 0,7 49 0,-5-71 0,2 0 0,0 0 0,0-1 0,2 1 0,8 16 0,39 102 0,-36-88 0,34 69 0,-27-77 0,2-1 0,56 64 0,-71-90 0,0-1 0,1 0 0,1 0 0,24 17 0,-29-25 0,-1 0 0,1 0 0,0 0 0,0-1 0,0 0 0,1-1 0,-1 0 0,1 0 0,-1-1 0,1 0 0,13 0 0,-4-2 0,0-1 0,-1 0 0,1-2 0,-1 0 0,0-1 0,0-1 0,19-8 0,108-63 0,-132 70 0,411-259 0,-398 249 0,0 3 0,0 1 0,27-10 0,-35 17 0,0-2 0,0 1 0,-1-2 0,0 0 0,-1-1 0,0-1 0,15-14 0,-9 5 0,-1 0 0,33-43 0,-47 54 0,0 1 0,-1-2 0,-1 1 0,1 0 0,-1-1 0,-1 0 0,0 0 0,3-19 0,0-30 0,-3 0 0,-6-75 0,1 34 0,3-162 0,-4-157 0,-4 329 0,-28-126 0,4 40 0,15-9 0,8 74 0,-3-130 0,5 79 0,2 121 0,-2 1 0,-22-72 0,18 73 0,-51-149 0,50 145 0,-6-23 0,-2 0 0,-49-107 0,65 166-273,-1 1 0,0 0 0,0 0 0,-5-6 0,-3 0-6553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24:57.0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680 26 24575,'-35'0'0,"1"2"0,-40 7 0,7 2 0,-87 18 0,131-23 0,0 1 0,1 1 0,-1 1 0,-30 17 0,48-22 0,0-1 0,1 1 0,-1 0 0,1 0 0,-1 1 0,1-1 0,0 1 0,1 0 0,-1 0 0,1 0 0,0 0 0,0 1 0,1-1 0,0 1 0,-3 10 0,-4 6 0,-11 28 0,2 1 0,2 1 0,2 0 0,3 1 0,-5 59 0,9 317 0,9-339 0,-1-73 0,0 0 0,2-1 0,0 1 0,0-1 0,2 0 0,8 21 0,48 89 0,-39-86 0,-2-4 0,2-2 0,26 34 0,58 59 0,-104-125 0,18 19 0,1-1 0,34 24 0,20 20 0,-53-44 0,1-2 0,0 0 0,1-2 0,1 0 0,0-2 0,38 16 0,-3-6 0,113 29 0,-89-34 0,0-3 0,1-4 0,0-3 0,157-5 0,-221-6 0,-1-1 0,0-1 0,-1 0 0,1-2 0,-1 0 0,0-1 0,0-1 0,-1-1 0,0-1 0,0 0 0,-1-1 0,-1-1 0,0 0 0,17-18 0,-27 24 0,0-1 0,0-1 0,-1 1 0,1-1 0,-2 0 0,1 0 0,-1 0 0,-1 0 0,1-1 0,3-15 0,-1-7 0,5-57 0,-7 40 0,9-58 0,-3-163 0,-12 246 0,-1-1 0,-1 1 0,-1 1 0,-1-1 0,-1 1 0,-1 0 0,-1 0 0,-20-35 0,-8-3 0,-70-87 0,-81-73 0,-32-44 0,179 213 0,-1 1 0,-3 2 0,-2 2 0,-2 2 0,-65-45 0,93 75-227,-1 1-1,0 1 1,-1 2-1,0 0 1,-28-8-1,34 12-6598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24:20.0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11294 204 24575,'-14'-2'0,"-1"1"0,1-2 0,0 0 0,0-1 0,1 0 0,-22-10 0,-2 0 0,-58-19 0,24 5 0,-2 5 0,-146-29 0,60 37 0,-192 7 0,285 9 0,-550 16-635,-4 50 1,-227 104 289,624-122 216,-576 78 303,627-104 584,16-2-682,-1113 129-3703,262-79 3048,190-15 692,-689 139-2107,1393-170 4182,2 4 1,-167 68-1,250-85-2156,-1 0 0,0-2 0,0-2 1,-1 0-1,0-2 0,0-2 0,-40 2 0,18-4-32,-83 12 0,109-11 0,20-3 0,-1 0 0,1 1 0,0 0 0,-1 0 0,1 0 0,0 1 0,0 0 0,0 0 0,0 1 0,0 0 0,1 0 0,-1 0 0,-8 7 0,0 7 0,1 0 0,1 0 0,1 1 0,0 1 0,1 0 0,-8 23 0,13-31 0,-41 104 0,-33 131 0,12-31 0,30-101 0,14-39 0,-43 92 0,64-162 0,-1 0 0,1 0 0,-1 0 0,0-1 0,-1 1 0,1-1 0,-1 1 0,0-1 0,0 0 0,0-1 0,-1 1 0,1-1 0,-1 0 0,0 0 0,0 0 0,0-1 0,0 1 0,0-1 0,-1 0 0,1-1 0,-1 0 0,1 1 0,-1-2 0,1 1 0,-1-1 0,0 1 0,1-2 0,-8 0 0,-7-1 0,1-1 0,0 0 0,0-2 0,1 0 0,-1-1 0,1-1 0,0-1 0,1 0 0,-1-2 0,2 0 0,-22-16 0,6 1 0,1-2 0,2-1 0,0-2 0,-33-44 0,46 47 0,16 27 0,0 0 0,0 0 0,0 0 0,0 0 0,0 0 0,0 0 0,0 0 0,0 0 0,1 0 0,-1 0 0,0 0 0,0 0 0,0 0 0,0 0 0,0 0 0,0 0 0,0 0 0,0 0 0,0 0 0,0 0 0,0 0 0,0 0 0,0 0 0,0 0 0,1 0 0,-1 0 0,0 0 0,0 0 0,0 0 0,0 0 0,0 0 0,0 0 0,0 0 0,0 0 0,0-1 0,0 1 0,0 0 0,0 0 0,0 0 0,0 0 0,0 0 0,0 0 0,0 0 0,0 0 0,0 0 0,0 0 0,0 0 0,0 0 0,0 0 0,0 0 0,0-1 0,0 1 0,0 0 0,0 0 0,0 0 0,0 0 0,0 0 0,0 0 0,0 0 0,13 12 0,44 56 0,89 92 0,-123-137 0,-10-10 0,0 0 0,1-2 0,0 1 0,1-2 0,21 13 0,-28-19 0,-1 1 0,1 0 0,-1 0 0,-1 1 0,1 0 0,-1 0 0,9 11 0,-7-7 0,0-1 0,19 15 0,-23-21 0,1 0 0,0 0 0,0-1 0,0 1 0,0-1 0,0 0 0,0 0 0,1-1 0,-1 0 0,0 0 0,1 0 0,0 0 0,-1-1 0,1 0 0,-1 0 0,1 0 0,-1-1 0,8-1 0,0-2 0,1 0 0,-1-1 0,0-1 0,0 0 0,23-15 0,32-13 123,-2 1-1611,-52 23-5338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24:23.0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3187 0 24575,'-14'1'0,"1"0"0,-1 1 0,1 0 0,-1 1 0,1 1 0,-15 6 0,-74 36 0,75-32 0,-221 119 0,-4 1 0,-515 216-591,-7-25-119,659-278 691,83-33 19,-18 5 0,1 3 0,0 2 0,-78 51 0,119-69 60,0 1 0,1 0 0,-1 0 0,1 0 0,1 1 0,0 0 0,0 0 0,0 1 0,1 0 0,-4 9 0,3-3 50,0 1 0,2-1 0,0 1 0,1 0 0,-2 22 0,-2 20-110,-4 86 0,12-115 0,2 0 0,7 32 0,2 18 0,-11-75 0,-1 0 0,0 0 0,0 0 0,0 0 0,0 0 0,0-1 0,-1 1 0,0 0 0,0 0 0,0 0 0,0-1 0,0 1 0,-4 5 0,3-6 0,0-1 0,1 0 0,-1 0 0,-1-1 0,1 1 0,0 0 0,0-1 0,-1 1 0,1-1 0,-1 1 0,1-1 0,-1 0 0,1 0 0,-1-1 0,0 1 0,1 0 0,-1-1 0,0 0 0,-5 1 0,2-1 0,0-1 0,0 1 0,0-1 0,0 0 0,0-1 0,0 1 0,0-1 0,1-1 0,-11-4 0,-50-33 0,50 29 0,-1-1 0,2 1 0,-1-2 0,2 0 0,0 0 0,0-2 0,1 0 0,-14-22 0,5 13 0,19 21 0,0 0 0,0 0 0,0-1 0,0 1 0,0-1 0,-2-5 0,5 9 0,0 0 0,0 0 0,0 0 0,0 0 0,0-1 0,0 1 0,0 0 0,-1 0 0,1 0 0,0 0 0,0 0 0,0-1 0,0 1 0,0 0 0,0 0 0,0 0 0,0 0 0,0 0 0,1-1 0,-1 1 0,0 0 0,0 0 0,0 0 0,0 0 0,0 0 0,0-1 0,0 1 0,0 0 0,0 0 0,0 0 0,0 0 0,1 0 0,-1 0 0,0 0 0,0-1 0,0 1 0,0 0 0,0 0 0,0 0 0,1 0 0,-1 0 0,0 0 0,0 0 0,0 0 0,0 0 0,0 0 0,1 0 0,-1 0 0,0 0 0,0 0 0,0 0 0,0 0 0,1 0 0,-1 0 0,0 0 0,0 0 0,0 0 0,0 0 0,0 0 0,1 0 0,-1 0 0,0 0 0,0 0 0,0 1 0,0-1 0,0 0 0,1 0 0,12 6 0,7 6 0,-1 0 0,0 2 0,-1 1 0,27 27 0,58 76 0,-98-112 0,78 102 0,-82-107 0,-1 0 0,1 0 0,0 0 0,0 0 0,0 0 0,0 0 0,0 0 0,1-1 0,-1 1 0,0 0 0,0-1 0,0 1 0,1-1 0,1 1 0,-3-1 0,1 0 0,-1 0 0,1 0 0,-1 0 0,1 0 0,-1 0 0,1 0 0,-1 0 0,1-1 0,-1 1 0,1 0 0,-1 0 0,0-1 0,1 1 0,-1 0 0,1-1 0,-1 1 0,0 0 0,1-1 0,-1 1 0,0 0 0,1-1 0,-1 1 0,0-1 0,1 0 0,1-5 0,0 1 0,0-1 0,0 0 0,-1 0 0,1-8 0,1-4 0,45-164 0,-37 150 0,1 0 0,1 1 0,29-46 0,-13 37-1365,-3 14-5461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25:07.8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617 257 24575,'3'0'0,"-1"0"0,1 0 0,-1 0 0,1-1 0,-1 1 0,0-1 0,1 0 0,2-1 0,11-4 0,318-67 0,-253 57 0,499-63 0,-560 77 0,-3 0 0,1 0 0,-1 2 0,1 0 0,0 0 0,21 5 0,-31-1 0,-11 1 0,-10 1 0,0 0 0,-1-1 0,0-1 0,-19 4 0,15-3 0,-76 14 0,-1-3 0,0-5 0,-158-1 0,233-10 0,26-1 0,40 0 0,366-20-402,4-20-362,33-2 298,775-24-197,-1208 66 630,-14 1 10,-4 0 13,-26 2 338,-219 49 1019,83-13-1471,-386 63-346,351-65 162,-1253 158-2263,1433-193 2612,-222 9 808,278-16 436,0-1-720,282-45-358,420-60-818,517 21 150,-1139 90 369,-112 1 92,-1 0 0,1 0 0,0 0 0,-1 1 0,1 0 0,-1 0 0,7 2 0,-11-3 0,0 0 0,0 1 0,0-1 0,0 0 0,-1 1 0,1-1 0,0 0 0,0 1 0,0-1 0,-1 0 0,1 0 0,0 1 0,0-1 0,-1 0 0,1 0 0,0 0 0,-1 1 0,1-1 0,0 0 0,-1 0 0,1 0 0,0 0 0,-1 0 0,1 0 0,0 1 0,-1-1 0,1 0 0,-1 0 0,-32 9 0,-102 19 0,-92 11 0,-81 0-193,-931 40-865,-8-75-46,1181-6 1104,37 1 0,-38 2 0,100 4 453,97 9 1362,93 3-1361,80 0-627,1023 15-734,6-33 621,-1198 0 220,-584 44 2737,6 0-2508,-65-22-876,0-41 514,447 13 190,1-3 1,0-2 0,1-3 0,-72-28 0,125 40 27,2 2 62,1-1 1,0 1 0,-1-1 0,1 0-1,0 0 1,0-1 0,0 1 0,1-1-1,-1 1 1,0-1 0,1-1 0,-4-3-1,6 6-72,1 1 0,0-1 0,0 0-1,0 1 1,-1-1 0,1 1-1,0-1 1,0 0 0,0 1 0,0-1-1,0 0 1,0 1 0,0-1 0,1 1-1,-1-1 1,0 0 0,0 1-1,0-1 1,1 1 0,-1-1 0,0 1-1,0-1 1,1 1 0,-1-1-1,1 1 1,-1-1 0,0 1 0,1-1-1,-1 1 1,1-1 0,-1 1-1,1 0 1,-1-1 0,1 1 0,0-1-1,26-10 113,29-2-104,0 3-1,111-8 0,-82 11-21,1-1 5,203-12 0,-611 32 0,111 0 0,-268-6 0,316-5 0,366 0 0,24 7 0,122 4-681,77 0-2042,2484-37-3077,-2754 19 6813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25:13.4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39 24575,'3'1'0,"0"0"0,0 0 0,0 1 0,0-1 0,0 1 0,0-1 0,-1 1 0,1 0 0,-1 0 0,1 0 0,-1 1 0,0-1 0,4 5 0,4 3 0,11 10 0,8 6 0,-2 1 0,28 35 0,-40-40 0,-11-16 0,0 1 0,0-1 0,1 0 0,0 0 0,0-1 0,1 1 0,0-1 0,-1 0 0,10 5 0,-14-10 0,-1 1 0,1-1 0,0 1 0,0-1 0,0 0 0,0 0 0,0 1 0,0-1 0,0 0 0,0 0 0,0 0 0,0 0 0,0 0 0,0 0 0,0-1 0,0 1 0,0 0 0,0 0 0,0-1 0,0 1 0,0 0 0,1-2 0,0 1 0,0 0 0,0-1 0,0 0 0,-1 1 0,1-1 0,0 0 0,-1 0 0,0 0 0,2-3 0,2-5 0,0 0 0,-1 0 0,3-14 0,-6 21 0,37-178 0,-37 178 0,-1 1 0,0-1 0,1 0 0,-1 1 0,1-1 0,0 1 0,0-1 0,0 1 0,0 0 0,1-1 0,-1 1 0,3-4 0,-3 6 0,-1 0 0,1-1 0,-1 1 0,1 0 0,-1 0 0,1 0 0,-1-1 0,1 1 0,-1 0 0,1 0 0,-1 0 0,1 0 0,-1 0 0,1 0 0,0 0 0,-1 0 0,1 0 0,-1 0 0,1 0 0,-1 1 0,1-1 0,-1 0 0,2 1 0,18 15 0,-8-1 0,-1 0 0,0 1 0,-1 0 0,10 20 0,28 75 0,-30-67 0,208 580 0,-198-514 0,-26-96 0,0 1 0,-1 0 0,0 0 0,-1 0 0,-3 22 0,2-30 0,-1 0 0,0 0 0,-1 0 0,0-1 0,0 1 0,0-1 0,-1 1 0,0-1 0,0 0 0,-1 0 0,1-1 0,-1 1 0,-1-1 0,1 0 0,-1-1 0,0 1 0,0-1 0,0 0 0,0-1 0,-1 1 0,-7 2 0,-8 3 0,1-2 0,-1 0 0,-1-1 0,1-2 0,-34 4 0,46-7-170,0-1-1,0 0 0,1 0 1,-1-1-1,0 0 0,0-1 1,-11-3-1,1-1-6655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25:14.0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24575,'5'0'0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25:14.4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24575,'5'0'0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25:14.9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51 24575,'5'-4'0,"15"-3"0,15 1 0,11 1 0,7 2 0,4 1 0,-3 0 0,-11-3 0,-7-1 0,-6 0 0,-7 1-8191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25:15.4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24575,'4'0'0,"8"0"0,5 0 0,10 0 0,5 0 0,2 0 0,0 0 0,-1 0 0,-7 0-8191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25:16.2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61 71 24575,'0'-7'0,"0"0"0,1 0 0,0 1 0,0-1 0,3-9 0,-4 15 0,0 0 0,0 0 0,1 0 0,-1 0 0,1 0 0,-1 0 0,1 0 0,-1 0 0,1 0 0,-1 0 0,1 0 0,0 1 0,0-1 0,-1 0 0,1 0 0,0 1 0,0-1 0,0 1 0,0-1 0,0 1 0,0-1 0,-1 1 0,1-1 0,0 1 0,1 0 0,-1-1 0,0 1 0,0 0 0,0 0 0,0 0 0,0 0 0,0 0 0,0 0 0,0 0 0,0 0 0,0 1 0,0-1 0,0 0 0,0 0 0,0 1 0,0-1 0,0 1 0,0-1 0,1 2 0,6 2 0,0 2 0,0-1 0,0 1 0,-1 0 0,0 0 0,0 1 0,-1 0 0,1 1 0,-2-1 0,1 1 0,-1 0 0,0 0 0,-1 1 0,0-1 0,0 1 0,-1 0 0,4 15 0,-2 0 0,0 0 0,-2 0 0,-1 1 0,-1-1 0,-4 44 0,1-48 0,0-1 0,-2 1 0,-1 0 0,0-1 0,-1 0 0,-1 0 0,-1-1 0,-1 0 0,0 0 0,-1-1 0,-1 0 0,-1-1 0,-25 28 0,33-40 0,0 0 0,0 0 0,0-1 0,0 1 0,-1-1 0,0 0 0,1 0 0,-1-1 0,0 1 0,0-1 0,-1 0 0,1-1 0,0 1 0,-1-1 0,1 0 0,-8 0 0,1-4 0,12-2 0,19-4 0,12 2 0,0 2 0,0 2 0,0 1 0,37 2 0,-33 0 0,-1 0 0,0-3 0,57-10 0,-23-7-1365,0-4-5461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25:16.6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361 1 24575,'0'14'0,"0"20"0,-5 18 0,-16 24 0,-9 9 0,-9 9 0,-3-2 0,1-16 0,3-22 0,-2-19 0,1-26 0,3-28 0,6-12-8191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25:16.8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24575,'14'4'0,"5"8"0,9 10 0,4 6 0,7 9 0,1 7 0,-1 5 0,2-4 0,-6-7 0,-4-4 0,-2-7 0,3-10 0,25-6 0,3-6-8191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25:17.3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16 24575,'9'0'0,"42"10"0,32 3 0,25-1 0,23-2 0,9-3 0,4-8 0,-3-3 0,-6-1 0,-12-5 0,-17 0 0,-27-4 0,-21 1 0,-22 3-8191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25:17.6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24575,'0'15'0,"0"28"0,5 22 0,6 18 0,2 29 0,-2 10 0,2-6 0,-1-13 0,-3-15 0,-2-17 0,-3-17 0,3-16 0,4-16 0,2-11-8191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25:18.5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783 0 24575,'-61'2'0,"-89"14"0,149-16 0,-35 5 0,-40 1 0,65-6 0,0 0 0,0-1 0,1 0 0,-1-1 0,1 0 0,-1-1 0,1 0 0,-12-5 0,21 8 0,1-1 0,-1 1 0,1 0 0,-1 0 0,1 0 0,-1-1 0,1 1 0,-1 0 0,1 0 0,-1 0 0,1 0 0,-1 0 0,1 0 0,-1 0 0,0 0 0,1 0 0,-1 0 0,1 1 0,-1-1 0,1 0 0,-1 0 0,1 0 0,-1 1 0,1-1 0,0 0 0,-1 0 0,1 1 0,-1-1 0,1 1 0,-1-1 0,1 0 0,0 1 0,-1-1 0,1 1 0,0-1 0,0 0 0,-1 1 0,1-1 0,0 1 0,0-1 0,0 1 0,-1 0 0,-3 26 0,4-24 0,-2 13 0,2 0 0,0 0 0,1-1 0,0 1 0,6 23 0,-6-34 0,0 0 0,1 0 0,0 0 0,0 0 0,0 0 0,1-1 0,-1 1 0,1-1 0,0 1 0,1-1 0,-1 0 0,1 0 0,-1-1 0,1 1 0,1-1 0,-1 0 0,0 0 0,1 0 0,-1 0 0,8 2 0,24 9 0,-23-11 0,-1 2 0,-1-1 0,1 2 0,-1-1 0,1 2 0,-2-1 0,17 14 0,-22-15 0,1 0 0,-1 0 0,0 1 0,0 0 0,-1 0 0,0 0 0,0 1 0,0-1 0,-1 1 0,0 0 0,-1 0 0,4 12 0,-5-14 0,0 0 0,-1 0 0,0 0 0,0 0 0,0-1 0,0 1 0,-1 0 0,0 0 0,0 0 0,0-1 0,-1 1 0,1 0 0,-1-1 0,0 1 0,0-1 0,-1 0 0,0 0 0,1 0 0,-1 0 0,-5 5 0,-1-1 0,0 0 0,0 0 0,-1-1 0,0-1 0,0 1 0,0-2 0,-1 1 0,0-1 0,-20 5 0,0-1 0,-1-2 0,-46 5 0,-126-1-1365,90-9-5461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25:20.0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538 27 24575,'311'-15'0,"-157"5"0,-125 9 0,-51 3 0,-29 4 0,-697 98 0,563-70 0,183-33 0,-1-1 0,1 1 0,0 0 0,-1-1 0,1 1 0,0 0 0,0 0 0,0 1 0,-3 1 0,5-3 0,0 0 0,0 0 0,0 1 0,0-1 0,0 0 0,0 1 0,0-1 0,0 0 0,0 0 0,0 1 0,0-1 0,0 0 0,1 0 0,-1 1 0,0-1 0,0 0 0,0 0 0,0 0 0,1 1 0,-1-1 0,0 0 0,0 0 0,0 0 0,1 1 0,-1-1 0,0 0 0,0 0 0,0 0 0,1 0 0,-1 0 0,0 0 0,0 0 0,1 1 0,-1-1 0,0 0 0,0 0 0,1 0 0,-1 0 0,0 0 0,1 0 0,-1 0 0,0 0 0,1-1 0,50 7 0,488-30 0,-431 15 0,-40 4 0,-15 2 0,-1-2 0,70-16 0,-107 16 0,-12 1 0,-5 3 0,1 0 0,0 1 0,-1-1 0,1 1 0,-1-1 0,1 1 0,-1-1 0,1 1 0,-1 0 0,1 0 0,-1 0 0,-1 0 0,-70 0 0,0 3 0,-108 20 0,116-14 0,42-7 0,19-2 0,0 0 0,0 1 0,0-1 0,0 1 0,0 0 0,1-1 0,-1 2 0,0-1 0,0 0 0,-3 3 0,7-2 0,9-1 0,27 1 0,-1-3 0,1-1 0,54-9 0,111-33 0,-103 20 0,31-2-1365,-86 19-5461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25:22.8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24575,'9'0'0,"4"0"0,-1 0 0,0 1 0,14 3 0,-22-3 0,1 0 0,-1 0 0,0 1 0,0 0 0,0 0 0,0 0 0,0 0 0,0 1 0,0-1 0,-1 1 0,1 0 0,3 4 0,2 3 0,-1 1 0,0 0 0,0 1 0,-2 0 0,8 16 0,24 68 0,-19-43 0,38 140 0,-20-58 0,6-24 0,-13-37 0,-29-73 0,-1-1 0,0 1 0,1 0 0,-1 0 0,0 0 0,1 0 0,-1-1 0,0 1 0,0 0 0,0 0 0,0 0 0,0 0 0,0 0 0,0 0 0,0 0 0,0 0 0,-1 0 0,1 0 0,0-1 0,-1 0 0,1 0 0,0 0 0,-1 1 0,1-1 0,0 0 0,-1 0 0,1 0 0,0 0 0,-1 0 0,1 0 0,0 1 0,-1-1 0,1 0 0,0 0 0,-1 0 0,1 0 0,0 0 0,-1 0 0,1-1 0,0 1 0,-1 0 0,1 0 0,0 0 0,-1 0 0,1 0 0,-1-1 0,-3 0 0,0-1 0,0-1 0,1 1 0,-1 0 0,-6-6 0,-24-26 0,-57-74 0,-3-3 0,78 96 0,9 12 0,8 10 0,12 14 0,0-1 0,1-1 0,1 0 0,1-1 0,1 0 0,35 29 0,-51-46 5,0-1-1,0 1 1,0 0-1,0 0 1,0-1 0,0 1-1,0 0 1,0-1-1,1 1 1,-1-1-1,0 1 1,0-1 0,1 0-1,-1 0 1,0 1-1,0-1 1,1 0-1,-1 0 1,0 0-1,0 0 1,1 0 0,-1-1-1,0 1 1,0 0-1,3-1 1,-3 0-88,0-1 1,0 1-1,1 0 1,-1-1 0,0 1-1,0 0 1,0-1-1,0 1 1,-1-1-1,1 0 1,0 1 0,-1-1-1,1 0 1,-1 1-1,1-1 1,-1 0-1,0-2 1,2-17-6744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25:40.5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149 0 24575,'0'0'0,"-1"1"0,1-1 0,-1 0 0,0 0 0,1 0 0,-1 0 0,1 1 0,-1-1 0,1 0 0,0 0 0,-1 1 0,1-1 0,-1 1 0,1-1 0,0 0 0,-1 1 0,1-1 0,0 1 0,-1-1 0,1 0 0,0 1 0,-1-1 0,1 1 0,0-1 0,0 1 0,0-1 0,0 1 0,-1 0 0,1-1 0,0 1 0,0 0 0,0 21 0,4 7 0,0-1 0,16 49 0,26 56 0,106 299 0,-76-164 0,-17-49 0,-52-189 0,-2 0 0,0 1 0,-3 0 0,0 0 0,-4 43 0,1-33 0,1-34 0,0 0 0,0 0 0,-1 0 0,0 0 0,0 0 0,-3 7 0,3-13 0,1 1 0,-1-1 0,0 1 0,0-1 0,1 0 0,-1 1 0,0-1 0,-1 0 0,1 0 0,0 0 0,0 1 0,0-1 0,-1 0 0,1-1 0,0 1 0,-1 0 0,1 0 0,-1-1 0,1 1 0,-1 0 0,1-1 0,-1 0 0,1 1 0,-1-1 0,0 0 0,1 0 0,-1 0 0,0 0 0,1 0 0,-1 0 0,1 0 0,-3-1 0,-8-2 0,0 0 0,1 0 0,-1-1 0,1-1 0,0 0 0,0 0 0,0-1 0,-10-8 0,-6-6 0,-42-39 0,31 22 0,1-2 0,3-1 0,1-1 0,-44-75 0,71 108 0,1-1 0,1 0 0,0-1 0,0 1 0,0-1 0,2 0 0,-1 0 0,1 0 0,0 0 0,1 0 0,0-14 0,1 24 0,0-1 0,0 1 0,0 0 0,0-1 0,0 1 0,0-1 0,0 1 0,0 0 0,0-1 0,0 1 0,0-1 0,0 1 0,1 0 0,-1-1 0,0 1 0,0 0 0,0-1 0,0 1 0,1 0 0,-1-1 0,0 1 0,0 0 0,1-1 0,-1 1 0,0 0 0,1 0 0,-1-1 0,0 1 0,1 0 0,-1 0 0,0 0 0,1-1 0,-1 1 0,0 0 0,1 0 0,-1 0 0,1 0 0,-1 0 0,0 0 0,1 0 0,-1 0 0,1 0 0,-1 0 0,1 0 0,18 12 0,5 12 0,-1 1 0,25 36 0,-7-9 0,-27-35 0,35 43 0,2-1 0,79 68 0,-126-123 0,0-1 0,1 0 0,-1 0 0,0 0 0,1-1 0,0 1 0,-1-1 0,1 0 0,0 0 0,8 1 0,-9-3 0,0 0 0,0 0 0,0 0 0,-1 0 0,1-1 0,0 0 0,0 0 0,0 0 0,0 0 0,-1 0 0,1-1 0,0 0 0,-1 0 0,6-3 0,11-10 20,0 0 0,-1-1 0,-1-1 0,0 0 0,28-39 0,-10 6-763,36-66 1,-58 89-6084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25:44.0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98 1 24575,'3'0'0,"0"1"0,0-1 0,-1 1 0,1 0 0,0 0 0,-1 0 0,1 0 0,0 1 0,-1-1 0,0 0 0,1 1 0,-1 0 0,0 0 0,0 0 0,0 0 0,0 0 0,2 2 0,3 6 0,0-1 0,10 19 0,4 14 0,-2 1 0,-2 0 0,-2 2 0,-1 0 0,12 76 0,9 237 0,-33-318 0,17 197 0,-16-214 0,7 61 0,-10-74 0,1-1 0,-2 0 0,1 0 0,-1 1 0,-1-1 0,-3 14 0,4-21 0,1-1 0,0 0 0,-1 0 0,1 0 0,-1 0 0,1 0 0,-1 0 0,1 0 0,-1 0 0,0 0 0,1-1 0,-1 1 0,0 0 0,0 0 0,0 0 0,0-1 0,1 1 0,-1 0 0,0-1 0,0 1 0,0-1 0,-1 1 0,1-1 0,0 0 0,0 1 0,0-1 0,0 0 0,0 0 0,0 0 0,0 0 0,-1 0 0,1 0 0,0 0 0,0 0 0,0 0 0,0 0 0,0-1 0,0 1 0,0 0 0,0-1 0,0 1 0,0-1 0,0 1 0,-2-2 0,-5-3 0,1 0 0,0 0 0,0-1 0,-10-10 0,-15-19 0,1-2 0,-26-41 0,10 14 0,21 28-682,-24-48-1,33 55-6143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25:44.5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24575,'18'9'0,"-1"2"0,-1 0 0,0 1 0,26 23 0,50 64 0,256 358 0,-339-444 0,-4-5 0,0 0 0,1 0 0,0-1 0,1 0 0,8 7 0,-14-12 0,1-1 0,0 0 0,0 1 0,0-1 0,0 0 0,0 0 0,0-1 0,0 1 0,0 0 0,0-1 0,0 1 0,1-1 0,-1 0 0,0 1 0,0-1 0,0 0 0,1 0 0,-1-1 0,0 1 0,0 0 0,0-1 0,1 1 0,-1-1 0,0 0 0,0 0 0,0 0 0,3-2 0,6-4 0,0-2 0,-1 1 0,0-1 0,0-1 0,8-11 0,-3 5 0,133-148-49,227-236-1267,-354 379-5510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25:47.5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1 253 24575,'33'-1'0,"0"-2"0,56-11 0,61-24 0,-74 17 0,-14 6 0,-32 9 0,1-1 0,47-20 0,-75 24 0,-9 2 0,-31 4 0,0 1 0,-71 18 0,34-6 0,44-11 0,-150 33 0,147-28 0,28-7 0,8 0 0,5-3 0,-1 0 0,1 0 0,-1-1 0,1 0 0,-1 0 0,0-1 0,12-4 0,-1 1 0,299-97 0,-5 2 0,-296 97 0,-11 7 0,-5-2 0,-1 0 0,0-1 0,1 1 0,-1-1 0,0 1 0,0-1 0,0 1 0,0-1 0,0 0 0,0 1 0,0-1 0,-3 2 0,-15 14 0,-2-2 0,1 0 0,-2-1 0,-26 13 0,-95 41 0,120-58 0,13-5 0,0 0 0,0-1 0,0 0 0,0-1 0,-15 3 0,25-6 0,-1 0 0,1 0 0,0 0 0,0 0 0,0 0 0,0 0 0,-1 0 0,1 0 0,0 0 0,0 0 0,0 0 0,-1 0 0,1 0 0,0 0 0,0 0 0,0 0 0,-1 0 0,1 0 0,0 0 0,0 0 0,0 0 0,0 0 0,-1 0 0,1 0 0,0-1 0,0 1 0,0 0 0,0 0 0,-1 0 0,1 0 0,0 0 0,0-1 0,0 1 0,0 0 0,0 0 0,0 0 0,0 0 0,0-1 0,0 1 0,-1 0 0,1 0 0,0 0 0,0 0 0,0-1 0,0 1 0,0 0 0,0 0 0,0 0 0,0-1 0,0 1 0,0 0 0,0 0 0,0 0 0,0-1 0,1 1 0,-1 0 0,0 0 0,0 0 0,0 0 0,0-1 0,0 1 0,0 0 0,1 0 0,2-6 10,0 1-1,1 0 1,0 0-1,0 0 1,1 1-1,-1-1 1,7-3-1,41-31-575,-38 29-309,13-8-5951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25:54.9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24575,'9'0'0,"18"0"0,10 0 0,2 0 0,0 0 0,-2 0 0,-3 0 0,-2 0 0,-6 0-8191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25:58.6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450 221 24575,'-6'1'0,"1"-1"0,0 1 0,-1 1 0,1-1 0,0 1 0,0 0 0,0 0 0,0 0 0,0 1 0,0-1 0,1 1 0,-1 1 0,1-1 0,0 0 0,0 1 0,0 0 0,-3 5 0,6-9 0,1 0 0,-1 1 0,1-1 0,0 1 0,-1-1 0,1 1 0,-1-1 0,1 1 0,0 0 0,0-1 0,-1 1 0,1-1 0,0 1 0,0 0 0,0-1 0,-1 1 0,1 0 0,0-1 0,0 1 0,0 0 0,0-1 0,0 1 0,0-1 0,1 1 0,-1 0 0,0-1 0,0 1 0,1 1 0,0-2 0,-1 1 0,1 0 0,0-1 0,0 1 0,0-1 0,0 1 0,0-1 0,0 0 0,0 1 0,0-1 0,0 0 0,0 1 0,0-1 0,0 0 0,2 0 0,4 0 0,-1 0 0,1-1 0,0 0 0,11-2 0,20-10 0,63-32 0,-67 28 0,1 1 0,43-12 0,-62 26 0,-16 3 0,0-1 0,0 0 0,0 0 0,0 1 0,1-1 0,-1 0 0,0 0 0,0 0 0,0 1 0,0-1 0,0 0 0,0 0 0,0 1 0,0-1 0,0 0 0,0 0 0,0 0 0,0 1 0,-1-1 0,1 0 0,0 0 0,0 1 0,0-1 0,0 0 0,0 0 0,0 0 0,0 1 0,-1-1 0,1 0 0,0 0 0,0 0 0,0 0 0,0 1 0,-1-1 0,1 0 0,-28 25 0,22-21 0,-43 34 0,-2-3 0,-2-2 0,-79 37 0,-181 62 0,263-112 0,13-3 0,37-17 0,0 0 0,1 0 0,-1 0 0,0 0 0,0 0 0,0 0 0,1 0 0,-1 0 0,0 0 0,0 0 0,0 0 0,1 1 0,-1-1 0,0 0 0,0 0 0,0 0 0,0 0 0,0 0 0,1 1 0,-1-1 0,0 0 0,0 0 0,0 0 0,0 0 0,0 1 0,0-1 0,0 0 0,0 0 0,0 0 0,1 1 0,-1-1 0,0 0 0,0 0 0,0 0 0,0 1 0,0-1 0,0 0 0,0 0 0,0 0 0,-1 1 0,1-1 0,0 0 0,0 0 0,0 0 0,0 0 0,0 1 0,0-1 0,0 0 0,0 0 0,0 0 0,-1 0 0,1 1 0,0-1 0,0 0 0,0 0 0,0 0 0,0 0 0,-1 0 0,1 1 0,12-2 0,1 0 0,-1 0 0,1-1 0,-1-1 0,0 0 0,0 0 0,20-9 0,-5 2 0,416-162 16,-84 29-685,199-42-696,-480 163-4808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26:02.3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59 24575,'5'0'0,"20"-5"0,21-2 0,32 1 0,21-3 0,17-1 0,5 1 0,-10 3 0,-18 2 0,-21 2 0,-17 1 0,-19 1-8191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26:11.3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1810 768 24575,'-6'-1'0,"0"0"0,0-1 0,0 0 0,0 1 0,0-2 0,1 1 0,-10-6 0,-16-6 0,6 7 0,-1 1 0,-1 1 0,1 1 0,-31 0 0,-112 7 0,78 6 0,-90 22 0,-69 8 0,163-33 0,-247 33 0,317-35 0,1 0 0,0 2 0,0 0 0,0 0 0,0 2 0,1 0 0,1 1 0,-1 0 0,2 1 0,-1 0 0,1 2 0,1-1 0,0 1 0,-15 20 0,13-17 0,-1 0 0,-24 17 0,22-18 0,1-1 0,-22 25 0,29-27 0,1-1 0,0 2 0,1-1 0,0 1 0,0 0 0,1 0 0,1 1 0,0 0 0,1 0 0,1 0 0,0 0 0,0 1 0,1-1 0,1 1 0,1 24 0,2-1 0,2 0 0,2-1 0,1 1 0,19 53 0,-2-23 0,46 89 0,-59-135 0,0 0 0,2-1 0,0-1 0,1 0 0,1 0 0,1-2 0,1 0 0,0 0 0,1-2 0,0 0 0,2-1 0,-1-1 0,2-1 0,0-1 0,36 14 0,-16-12 0,1-2 0,1-1 0,85 7 0,134-10 0,-190-7 0,410-2-503,156 1-1789,-5 33 1424,-324 1 522,29 3 177,-3-21 1966,-289-16-1575,0-3 1,68-15 0,86-31 556,3-1-120,-158 42-567,-1 3-1,75-2 1,-98 6-92,0-1 0,0 0 0,-1-2 0,0 0 0,29-12 0,18-4 0,7 3 0,0 3 0,1 4 0,1 2 0,-1 4 0,108 7 0,-163 0 0,38 11 0,-39-9 0,-1 0 0,29 3 0,184-7 0,15 1 0,-218 2 0,0 2 0,52 15 0,-53-12 0,0-1 0,1-2 0,33 3 0,190 12 0,-198-13 0,-1 3 0,91 29 0,-34 1 0,-43-14 0,1-3 0,80 17 0,158-1 0,3-21 0,-220-13 0,1027 11 0,-1041-16 0,65-4 0,221-35 0,452-28 0,-299 78 0,1 41 0,-127 11 0,-49-6 0,239-14 0,7-44 0,-222-2 0,-290 2 0,132 4 0,-151 0 0,96 19 0,-88-11 0,1-2 0,1-3 0,-1-3 0,1-2 0,0-4 0,101-16 0,463-63 0,-436 59 0,356-93 0,-479 94 0,0-3 0,-2-2 0,-1-4 0,-2-2 0,80-55 0,-104 64 0,1 2 0,60-22 0,3-3 0,-73 32 0,48-34 0,-64 39 0,0-1 0,-1 0 0,-1-1 0,0 0 0,14-19 0,-24 27 0,1-1 0,-1 1 0,0 0 0,-1 0 0,1-1 0,-1 1 0,0-1 0,0 0 0,0 1 0,0-1 0,-1 0 0,0 0 0,0 1 0,0-1 0,-1 0 0,1 1 0,-1-1 0,-2-5 0,-3-9 0,0 0 0,-19-35 0,16 36 0,-104-190 0,70 134 0,22 35 0,-2 2 0,-1 1 0,-2 1 0,-2 1 0,0 1 0,-42-35 0,8 15 0,-29-25 0,-126-83 0,-13 25 0,178 109 0,-2 3 0,-85-28 0,44 27 13,-175-22 0,-101 14-49,169 18-70,-1237-44-1890,378 37 768,278 2-1340,110 11-1,-731-17-183,-1729-130 2614,2769 134-415,62 7 583,-224 0 1910,176 17 3976,287 3-5100,0 3 0,1 2 0,-89 27 0,-7 2-46,-61-1-849,-328 15 0,-229-38-370,320-12 65,152 2-662,-398 11 101,5 46 208,657-56 732,-147 24 76,149-22 199,1 2 0,-62 25 0,92-32-34,-1 0-1,1 1 0,1-1 0,-1 2 1,0-1-1,-6 6 0,12-8-185,-1 0 0,0-1 0,1 1 0,0 0-1,-1 0 1,1 0 0,0 0 0,0 0 0,0 0 0,0 0-1,0 0 1,1 1 0,-1-1 0,1 0 0,-1 0 0,1 1-1,0-1 1,0 0 0,0 1 0,0-1 0,0 0 0,1 1-1,0 3 1,6 11-50,-1-1 0,2 0 0,1 0 0,0-1 0,0 0 0,14 16 0,5 8 0,1 4 0,-2 1 0,38 84 0,-59-112 0,0-1 0,1 0 0,1 0 0,0-1 0,1 0 0,1 0 0,0-1 0,1 0 0,0-1 0,1 0 0,25 20 0,62 46 0,-98-77-31,0 0 0,0 0 0,0-1 0,1 1 0,-1 0 0,0-1 0,0 1 0,0 0 0,0-1 0,1 1 0,-1-1 0,0 0 0,1 1 0,-1-1 0,0 0 0,1 0 0,-1 0 0,0 0 0,1 0 0,-1 0 0,0 0 0,1 0 0,-1-1 0,0 1-1,1 0 1,-1-1 0,0 1 0,0-1 0,0 1 0,1-1 0,-1 0 0,0 0 0,0 1 0,0-1 0,0 0 0,0 0 0,0 0 0,0 0 0,-1 0 0,1 0 0,0 0 0,0-1 0,0-1 0,9-19-6795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27:00.9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24575,'5'4'0,"6"12"0,2 13 0,-2 10 0,-3 9 0,-2-4-8191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27:03.2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1276 795 24575,'-1'2'0,"1"-1"0,-1 1 0,0-1 0,1 0 0,-1 1 0,0-1 0,0 0 0,0 0 0,0 0 0,0 0 0,0 0 0,0 0 0,0 0 0,0 0 0,-1 0 0,1 0 0,0 0 0,0-1 0,-1 1 0,-1 0 0,-31 13 0,34-14 0,-156 41 0,78-22 0,-46 8 0,-218 20 0,129-20 0,196-24 0,0 2 0,0 0 0,1 1 0,-1 0 0,-29 18 0,13-4 0,-47 38 0,75-53 0,0 0 0,0 0 0,0 0 0,1 1 0,0-1 0,0 1 0,0 0 0,1 0 0,0 0 0,0 1 0,0-1 0,1 1 0,0-1 0,-1 11 0,-1 7 0,2 0 0,1 44 0,1-66 0,3 58 0,2-1 0,4 1 0,28 107 0,76 171 0,-101-304 0,156 453 0,-43 14 0,-53 69 0,-72-568 0,2 18 0,1 1 0,1 0 0,0-1 0,2 0 0,15 37 0,-17-49 0,0-1 0,0 0 0,0 0 0,1 0 0,0 0 0,1-1 0,-1 0 0,1 0 0,0 0 0,1-1 0,-1 0 0,1 0 0,0 0 0,1-1 0,-1 0 0,1-1 0,9 4 0,1-2 0,1-1 0,-1 0 0,1-1 0,36 0 0,77-11 0,171-37-383,5-21-290,-61 13 410,845-124-1519,8 98-376,-493 82 1796,-247 2 5526,-311-7-5049,-1-1 0,1-3 1,58-14-1,137-54-119,-233 71 4,0-2 0,0 0 0,0 0 0,12-8 0,-20 10 0,1 0 0,0 0 0,-1 0 0,0-1 0,0 1 0,0-1 0,0 0 0,0 0 0,-1 0 0,0 0 0,1 0 0,-2 0 0,3-8 0,1-7 0,-1 0 0,0 0 0,0-33 0,-4-65 0,-2 58 0,-30-557-126,-141-402-505,43 555 631,99 377 0,-5 1 0,-3 2 0,-60-93 0,58 118 42,-3 2 0,-82-81 0,103 113 21,-1 2 0,0 1 0,-2 1 0,-1 1 1,0 1-1,-1 1 0,-1 2 0,-1 1 0,-44-15 0,52 24-63,-1 0 0,-1 1 0,-29-1 0,-72 5 0,81 0 0,-202 1 0,-218 3 0,418-3 0,-1 2 0,1 1 0,0 3 0,0 2 0,1 2 0,-84 31 0,-218 142 0,131-62 0,171-101 0,-1-2 0,-1-1 0,0-3 0,-1-2 0,-1-2 0,-74 8 0,-302-6 0,419-13 0,-345 5 0,-540 76 0,609-34 0,247-39-1365,11 1-5461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27:05.4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1 673 24575,'19'-4'0,"35"-22"0,38-20 0,36-22 0,15-8 0,23-6 0,16 1-1043,6 5 1043,-15 10 0,-12 13 0,-29 14 0,-28 14 256,-31 7-256,-28 6-7404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27:06.1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32 838 24575,'-1'0'0,"-22"-3"0,23 3 0,-1-1 0,0 1 0,1-1 0,-1 1 0,1-1 0,-1 1 0,1-1 0,0 1 0,-1-1 0,1 1 0,-1-1 0,1 1 0,0-1 0,0 0 0,-1 1 0,1-1 0,0 0 0,0 1 0,0-1 0,0 0 0,0 1 0,0-1 0,0 0 0,0 1 0,0-1 0,0 0 0,0 1 0,0-1 0,0 0 0,0 1 0,1-1 0,-1 0 0,0 1 0,0-1 0,1 0 0,-1 1 0,1-2 0,4-7 0,1-1 0,0 1 0,0-1 0,15-14 0,41-38 0,-2 9-14,2 3 1,127-79-1,160-51-1239,92 13 930,-330 135 344,1 5 1,128-13-1,-211 36-297,-1 1-1,1 2 1,57 5-1,-63 0-5255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27:09.5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169 0 24575,'4'3'0,"0"1"0,0-1 0,0 1 0,-1 0 0,1 0 0,-1 0 0,0 0 0,-1 1 0,1-1 0,-1 1 0,1-1 0,1 9 0,5 5 0,57 128 0,60 197 0,-79-207 0,67 149 0,7 19 0,-83-194 0,56 174 0,-23 5 0,-69-278 0,1 1 0,-1 0 0,-1 0 0,0 23 0,-1-33 0,0 0 0,0 1 0,0-1 0,0 0 0,-1 0 0,1 0 0,-1 0 0,1 0 0,-1-1 0,0 1 0,0 0 0,0 0 0,0 0 0,0-1 0,0 1 0,0 0 0,-1-1 0,1 1 0,-1-1 0,1 1 0,-1-1 0,1 0 0,-1 0 0,0 0 0,0 0 0,0 0 0,1 0 0,-1 0 0,-3 0 0,-1 0 0,0 0 0,0-1 0,-1 0 0,1-1 0,0 1 0,0-1 0,0 0 0,0-1 0,0 1 0,1-1 0,-1 0 0,0-1 0,1 1 0,-9-6 0,-10-7 0,-40-34 0,52 39 0,-119-104 0,-216-245 0,333 342 0,-79-92 0,75 85 0,1 0 0,-24-49 0,38 69 0,1-1 0,0 0 0,1 0 0,-1 1 0,1-1 0,0-1 0,0 1 0,1 0 0,-1-6 0,1 10 0,0 0 0,0 1 0,1-1 0,-1 0 0,0 0 0,0 1 0,0-1 0,1 0 0,-1 0 0,0 1 0,1-1 0,-1 0 0,1 1 0,-1-1 0,0 1 0,1-1 0,-1 1 0,1-1 0,0 0 0,-1 1 0,1 0 0,-1-1 0,1 1 0,0-1 0,0 1 0,1-1 0,1 1 0,-1 0 0,0 0 0,0 0 0,0 0 0,0 0 0,0 1 0,0-1 0,0 1 0,0-1 0,0 1 0,0 0 0,-1 0 0,4 1 0,9 6 0,1 0 0,-1 1 0,-1 0 0,20 18 0,48 54 0,-68-68 0,262 306 0,-157-175 0,-107-131 0,-2-2 0,0-1 0,0 0 0,12 10 0,-17-18 0,0 1 0,-1-1 0,1 1 0,0-1 0,0 0 0,0-1 0,0 1 0,1-1 0,-1 0 0,0 0 0,1 0 0,-1 0 0,7 0 0,122-12 0,-121 9 0,0-1 0,0 0 0,0-1 0,-1 0 0,1-1 0,-1-1 0,0 1 0,0-2 0,-1 0 0,0 0 0,14-12 0,9-12 0,50-63 0,-68 76 0,123-155 122,-2 1-1609,-114 147-5339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27:11.8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30 24575,'5'0'0,"16"-5"0,14-1 0,10 0 0,3 1 0,-2 1 0,-5 2 0,-3 1 0,-4 1 0,-4 0 0,-5 0-8191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27:13.8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303 1 24575,'14'279'0,"1"-8"0,-14-222 0,0-18 0,-1-1 0,-1 1 0,-6 31 0,7-58 0,-1-1 0,0 0 0,0 0 0,0 1 0,0-1 0,0 0 0,0 0 0,-1 0 0,0 0 0,1 0 0,-1-1 0,0 1 0,-1-1 0,1 1 0,0-1 0,-6 5 0,6-6 0,0 0 0,-1-1 0,1 1 0,0 0 0,-1-1 0,1 1 0,-1-1 0,1 0 0,-1 0 0,1 0 0,-1 0 0,1 0 0,-1 0 0,1-1 0,-1 1 0,1-1 0,0 0 0,-1 0 0,1 0 0,0 0 0,-1 0 0,1 0 0,-3-3 0,-13-8 0,0-1 0,0-1 0,2 0 0,-18-19 0,-56-72 0,83 97 0,-19-29 0,19 27 0,19 32 0,39 85 0,-31-62 0,34 58 0,-51-99 0,0 0 0,0 0 0,1-1 0,-1 1 0,1-1 0,-1 1 0,1-1 0,0 0 0,0-1 0,1 1 0,7 3 0,-10-5 0,-1-1 0,0 1 0,1-1 0,0 0 0,-1 1 0,1-1 0,-1 0 0,1 0 0,-1 0 0,1 0 0,0 0 0,-1 0 0,1-1 0,-1 1 0,1 0 0,-1-1 0,1 1 0,-1-1 0,1 0 0,-1 1 0,0-1 0,1 0 0,-1 0 0,0 0 0,0 0 0,1 0 0,-1 0 0,0 0 0,0 0 0,0-1 0,0 1 0,-1 0 0,1-1 0,0 1 0,0-1 0,-1 1 0,1 0 0,-1-1 0,1 1 0,-1-3 0,3-9-257,0-1-1,-1 0 0,0 0 1,-2-25-1,0 38 181,0-30-6749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27:12.9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544 0 24575,'-39'0'0,"-49"7"0,73-5 0,0 1 0,-1 1 0,2 0 0,-1 1 0,0 0 0,-14 9 0,10-4 0,1-1 0,-29 20 0,41-24 0,1-1 0,-1 1 0,1 0 0,0 1 0,0-1 0,1 1 0,0 0 0,-6 11 0,-1 10 0,1 0 0,2 1 0,0-1 0,-5 48 0,-6 21 0,13-68-227,-2-1-1,0-1 1,-2 1-1,-1-2 1,-27 47-1,24-53-6598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27:14.7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24575,'5'10'0,"6"12"0,1 8 0,-1 8 0,3 2 0,2 0 0,0-3 0,2-7 0,2-9 0,2-8 0,3-7 0,7-8 0,2-14 0,1-9 0,-2-5 0,0 3 0,-7 1 0,-8 4-8191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27:21.4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15643 1665 24575,'-10'-1'0,"0"0"0,1-1 0,-1 0 0,0 0 0,1-1 0,-1-1 0,1 1 0,0-1 0,0-1 0,-16-11 0,0 2 0,-464-279-308,244 141-976,-502-273-306,544 324 1034,-389-135 0,300 152 49,-4 12 1,-355-38 0,-621 21-1012,647 81 1363,81 2-1486,10-6 1300,-454-7 349,5 22-462,-99 65 347,8 63 128,5 32-21,73-9 101,-6-49 88,773-89-328,-389 31 2068,5 28 224,609-75-2085,-76 13 1599,-132 37 0,209-49-1619,0 0 0,0 0 1,-1 1-1,1-1 0,0 1 1,0 0-1,0-1 0,0 1 1,1 1-1,-1-1 0,1 0 1,-1 1-1,1-1 0,0 1 1,0 0-1,0 0 0,-2 3 1,2-1 2,1-1 1,0 0-1,0 0 1,0 1-1,0-1 1,1 0-1,-1 1 1,1-1-1,0 1 0,1-1 1,1 9-1,3 7 93,1 0-1,1 0 0,1 0 0,18 29 0,-21-39-99,122 216 15,176 231 0,-290-438-59,19 34 0,-31-52 0,-1 0 0,1 0 0,-1 0 0,1 0 0,-1 0 0,0 0 0,1 0 0,-1 1 0,0-1 0,0 0 0,0 0 0,1 0 0,-1 0 0,0 0 0,-1 1 0,1 0 0,0-1 0,-1-1 0,1 0 0,0 1 0,0-1 0,-1 0 0,1 1 0,0-1 0,-1 0 0,1 0 0,-1 1 0,1-1 0,0 0 0,-1 0 0,1 0 0,-1 0 0,1 0 0,0 1 0,-1-1 0,1 0 0,-1 0 0,1 0 0,-1 0 0,1 0 0,-1 0 0,1 0 0,0-1 0,-2 1 0,-3-1 0,0-1 0,0 1 0,0-1 0,0 0 0,-6-4 0,-35-23 0,-69-56 0,46 32 0,64 50 0,1 0 0,1 0 0,-1 0 0,0-1 0,1 1 0,-1-1 0,-4-6 0,9 7 0,5 6 0,16 13 0,0 2 0,-2 0 0,0 1 0,28 35 0,-40-44 0,316 413 0,-323-421 0,1 0 0,-1 0 0,0 0 0,1 0 0,-1 0 0,1 0 0,0-1 0,-1 1 0,1-1 0,0 1 0,0-1 0,0 0 0,0 0 0,0 0 0,0 0 0,1 0 0,-1 0 0,0-1 0,5 2 0,-4-3 0,-1 1 0,0-1 0,1 0 0,-1 0 0,0 0 0,1 0 0,-1 0 0,0 0 0,0-1 0,0 1 0,0-1 0,0 1 0,0-1 0,0 0 0,-1 0 0,1 1 0,-1-2 0,1 1 0,1-3 0,11-16 0,-2-1 0,20-46 0,13-54 0,-29 76 0,-6 19-227,-1 0-1,-1-1 1,-2 0-1,-1 0 1,2-29-1,-7 33-6598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27:37.5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60 24575,'20'1'0,"0"2"0,0 0 0,0 1 0,0 2 0,22 8 0,11 2 0,34 5 0,0-3 0,1-5 0,93 2 0,270-13 0,-244-5 0,-76 3 0,529-11 0,22-44-127,-40-9-190,661 21 0,714 46-313,-1989-3-6170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28:11.3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24575,'0'4'0,"0"0"0,0 0 0,1 0 0,-1 0 0,1-1 0,0 1 0,1 0 0,2 7 0,3 8 0,130 445 0,-22 9 0,-69-279 0,-38-157 0,14 51 0,-19-79 0,0 0 0,1-1 0,0 1 0,0-1 0,0 0 0,11 13 0,-11-17 0,-3-7 0,-6-10 0,-84-122 0,65 102 0,-6-10 0,-39-53 0,68 96 0,1 0 0,0-1 0,0 1 0,0-1 0,-1 1 0,1-1 0,0 1 0,0 0 0,-1-1 0,1 1 0,0 0 0,-1-1 0,1 1 0,0 0 0,-1-1 0,1 1 0,-1 0 0,1 0 0,0 0 0,-1-1 0,1 1 0,-1 0 0,1 0 0,-1 0 0,1 0 0,-1 0 0,1 0 0,-1 0 0,0 0 0,8 21 0,60 116 0,91 137 0,-138-240 0,-2-4 0,-7-11 0,-1 0 0,2-1 0,1 0 0,0-1 0,1-1 0,24 22 0,-37-37 0,0 0 0,0 0 0,1 0 0,-1 0 0,0 0 0,0 0 0,1-1 0,-1 1 0,1 0 0,-1-1 0,1 1 0,-1-1 0,1 0 0,-1 1 0,1-1 0,-1 0 0,1 0 0,-1 0 0,4 0 0,-4-1 0,0 0 0,1 1 0,-1-1 0,0 0 0,0 0 0,0 1 0,0-1 0,0 0 0,0 0 0,0 0 0,0 0 0,0 0 0,-1-1 0,1 1 0,0 0 0,-1 0 0,2-3 0,1-4 0,-1-1 0,0 1 0,0-1 0,-1 0 0,1-11 0,-1-12 0,-1 0 0,-1 0 0,-2 0 0,-1 0 0,-2 0 0,-10-33 0,8 44-1365,-1 4-5461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28:20.6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24575,'709'0'0,"-596"5"0,211 39 0,-44-3 0,222-14 0,7-29 0,-196 0 0,292 19 0,455 24-1365,-983-41-5461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28:22.2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24575,'14'26'0,"2"-1"0,29 35 0,-5-7 0,209 316 0,-223-334 0,33 33 0,-33-40 0,-2 1 0,24 36 0,-47-63 0,0-1 0,0 1 0,0-1 0,0 1 0,0-1 0,0 1 0,-1 0 0,1-1 0,-1 1 0,1 0 0,-1-1 0,0 1 0,0 0 0,1 0 0,-1-1 0,0 1 0,-1 0 0,1 2 0,-1-3 0,1 0 0,-1 0 0,1 0 0,-1 0 0,0 0 0,0 0 0,1-1 0,-1 1 0,0 0 0,0 0 0,0-1 0,0 1 0,0-1 0,0 1 0,0-1 0,0 1 0,0-1 0,0 1 0,0-1 0,0 0 0,-2 0 0,-4 1 0,-1 0 0,0-1 0,0 0 0,0 0 0,0-1 0,-14-3 0,-20-8 0,0-2 0,1-2 0,1-1 0,0-2 0,2-2 0,-68-49 0,132 90 0,202 155 0,-71-53 0,-118-94 0,2-3 0,49 24 0,-80-44 0,0 0 0,0-1 0,0-1 0,1 0 0,16 3 0,-24-6 0,-1 1 0,1-1 0,0 0 0,0 0 0,-1 0 0,1-1 0,0 1 0,0-1 0,-1 1 0,1-1 0,0 0 0,-1 0 0,1 0 0,-1-1 0,1 1 0,-1 0 0,0-1 0,1 0 0,-1 1 0,0-1 0,0 0 0,0 0 0,0 0 0,-1-1 0,1 1 0,1-4 0,2-3 0,0-1 0,-1 0 0,-1 0 0,1 0 0,2-21 0,4-57 0,-6 43 0,17-259-1365,-21 278-5461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28:24.7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30 24575,'5'0'0,"25"0"0,37 0 0,26 0 0,30-5 0,10-2 0,0 1 0,-12 1 0,-12 2 0,-21 1 0,-19 1 0,-23 0-8191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28:25.5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24575,'0'3'0,"1"0"0,1 0 0,-1 0 0,0 0 0,1 0 0,-1 0 0,1 0 0,0 0 0,0-1 0,0 1 0,0-1 0,1 1 0,-1-1 0,1 0 0,-1 0 0,4 2 0,5 5 0,75 63 0,-53-47 0,-1 3 0,42 46 0,-48-46 0,-15-18 0,-1 2 0,-1-1 0,0 1 0,12 20 0,-19-28 0,0-1 0,-1 1 0,0 0 0,1 0 0,-1 0 0,0-1 0,-1 1 0,1 0 0,-1 0 0,0 0 0,0 0 0,0 0 0,0 0 0,-1 0 0,0 0 0,1 0 0,-1 0 0,-1 0 0,1 0 0,-1-1 0,-3 8 0,0-3 0,-1 0 0,-1-1 0,1 1 0,-1-1 0,-13 11 0,13-13 0,0 1 0,0 0 0,1 1 0,0 0 0,1-1 0,-1 2 0,-7 13 0,3 4 0,-9 33 0,2-5 0,-19 51-1365,23-61-5461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28:57.2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2343 89 24575,'-257'-11'0,"-189"-10"0,-8 22 0,148 2 0,199 1 0,-111 21 0,-58 3 0,259-27 0,0 0 0,-1 1 0,1 1 0,-29 9 0,40-10 0,-1 1 0,1-1 0,0 2 0,0-1 0,0 0 0,0 1 0,0 0 0,1 1 0,0-1 0,0 1 0,0 0 0,0 0 0,1 0 0,-7 11 0,4-1 0,-1 1 0,2 0 0,0 1 0,1 0 0,-3 17 0,-11 90 0,17-112 0,-5 60 0,0 94 0,9-123 0,1 1 0,3-1 0,16 65 0,1-32 0,60 135 0,55 62 0,-100-202 0,386 689 0,-418-750 0,0 1 0,1-1 0,16 18 0,-20-25 0,0-1 0,0 1 0,0-1 0,0 0 0,0 0 0,0 0 0,0 0 0,1-1 0,-1 1 0,1-1 0,-1 0 0,1 0 0,0 0 0,-1 0 0,1-1 0,7 1 0,-1-2 0,-1 0 0,0 0 0,1-1 0,-1-1 0,0 1 0,0-1 0,14-7 0,58-36 0,382-217 0,-142 132 0,5 21 0,-213 72 0,-80 27 0,48-23 0,-67 27 0,1-2 0,-1 0 0,-1-1 0,1 0 0,13-14 0,3-9 0,0-1 0,-3-1 0,36-57 0,52-128 0,-88 154 0,-2-1 0,25-111 0,5-144 0,-54 319 0,2-21 0,-1 1 0,0-32 0,-3 47 0,0 0 0,0-1 0,-1 1 0,1 0 0,-2 0 0,1 0 0,-1 0 0,-1 1 0,0-1 0,-5-8 0,-12-15 0,0 1 0,-3 1 0,0 1 0,-1 1 0,-2 2 0,-1 0 0,-45-30 0,-5 2 0,49 31 0,-1 2 0,0 1 0,-2 1 0,-61-24 0,78 38-227,0 0-1,0 2 1,-1 0-1,1 0 1,-22 2-1,13 1-6598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28:58.5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24575,'5'0'0,"1"0"0,-1 0 0,1 1 0,0 0 0,-1 0 0,0 1 0,1-1 0,-1 1 0,9 4 0,-5 0 0,1 0 0,-2 1 0,1 0 0,8 9 0,61 62 0,89 115 0,-135-151 0,29 55 0,-60-96 0,0 0 0,0 1 0,0-1 0,-1 1 0,1-1 0,0 0 0,-1 1 0,0 0 0,1-1 0,-1 1 0,0-1 0,0 1 0,0-1 0,0 1 0,0 0 0,0-1 0,0 3 0,-1-3 0,1 0 0,-1 0 0,0 0 0,1 0 0,-1 0 0,0 0 0,1 0 0,-1-1 0,0 1 0,0 0 0,0 0 0,0-1 0,0 1 0,0-1 0,0 1 0,0-1 0,0 1 0,0-1 0,-1 1 0,-6 0 0,-1 1 0,1-1 0,0-1 0,-1 0 0,-10-1 0,11 1 0,-25 0 0,12 0 0,0-1 0,1-1 0,-29-5 0,31 4 0,18 3 0,-1 0 0,1 0 0,0 0 0,0 0 0,-1 0 0,1 0 0,0 0 0,0 0 0,-1 0 0,1 0 0,0 1 0,0-1 0,-1 0 0,1 0 0,0 0 0,0 0 0,-1 0 0,1 0 0,0 1 0,0-1 0,0 0 0,-1 0 0,1 0 0,0 1 0,0-1 0,0 0 0,0 0 0,0 0 0,0 1 0,-1-1 0,2 2 0,-1 1 0,1-1 0,0 0 0,0 0 0,0 0 0,0-1 0,0 1 0,0 0 0,0 0 0,0 0 0,1-1 0,2 3 0,39 46 0,2-2 0,2-2 0,2-3 0,1-1 0,62 38 0,-107-77 0,0 0 0,0 0 0,1 0 0,-1-1 0,1 0 0,9 3 0,-13-5 0,-1 0 0,0 1 0,0-1 0,1 0 0,-1 0 0,0-1 0,0 1 0,1 0 0,-1 0 0,0-1 0,0 1 0,0 0 0,1-1 0,-1 1 0,0-1 0,0 0 0,0 1 0,0-1 0,0 0 0,0 0 0,0 0 0,0 1 0,-1-1 0,1 0 0,0 0 0,0 0 0,-1 0 0,1 0 0,-1-1 0,1 1 0,-1 0 0,1 0 0,-1 0 0,1 0 0,-1-1 0,0 1 0,0-2 0,5-29 0,-2-1 0,-1 0 0,-2 1 0,-4-42 0,1 12 0,2 28-1365,0 7-5461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28:59.8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 19 24575,'0'0'0,"0"0"0,0-1 0,0 1 0,0 0 0,0-1 0,0 1 0,0-1 0,0 1 0,0 0 0,1-1 0,-1 1 0,0 0 0,0-1 0,0 1 0,0 0 0,1-1 0,-1 1 0,0 0 0,0-1 0,1 1 0,-1 0 0,0 0 0,0-1 0,1 1 0,-1 0 0,0 0 0,1 0 0,-1-1 0,0 1 0,1 0 0,-1 0 0,0 0 0,1 0 0,-1 0 0,0 0 0,1 0 0,-1 0 0,1 0 0,0 0 0,17 4 0,4 5 0,-1 2 0,0 0 0,-1 1 0,30 23 0,70 68 0,-105-90 0,135 130 0,146 178 0,-280-302 0,-6-9 0,-1 1 0,13 22 0,-21-32 0,0-1 0,-1 1 0,1 0 0,-1 0 0,1 1 0,-1-1 0,0 0 0,1 0 0,-1 0 0,0 0 0,0 0 0,0 0 0,0 0 0,0 0 0,0 1 0,0 0 0,0-1 0,-1 0 0,1-1 0,0 1 0,-1-1 0,1 1 0,-1-1 0,1 1 0,0-1 0,-1 0 0,1 1 0,-1-1 0,1 0 0,-1 1 0,1-1 0,-1 0 0,1 1 0,-1-1 0,0 0 0,1 0 0,-1 0 0,-1 1 0,-3-1 0,1 0 0,-1 0 0,0 0 0,0 0 0,0-1 0,-6-1 0,-51-12 0,2-4 0,-79-32 0,-115-66 0,91 39 0,128 63 0,19 7 0,1 0 0,-20-11 0,69 25 0,59 23 0,63 18 0,-126-41 0,1-1 0,-1-2 0,40 2 0,-67-6 0,0 0 0,0 0 0,-1 0 0,1-1 0,0 1 0,0-1 0,-1 0 0,1 1 0,0-1 0,-1 0 0,1-1 0,-1 1 0,1 0 0,-1-1 0,1 0 0,-1 1 0,0-1 0,0 0 0,0 0 0,0 0 0,0 0 0,-1-1 0,1 1 0,-1 0 0,1-1 0,-1 1 0,2-4 0,1-5 0,-1-1 0,0 0 0,0 0 0,1-24 0,-3 24 0,8-306-316,-10 250-733,0 35-5777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29:01.2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356 485 24575,'280'-160'0,"-259"149"0,302-152 0,-309 156 0,-8 5 0,-1-1 0,0 1 0,0-1 0,0 0 0,0 0 0,0-1 0,-1 1 0,1-1 0,-1 0 0,4-5 0,-8 8 0,0 1 0,0-1 0,0 1 0,0-1 0,0 1 0,0 0 0,0-1 0,0 1 0,0-1 0,0 1 0,0-1 0,0 1 0,0 0 0,0-1 0,-1 1 0,1-1 0,0 1 0,0 0 0,-1-1 0,1 1 0,0 0 0,0-1 0,-1 1 0,1 0 0,0 0 0,-1-1 0,1 1 0,0 0 0,-1 0 0,1-1 0,-1 1 0,1 0 0,0 0 0,-1 0 0,1 0 0,-1 0 0,1 0 0,-1 0 0,1-1 0,-1 1 0,-11-2 0,0 0 0,-1 1 0,1 0 0,0 1 0,-1 0 0,1 1 0,-15 3 0,-82 12 0,-149 41 0,-100 51 0,318-95 0,-8 1 0,-55 21 0,92-28 0,11-7 0,0 0 0,0 0 0,0 1 0,0-1 0,0 0 0,0 0 0,0 0 0,0 0 0,0 0 0,0 0 0,0 0 0,-1 1 0,1-1 0,0 0 0,0 0 0,0 0 0,0 0 0,0 0 0,0 0 0,1 0 0,-1 1 0,0-1 0,0 0 0,0 0 0,0 0 0,0 0 0,0 0 0,0 0 0,0 0 0,0 1 0,0-1 0,0 0 0,0 0 0,0 0 0,0 0 0,0 0 0,1 0 0,-1 0 0,0 0 0,0 0 0,0 0 0,0 0 0,0 0 0,0 0 0,0 0 0,0 1 0,1-1 0,-1 0 0,0 0 0,0 0 0,0 0 0,6 0 0,-1 1 0,1-1 0,0 0 0,-1 0 0,1-1 0,5 0 0,285-55-3,-165 29-111,328-72-516,234-43 676,-618 130-1294,-23 4-4994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29:10.1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1 292 24575,'0'1'0,"0"-1"0,0 1 0,0-1 0,1 1 0,-1-1 0,0 1 0,1 0 0,-1-1 0,0 1 0,1-1 0,-1 1 0,0-1 0,1 1 0,-1-1 0,1 0 0,-1 1 0,1-1 0,-1 1 0,1-1 0,-1 0 0,1 0 0,0 1 0,-1-1 0,1 0 0,0 1 0,20 4 0,-18-5 0,66 8 0,1-3 0,97-5 0,-83-1 0,-11-1 0,-24 0 0,57 6 0,-106-4 0,1 0 0,0 0 0,0 0 0,-1 0 0,1 0 0,0 0 0,-1 0 0,1 0 0,0 0 0,-1 0 0,1 1 0,0-1 0,-1 0 0,1 1 0,0-1 0,-1 0 0,1 1 0,0-1 0,-1 1 0,1-1 0,-1 1 0,1-1 0,-1 1 0,1-1 0,-1 1 0,1 1 0,-1-2 0,0 1 0,0 0 0,-1 0 0,1 0 0,0 0 0,0 0 0,-1-1 0,1 1 0,-1 0 0,1 0 0,-1-1 0,1 1 0,-1 0 0,1 0 0,-1-1 0,0 1 0,-1 0 0,-5 5 0,0 0 0,0-1 0,-10 5 0,-20 7 0,-1-2 0,0-1 0,-1-2 0,-64 12 0,81-20 0,0-1 0,-1-1 0,1 0 0,-26-3 0,48 1 0,0 0 0,0 0 0,0 0 0,0-1 0,1 1 0,-1 0 0,0 0 0,0 0 0,0 0 0,0 0 0,0-1 0,0 1 0,0 0 0,0 0 0,0 0 0,0 0 0,0-1 0,0 1 0,0 0 0,0 0 0,0 0 0,0 0 0,0-1 0,0 1 0,0 0 0,0 0 0,0 0 0,0 0 0,0-1 0,0 1 0,0 0 0,0 0 0,0 0 0,0 0 0,0 0 0,-1-1 0,1 1 0,0 0 0,0 0 0,0 0 0,0 0 0,0 0 0,0 0 0,-1 0 0,1 0 0,0-1 0,0 1 0,0 0 0,0 0 0,0 0 0,-1 0 0,18-8 0,0 0 0,1 1 0,0 1 0,27-5 0,-1 0 0,1025-227-2012,-874 204 1711,400-77-645,-500 89-3986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29:25.4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1322 203 24575,'-20'-1'0,"-1"-1"0,0-2 0,1 0 0,-1-1 0,-24-9 0,8 2 0,-462-106 0,374 99 0,-2 6 0,-131 3 0,247 9 0,0 2 0,0-1 0,-1 2 0,1-1 0,-17 6 0,26-6 0,-1 0 0,0 0 0,1 0 0,0 0 0,-1 1 0,1-1 0,0 1 0,0 0 0,-1 0 0,1 0 0,1 0 0,-1 0 0,0 0 0,0 0 0,1 1 0,0-1 0,-1 0 0,1 1 0,0 0 0,0-1 0,0 1 0,0-1 0,1 1 0,-1 0 0,1 0 0,-1 4 0,1 32 0,1-1 0,9 46 0,-1 0 0,-1-12 0,33 126 0,-9-58 0,99 395 0,-63-280 0,-63-228 0,-2-13 0,0 0 0,6 17 0,-7-26 0,0 0 0,1 0 0,0 0 0,0 0 0,0-1 0,0 0 0,0 1 0,1-1 0,6 5 0,93 93 0,-73-70 0,1 0 0,57 42 0,-68-60 0,0-1 0,1 0 0,0-2 0,1 0 0,28 9 0,-41-17 0,0-1 0,0 0 0,0 0 0,1-1 0,-1 0 0,0-1 0,1 0 0,-1 0 0,1-1 0,-1 0 0,0-1 0,1 0 0,-1-1 0,0 1 0,0-2 0,13-6 0,-12 4 0,0-1 0,0 0 0,-1-1 0,0 0 0,0-1 0,-1 0 0,0 0 0,-1 0 0,0-1 0,8-14 0,7-18 0,22-55 0,-36 78 0,22-59 0,-4 0 0,-3-2 0,23-149 0,-24 103 0,7-57 0,-25 140 0,-1-1 0,-3-51 0,-2 81 0,1-1 0,-2 1 0,0 0 0,-1 0 0,0 0 0,-1 0 0,-1 1 0,0 0 0,-1 0 0,0 0 0,-1 1 0,-1 0 0,0 1 0,-11-12 0,11 12 0,0 0 0,0 0 0,1 0 0,1-1 0,0 0 0,-10-23 0,14 27 0,-1-1 0,-1 1 0,0 0 0,0 0 0,0 0 0,-1 0 0,0 1 0,-1 0 0,0 1 0,0-1 0,-12-7 0,13 8-18,-1-1-1,1 1 0,0-1 1,1 0-1,0 0 1,0-1-1,0 1 0,1-1 1,0 0-1,1 0 1,-3-9-1,-6-11-1123,4 12-5684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29:29.5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1 153 24575,'8'1'0,"1"0"0,-1 0 0,1 0 0,-1 1 0,0 1 0,1-1 0,-1 2 0,-1-1 0,13 7 0,5 6 0,32 25 0,-52-37 0,161 146 0,-115-99 0,92 70 0,-135-115 0,28 21 0,2-2 0,0-1 0,66 29 0,-89-48 0,0-1 0,1 0 0,-1 0 0,1-2 0,0 0 0,27-1 0,-2-3 0,62-11 0,239-66-316,1-26-464,-265 80 802,1020-347-22,-854 278-1187,-171 64-4743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29:41.0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1136 442 24575,'0'-2'0,"-1"0"0,1 0 0,-1 0 0,1 0 0,-1 0 0,0 0 0,0 1 0,0-1 0,0 0 0,0 0 0,0 1 0,-1-1 0,1 1 0,0-1 0,-1 1 0,1-1 0,-3-1 0,-33-21 0,27 18 0,-42-23 0,-93-38 0,120 58 0,-1 1 0,1 1 0,-1 1 0,-1 1 0,-40-2 0,-138 7 0,109 3 0,46-3 0,-46 2 0,91-2 0,1 1 0,-1 0 0,0 1 0,0-1 0,1 1 0,-1 0 0,1 0 0,-1 1 0,1-1 0,0 1 0,0 0 0,-7 7 0,-2 3 0,1 0 0,-13 19 0,2-2 0,10-16 0,1 2 0,1-1 0,-12 23 0,18-29 0,1 1 0,0 0 0,1 0 0,0 0 0,0 0 0,1 1 0,-1 15 0,0 25 0,1 1 0,3-1 0,10 65 0,-5-86 0,1-2 0,2 1 0,1-1 0,17 35 0,64 104 0,-66-125 0,45 84 0,119 190 0,-107-188 0,-65-100 0,-9-18 0,1 0 0,0 0 0,0-1 0,1 0 0,0-1 0,1 0 0,0-1 0,19 10 0,-3-1 0,-6-2 0,0-2 0,2-1 0,-1-1 0,1 0 0,0-2 0,1-1 0,0 0 0,0-2 0,1-1 0,-1-1 0,1-1 0,49-3 0,-60-1 0,1-1 0,-1-1 0,-1 0 0,1 0 0,0-2 0,-1 0 0,0 0 0,-1-1 0,1-1 0,-1 0 0,18-17 0,8-10 0,64-77 0,-82 88 0,-17 21 0,55-65 0,52-80 0,-95 125 0,-1-1 0,-1 0 0,-2 0 0,0-1 0,-1-1 0,-2 0 0,0 0 0,3-28 0,-8 19 0,-1 0 0,-2 0 0,-1 0 0,-2 0 0,-1 0 0,-2 0 0,-11-36 0,-91-230 0,-119-174 0,150 314-1365,69 143-5461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30:49.8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1332 143 24575,'-15'1'0,"-1"1"0,0 0 0,1 1 0,0 1 0,-1 0 0,2 1 0,-1 0 0,0 2 0,-21 12 0,-362 155 0,355-156 0,26-10 0,-1-1 0,1-1 0,-1 0 0,0-1 0,0-1 0,-34 3 0,32-6 0,-1 2 0,-22 5 0,20-4 0,-30 3 0,23-3 0,1 0 0,-43 13 0,-22 4 0,54-18 0,-21 3 0,57-5 0,-1 0 0,0 0 0,1 1 0,0-1 0,-1 1 0,1 0 0,0 0 0,0 0 0,-7 6 0,9-6 0,-1 1 0,1-1 0,0 1 0,0 0 0,0-1 0,1 1 0,-1 0 0,1 0 0,0 0 0,0 1 0,0-1 0,0 0 0,0 0 0,1 1 0,-1-1 0,1 6 0,0 5 0,1 0 0,4 23 0,-4-29 0,52 236 0,-16-88 0,-2 12 0,75 332 0,-89-431 0,2-1 0,47 94 0,2 3 0,-58-126 0,-1 0 0,10 56 0,-19-73 0,-1-1 0,-1 1 0,-1 0 0,-2 36 0,1-55 0,0-1 0,0 1 0,0-1 0,0 1 0,0-1 0,1 1 0,-1-1 0,1 0 0,-1 1 0,1-1 0,0 0 0,0 1 0,0-1 0,0 0 0,1 0 0,-1 0 0,1 0 0,-1 0 0,1 0 0,0 0 0,-1-1 0,1 1 0,0-1 0,0 1 0,0-1 0,0 0 0,3 2 0,7 2 0,-1 0 0,1-1 0,0 0 0,16 2 0,-4 0 0,62 13 0,-1-3 0,105 5 0,175-17 0,-330-6 0,65-11 0,-83 9 0,1-1 0,-1 0 0,0-2 0,0 0 0,22-12 0,37-21 0,3 3 0,121-40 0,-188 73 0,0-1 0,0 0 0,-1 0 0,1-1 0,-2-1 0,1 0 0,-1-1 0,0 0 0,0 0 0,-1-1 0,0 0 0,9-13 0,85-137 0,-52 77 0,-3 6 0,53-118 0,-81 146 0,-2 0 0,-1-1 0,-3-1 0,7-51 0,-8 2 0,-1-113 0,-15-101 0,0 136 0,0 50 0,6-236 0,-1 343 0,1-1 0,11-35 0,1-6 0,-15 60 0,0 0 0,0 1 0,0-1 0,0 0 0,0 1 0,0-1 0,0 0 0,0 1 0,-1-1 0,1 0 0,-1 1 0,1-1 0,-1 1 0,0-1 0,0 1 0,1-1 0,-1 1 0,0-1 0,0 1 0,0 0 0,-1 0 0,1-1 0,0 1 0,0 0 0,-1 0 0,1 0 0,-3-1 0,-3-2 0,0 1 0,0 1 0,-1-1 0,1 1 0,-10-2 0,-50-6 0,0 3 0,-123 2 0,156 6 0,-228 5-447,-417 65-1,606-60 448,0 4 0,-104 35 0,165-46-31,1 0 0,0 1-1,0 1 1,0 0 0,1 1-1,0-1 1,0 2 0,1 0-1,0 0 1,0 0-1,1 1 1,0 1 0,1-1-1,-11 19 1,7-10-6795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31:01.9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21817,'0'5858'0,"8463"-5858"0,-8463-5858 0,-8463 5858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31:07.1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269 1 24575,'1'0'0,"0"0"0,-1 0 0,1 0 0,0 0 0,0 1 0,-1-1 0,1 0 0,0 0 0,0 1 0,-1-1 0,1 1 0,0-1 0,-1 1 0,1-1 0,0 1 0,-1-1 0,1 1 0,-1-1 0,1 1 0,-1 0 0,1 0 0,5 5 0,442 461 0,-202-202 0,-183-193 0,-56-66 0,0 0 0,1 0 0,-1-1 0,1 0 0,0 0 0,0-1 0,1 0 0,15 5 0,21 11 0,41 23 0,-52-28 0,-1 2 0,-1 1 0,-1 2 0,30 24 0,-13-2 0,22 18 0,106 72 0,-149-116 0,-19-13 0,0 2 0,0-1 0,0 1 0,-1 1 0,0-1 0,0 1 0,11 12 0,-18-15 0,-4-3 0,-10-5 0,1 0 0,-20-11 0,-5-3 0,-56-20-42,-2 3 1,-112-26-1,-209-12-393,-423 43 208,819 31 227,-34 4 0,42 2 0,13-5 0,0-1 0,0 0 0,0 0 0,0 1 0,0-1 0,0 0 0,0 1 0,0-1 0,0 0 0,0 1 0,0-1 0,0 0 0,0 1 0,0-1 0,0 0 0,0 1 0,0-1 0,0 0 0,0 1 0,0-1 0,1 0 0,-1 0 0,0 1 0,0-1 0,0 0 0,1 0 0,-1 1 0,0-1 0,1 1 0,5 3 0,0 1 0,1-1 0,0 0 0,0-1 0,7 4 0,296 127 0,-59-28 0,-187-77 43,365 143 570,-390-161-597,0-2 1,1-1-1,-1-2 1,1-2-1,1-2 0,-1-2 1,43-4-1,-72 3-16,-1-1 0,1-1 0,-1 1 0,0-2 0,0 1 0,0-1 0,0-1 0,-1 0 0,13-8 0,-9 4 0,-1-1 0,-1 0 0,1-1 0,-2 0 0,17-22 0,-1-7 0,-2-1 0,-2-2 0,20-52 0,-33 75 0,28-73 0,-4-3 0,26-121 0,12-203 0,-65 344-1365,-5 52-5461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31:08.5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0 653 24575,'1'2'0,"0"1"0,0-1 0,0 1 0,1-1 0,-1 0 0,1 0 0,-1 0 0,1 0 0,0 0 0,0 0 0,0 0 0,0 0 0,3 2 0,3 3 0,199 222 0,-82-86 0,-72-92 0,-39-40 0,-1 1 0,-1 1 0,0 0 0,15 21 0,-17-21 0,0 0 0,0 0 0,1-1 0,1-1 0,0 0 0,1 0 0,0-1 0,0-1 0,21 11 0,-27-15 0,1 0 0,-1 1 0,0 0 0,9 10 0,-11-11 0,0 1 0,1-1 0,-1-1 0,1 1 0,0-1 0,1 0 0,11 6 0,-10-7 0,0-1 0,0 1 0,1-2 0,-1 1 0,0-1 0,1-1 0,-1 1 0,1-1 0,-1-1 0,1 0 0,11-2 0,3-3 0,1-1 0,40-19 0,30-20-52,160-106-1,-210 124-53,337-222-964,164-104 764,-463 303-331,309-186-272,9 19-168,-327 183-2904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31:11.7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59 175 24575,'474'11'0,"-419"-7"0,498 10 0,-526-17 0,-27 3 0,0 0 0,0 0 0,0 0 0,0 0 0,0 0 0,0 0 0,0 0 0,0 0 0,-1 0 0,1 0 0,0-1 0,0 1 0,0 0 0,0 0 0,0 0 0,0 0 0,0 0 0,0 0 0,0 0 0,-1 0 0,1 0 0,0 0 0,0 0 0,0-1 0,0 1 0,0 0 0,0 0 0,0 0 0,0 0 0,0 0 0,0 0 0,0 0 0,0 0 0,0-1 0,0 1 0,0 0 0,0 0 0,0 0 0,0 0 0,0 0 0,0 0 0,0 0 0,0-1 0,0 1 0,0 0 0,0 0 0,0 0 0,0 0 0,0 0 0,1 0 0,-1 0 0,0 0 0,0 0 0,0 0 0,0-1 0,0 1 0,0 0 0,0 0 0,0 0 0,0 0 0,-49-10 0,-492-26 0,-5 31 0,516 6 0,43-1 0,24 1 0,1447 28-1847,-1244-28 1847,65-2 0,-260 1 0,-41 0 0,-25 0 0,-1601 22-787,1318-6 787,244-9 0,52-4 0,16 0 0,111 2 635,-85-5-423,513-6 453,0-48 457,-535 53-1122,0-2 0,0 1 0,13-6 0,-24 8 0,0-1 0,0 1 0,-1 0 0,1-1 0,0 1 0,0-1 0,0 1 0,-1-1 0,1 1 0,0-1 0,-1 0 0,1 1 0,0-1 0,-1 0 0,1 0 0,-1 1 0,1-1 0,-1 0 0,0 0 0,1-1 0,-1 2 0,0-1 0,0 0 0,0 0 0,0 1 0,0-1 0,0 0 0,-1 1 0,1-1 0,0 0 0,-1 1 0,1-1 0,0 0 0,-1 1 0,1-1 0,0 0 0,-1 1 0,1-1 0,-1 1 0,0-2 0,-4-1 0,0-1 0,0 1 0,0 0 0,0 1 0,-9-4 0,-21-7 0,-1 1 0,-67-12 0,-86-1 0,189 25 0,-742-34-538,712 35 538,59 0 0,924 3-469,-642-5 384,-259 2 85,-36 2-23,-21 2 0,-22 3 251,-79 3-683,74-10-6371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31:24.7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961 1 24575,'-689'0'0,"688"0"0,-13 0 0,-1 0 0,1 1 0,-22 4 0,31-4 0,1 1 0,0-1 0,0 0 0,1 1 0,-1 0 0,0 0 0,0 0 0,1 1 0,0-1 0,-1 1 0,1 0 0,0-1 0,0 2 0,0-1 0,1 0 0,-4 5 0,-4 10 0,1 0 0,0 1 0,-9 31 0,-12 61 0,29-107 0,-17 89 0,-8 119 0,17 141 0,10-274 0,-1-59 0,1 0 0,1 0 0,1 0 0,0-1 0,8 24 0,-7-32 0,1 1 0,0 0 0,1-1 0,0 0 0,0-1 0,1 1 0,1-1 0,0 0 0,12 12 0,-9-11 0,-1 1 0,12 17 0,-15-18 0,1 0 0,1-1 0,-1 0 0,12 9 0,5-2 0,0-1 0,2-1 0,0-2 0,48 19 0,-52-23 0,474 184 0,-419-159 0,54 21 0,64-1 0,-165-47 0,1-2 0,0-2 0,0-1 0,42-2 0,-62-1 0,0-1 0,0 0 0,-1-1 0,0-1 0,1 0 0,-1 0 0,0-1 0,-1 0 0,1-1 0,11-8 0,9-10 0,50-48 0,-46 40 0,-21 19 0,36-31 0,-3-3 0,52-64 0,117-160 0,-204 256 0,-2 0 0,0-1 0,-1 0 0,-1-1 0,0 0 0,9-29 0,7-16 0,8-10 0,-3-2 0,28-106 0,-52 147 0,-1 0 0,-2-1 0,-3-61 0,-1 40 0,2 49 0,-1-1 0,1 1 0,-1 0 0,-1-1 0,1 1 0,-1 0 0,0 0 0,0 0 0,-1 0 0,0 1 0,0-1 0,-5-7 0,2 5 0,-1 1 0,0 0 0,0 0 0,0 0 0,-1 1 0,0 0 0,-13-7 0,-4 0-24,14 7-312,1 1 1,0-1 0,-11-9 0,8 3-6491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31:36.8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24575,'5'1'0,"0"0"0,0 0 0,0 1 0,0 0 0,0 0 0,-1 0 0,1 1 0,-1 0 0,1 0 0,6 6 0,-1-2 0,138 115 0,-65-49 0,-55-50 0,565 454 0,-350-314 0,-135-93 0,-74-49 0,159 102 0,-138-92 0,92 40 0,-135-64 0,-19-4 0,-26-4 0,-296-30 0,294 28 0,0-1 0,0-2 0,1-1 0,-40-14 0,64 17 0,0 1 0,0 0 0,0 1 0,-15-2 0,24 6 0,8 3 0,14 8 0,232 122 0,384 144 0,-609-268 0,104 36 0,-111-41 0,1-1 0,-1 0 0,46 2 0,-64-7 0,0 0 0,0 0 0,0 0 0,0 0 0,0-1 0,0 1 0,0-1 0,0 0 0,-1 0 0,1 0 0,0 0 0,0-1 0,-1 1 0,1-1 0,0 0 0,-1 1 0,0-1 0,1 0 0,-1-1 0,0 1 0,0 0 0,0 0 0,-1-1 0,1 1 0,0-1 0,-1 0 0,0 0 0,1 1 0,-1-1 0,0 0 0,-1 0 0,1 0 0,0 0 0,-1-4 0,2-10 0,0 0 0,-2 0 0,0 0 0,-5-30 0,4 41 0,0-3 0,0 1 0,-1-1 0,0 1 0,0 0 0,-1-1 0,0 1 0,0 0 0,-1 0 0,0 1 0,-1-1 0,0 1 0,0 0 0,-6-6 0,0-1 0,0-1 0,1 0 0,-16-29 0,-1-3 0,-36-50 0,-53-89 0,100 160-1365,1 3-5461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31:42.7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713 70 24575,'0'10'0,"0"0"0,0 1 0,-1-1 0,-1 0 0,1 0 0,-2 0 0,1 0 0,-2 0 0,1-1 0,-1 1 0,0-1 0,-1 0 0,0 0 0,-1 0 0,-10 12 0,14-19 0,-18 22 0,0 1 0,2 1 0,0 0 0,-20 44 0,-6 18 0,27-57 0,-22 58 0,34-68 0,0 0 0,2 1 0,1-1 0,1 0 0,0 1 0,5 34 0,-2 4 0,-3 51 0,3 79 0,2-168 0,1-1 0,0 0 0,2 0 0,0-1 0,20 37 0,-18-37 0,101 208 0,-93-196 0,2 0 0,1-1 0,1-1 0,32 34 0,-50-61 0,6 6 0,0 0 0,1 0 0,0-1 0,0 0 0,1-1 0,0-1 0,0 1 0,1-2 0,19 8 0,5-1 0,74 15 0,-46-17 0,104 3 0,69-13 0,-117-2 0,33-2 0,0-7 0,239-48 0,-312 43 0,1 4 0,0 3 0,86 2 0,163-10 0,-1-23 0,12 14 0,4 26 0,-196 1 0,90 3 0,402 60 0,316 54 0,-254-24 0,-362-45 0,-52-4 0,314 31 0,-415-63 0,168 6 0,-268-19 0,341-2 0,-380 0 0,0-2 0,0-3 0,-1-1 0,55-18 0,-78 19 0,0-3 0,0 0 0,-1-1 0,0-1 0,-1-1 0,0-2 0,-1 0 0,-1-1 0,25-25 0,-36 30 0,-1 0 0,0-1 0,-1 0 0,0-1 0,-1 0 0,-1 0 0,0 0 0,6-18 0,2-19 0,9-52 0,-5 18 0,8-27 0,-5-1 0,-4-1 0,-6 0 0,-3-126 0,-8 231 0,-1-1 0,0 0 0,-1 1 0,0-1 0,-1 1 0,1-1 0,-1 1 0,-5-8 0,-6-10 0,-19-26 0,4 7 0,24 37 0,-27-48 0,-4 1 0,-65-79 0,76 109 0,-2 1 0,0 0 0,-1 2 0,-1 2 0,-52-28 0,9 12 0,-111-40 0,51 33-312,-3 6-1,-1 6 0,-155-16 1,-427 5 230,514 44 38,-341 48 0,-358 114 1464,507-71-1420,-240 41 0,368-102 0,-44 7 0,71-7 0,-245 2 0,102-22 0,-53 2 0,-1405-13 85,875-3-1535,944 2-5376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31:46.5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1210 259 24575,'-67'0'0,"0"2"0,-118 19 0,60 10 0,2 4 0,-142 62 0,228-80 0,1 1 0,1 1 0,1 2 0,-41 32 0,34-23 0,23-18 0,-24 22 0,36-28 0,0 0 0,1 0 0,-1 1 0,1 0 0,1 0 0,-1 0 0,-3 10 0,5-11 0,0 1 0,1-1 0,0 0 0,1 1 0,0 0 0,0-1 0,0 1 0,0 0 0,1-1 0,1 1 0,-1 0 0,1-1 0,1 9 0,1-6 0,0 0 0,0 0 0,1 0 0,0-1 0,1 1 0,0-1 0,0 0 0,10 10 0,0-1 0,2 0 0,0-2 0,1 0 0,0-1 0,1-1 0,40 21 0,1-6 0,1-2 0,65 18 0,135 21 0,-178-50 0,162 6 0,89-21 0,-163-3 0,480 3 0,242-2 0,-316-11-304,160-2-266,698 15 681,-649 1 652,95 33-1448,-605-19 571,15-8 422,-93-4 50,-112 3-289,141 30 0,-15-1-74,492 42 5,-233-63 0,-456-15 0,1 1 0,-1-2 0,0 0 0,21-6 0,-28 6 0,-1-1 0,1 0 0,-1 0 0,0-1 0,0 0 0,0 0 0,-1-1 0,1 0 0,-1 0 0,7-8 0,82-104 0,-33 38 0,-22 32 0,-19 24 0,-1 0 0,-1-2 0,-1 0 0,28-53 0,-41 65 0,-1 1 0,0-1 0,-1 0 0,-1 0 0,0 0 0,-1 0 0,0 0 0,-1-1 0,-1 1 0,0 0 0,0 0 0,-5-16 0,-1 0 0,-2 1 0,-1 0 0,-1 1 0,-20-38 0,21 50 0,0 0 0,0 0 0,-1 1 0,-1 0 0,-19-17 0,-74-54 0,47 44 0,-2 3 0,-1 3 0,-1 2 0,-121-44 0,83 45 0,-2 3 0,-164-24 0,-249 10-404,-1 38-115,401 6 493,-1053 58 26,868-33 0,-581 64 0,278-15 0,-2-36 0,-189-38 565,339-5-243,-3-24-255,17-1-72,23 30 5,-171-2 0,342-12 0,-11 0 0,-16-2 86,-66 0-1537,309 15-5375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31:47.8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1 853 24575,'2'1'0,"1"-1"0,0 1 0,-1 0 0,1 0 0,0 0 0,-1 0 0,1 0 0,-1 1 0,0-1 0,1 1 0,-1 0 0,0 0 0,0-1 0,0 1 0,0 1 0,0-1 0,-1 0 0,3 5 0,1-2 0,9 14 0,0 1 0,-1 1 0,17 37 0,21 71 0,-39-92 0,2-1 0,2 0 0,1-1 0,42 64 0,-55-95 0,0 1 0,0-1 0,1 0 0,-1 0 0,1-1 0,0 1 0,1-1 0,-1 0 0,0 0 0,1-1 0,7 3 0,9 2 0,38 5 0,-36-8 0,21 5 0,0-3 0,79 0 0,-92-6 0,0-3 0,0-1 0,-1-1 0,60-18 0,-21-2 2,95-49 0,63-50-318,-118 62-111,-72 41 420,875-472-1407,16 43 541,-807 397 1161,221-64-1,-325 113-87,0 0 0,0 1 0,0 1 1,35 0-1,-33 4-6934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32:21.6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0 912 24575,'91'144'0,"30"54"0,-25-38 0,-71-122 0,2-1 0,35 36 0,-54-65 0,-1-2 0,1 1 0,0-1 0,1 0 0,-1 0 0,1-1 0,0-1 0,1 1 0,-1-1 0,1-1 0,0 0 0,0 0 0,0-1 0,0 0 0,0-1 0,0 0 0,1-1 0,-1 0 0,0 0 0,0-1 0,11-2 0,17-5 0,-1-2 0,0-2 0,-1-1 0,54-27 0,36-23-108,122-84 0,115-104-1907,-83 39 1218,459-451-1,-701 625 798,48-67 0,-82 99-53,1 1-43,-1-1 0,-1 1-1,1-1 1,-1 0-1,0 0 1,3-10 0,-4 4-3542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32:22.5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1 319 24575,'85'126'0,"-29"-47"0,17 28 36,212 320-1202,-18 10 903,-237-382 364,55 88 92,-79-134-193,0 1 0,1-2 0,1 1 0,0-1 0,16 14 0,-20-19 0,1 0 0,-1-1 0,1 1 0,-1-1 0,1 0 0,0 0 0,0-1 0,0 1 0,0-1 0,0 0 0,0 0 0,0-1 0,0 0 0,1 0 0,5 0 0,3-2 0,0-1 0,0 0 0,0-1 0,23-9 0,61-35 0,-71 34 0,172-92-182,75-52-544,97-65-132,234-154-2322,296-198 2768,-675 427-545,-65 41 180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32:33.7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887 382 24575,'68'7'0,"-10"2"0,698 42-1103,-324-28-157,471 50-829,-281-21 1490,199 23 477,-668-68 118,0-7 1,0-7 0,-1-6 0,280-63 0,-388 66-211,149-30 2616,-149 33-1408,1 2-1,61 2 1,-19 5-982,215 0-3,-252-4-9,0-3 0,0-3 0,93-25-1,-109 20 1,0-1 0,50-30 0,-15 7 0,-50 27 0,97-51 0,-97 50 0,-1-2 0,0 0 0,31-28 0,-48 40 0,0 0 0,0 0 0,0 0 0,0 0 0,0 1 0,0-1 0,-1 0 0,1-1 0,0 1 0,0 0 0,-1 0 0,1 0 0,-1 0 0,1-1 0,-1 1 0,1 0 0,-1 0 0,0-1 0,1 1 0,-1 0 0,0-1 0,0 1 0,0 0 0,0-2 0,-2 2 0,1-1 0,-1 1 0,1 0 0,-1 0 0,1 0 0,-1 0 0,0 0 0,1 1 0,-1-1 0,0 1 0,0-1 0,0 1 0,1-1 0,-1 1 0,0 0 0,0 0 0,0 0 0,-3 0 0,-37 0 0,0 3 0,-44 7 0,64-8 0,-152 22 0,-66 6-369,-59 0-1107,-57 2 596,-2668 76-2703,2896-109 3566,-209-29 1,292 20 869,1-2 0,0-2 0,-45-20 0,50 17-121,-1 2 1,-1 2-1,-51-9 0,74 19-732,-19-3 0,34 5 0,5 1 0,21 2 0,116 20 0,-56-6 0,142 21-347,882 116-3481,7-66 2358,-931-82 1292,-147-5 178,38-5 0,-71 5 14,-1 0 0,1-1 0,-1 1 0,1-1-1,0 0 1,-1 0 0,1 0 0,-1 0 0,3-2 0,-4 3-5,-1 0 1,0 0-1,1-1 1,-1 1 0,0 0-1,0-1 1,1 1-1,-1 0 1,0-1 0,0 1-1,0 0 1,0-1-1,1 1 1,-1 0 0,0-1-1,0 1 1,0-1-1,0 1 1,0 0 0,0-1-1,0 1 1,0 0-1,0-1 1,0 1 0,0-1-1,0 1 1,0 0-1,0-1 1,0 1 0,-1-1-1,1 1 1,0 0-1,0-1 1,0 1 0,-1-1-1,-3-3 104,0 1-1,0-1 0,-1 1 1,1-1-1,-1 1 0,0 1 1,-9-5-1,-126-47 164,-112-20-274,-106-9 5,-101 4-512,-68 7-1522,-794-34-1380,7 73 2514,1017 33 212,127 3 755,139 1 414,29-1-221,9 0-45,33 5-100,46 3 0,228 18-122,156 2-75,137-5-225,127-7 225,116-6-54,40-5-390,-48-5 16,-98-2-989,-142-2 905,-158 0-267,-158 0 980,-130-1 2045,-84 2 2248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32:42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24575,'14'18'0,"0"-1"0,2 0 0,0-1 0,0-1 0,35 24 0,-21-17 0,503 356 0,-391-283 0,244 179 0,-309-214 0,26 22 0,-34-11 0,-51-51 0,0-1 0,37 31 0,-34-35 0,0 1 0,-1 1 0,31 35 0,-50-51 0,0 0 0,0 0 0,0 1 0,0-1 0,0 1 0,0-1 0,-1 0 0,1 1 0,0-1 0,-1 1 0,1 0 0,-1-1 0,0 1 0,1-1 0,-1 1 0,0 0 0,0-1 0,0 1 0,0-1 0,-1 1 0,1 0 0,0-1 0,-1 1 0,1-1 0,-1 1 0,1-1 0,-1 1 0,0-1 0,1 1 0,-1-1 0,0 1 0,0-1 0,0 0 0,0 0 0,0 0 0,-1 1 0,1-1 0,0 0 0,0 0 0,-1-1 0,1 1 0,-4 1 0,-5 4 0,-1-1 0,0 0 0,-1 0 0,-18 4 0,2-3 0,-1 0 0,1-2 0,-1-2 0,0 0 0,0-2 0,0-1 0,0-1 0,1-1 0,-1-2 0,1-1 0,0-1 0,-37-15 0,23 5 0,1-2 0,1-2 0,1-2 0,0-1 0,2-1 0,1-3 0,-40-39 0,46 42 0,22 19 0,1 0 0,1 0 0,-1 0 0,-6-8 0,13 14 0,0-1 0,0 1 0,0 0 0,-1 0 0,1 0 0,0 0 0,0 0 0,0-1 0,0 1 0,0 0 0,0 0 0,0 0 0,0-1 0,0 1 0,0 0 0,0 0 0,0 0 0,0 0 0,0-1 0,0 1 0,0 0 0,0 0 0,0 0 0,0-1 0,0 1 0,0 0 0,0 0 0,0 0 0,0 0 0,0-1 0,0 1 0,0 0 0,1 0 0,-1 0 0,0 0 0,0-1 0,0 1 0,0 0 0,0 0 0,0 0 0,1 0 0,-1 0 0,0 0 0,0 0 0,0 0 0,0-1 0,1 1 0,-1 0 0,0 0 0,0 0 0,0 0 0,1 0 0,-1 0 0,0 0 0,0 0 0,0 0 0,1 0 0,-1 0 0,0 0 0,0 0 0,0 0 0,0 0 0,1 0 0,-1 1 0,0-1 0,0 0 0,0 0 0,0 0 0,1 0 0,16 3 0,1 0 0,-1 1 0,0 1 0,29 12 0,-44-17 0,509 182 0,13-29 0,-496-146 0,14 4 0,1-3 0,51 5 0,-90-12 0,-1-1 0,0 0 0,0 0 0,1 0 0,-1 0 0,0-1 0,0 1 0,0-1 0,1 0 0,-1 0 0,0 0 0,0 0 0,5-4 0,-7 4 0,1-1 0,0 1 0,-1-1 0,0 0 0,1 0 0,-1 0 0,0 0 0,0 0 0,0 0 0,0 0 0,0 0 0,0 0 0,-1 0 0,1-1 0,-1 1 0,1 0 0,-1 0 0,0-1 0,0-3 0,-1-16 0,0 1 0,-1-1 0,-1 1 0,-1-1 0,-2 1 0,1 1 0,-2-1 0,-1 1 0,-1 0 0,0 0 0,-23-33 0,5 10 0,-23-49 0,44 79 0,1-1 0,1 1 0,1-1 0,0 0 0,0 0 0,0-25 0,2 18 0,-2 1 0,-6-24 0,-22-48-1365,27 71-5461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32:47.2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24575,'127'144'0,"-58"-61"0,15 16 0,78 85 0,-124-146 0,0-1 0,71 50 0,275 215 0,-204-130 0,339 380 0,-343-377 0,-173-172 0,0 0 0,-1 0 0,1 0 0,-1 0 0,0 0 0,0 1 0,4 7 0,-6-11 0,0 1 0,0-1 0,1 1 0,-1 0 0,0-1 0,0 1 0,0 0 0,0-1 0,0 1 0,0-1 0,0 1 0,0 0 0,0-1 0,0 1 0,-1 0 0,1-1 0,0 1 0,0-1 0,0 1 0,-1 0 0,1-1 0,-1 1 0,0 0 0,0 0 0,0-1 0,0 1 0,0 0 0,0-1 0,0 1 0,0-1 0,0 0 0,-1 1 0,1-1 0,0 0 0,0 1 0,0-1 0,-1 0 0,1 0 0,-2-1 0,-13 0 0,0-1 0,0-1 0,0 0 0,-25-10 0,18 6 0,-335-117 0,127 42 0,178 65 0,14 5 0,1-2 0,-44-22 0,69 28 0,35 17 0,158 93 0,-47-24 0,-91-55 0,326 162 0,-350-177 0,0-1 0,0-1 0,21 3 0,-37-8 0,0-1 0,0 0 0,0 0 0,0 1 0,0-2 0,0 1 0,1 0 0,-1 0 0,0-1 0,0 1 0,0-1 0,0 0 0,0 1 0,0-1 0,0 0 0,-1 0 0,1 0 0,0-1 0,0 1 0,-1 0 0,1-1 0,-1 1 0,1-1 0,-1 1 0,1-1 0,-1 0 0,0 0 0,0 1 0,0-1 0,2-4 0,0-4 0,1-1 0,-1 0 0,-1 0 0,3-18 0,-5 26 0,9-94 0,-8-166 0,-3 184 0,1 55 0,-2-1 0,-1 0 0,-11-36 0,14 58-124,0-1 0,0 1 0,-1 0 0,1-1 0,-1 1 0,0 0-1,0 0 1,0 0 0,0 0 0,-3-3 0,-9-5-6702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32:52.9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136 89 24575,'709'0'0,"-689"-2"0,-44-1 0,17 3 0,-545-57 0,290 34 0,243 21 0,29 1 0,719 4 0,-1070-3 0,360 1 41,0 1-1,29 7 0,8 1-1526,-23-6-5340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32:54.6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 1 24575,'0'0'0,"0"0"0,-1 0 0,1 0 0,0 0 0,0 0 0,0 0 0,0 0 0,0 0 0,0 0 0,0 0 0,-1 0 0,1 0 0,0 0 0,0 0 0,0 0 0,0 0 0,0 0 0,0 0 0,0 0 0,-1 0 0,1 0 0,0 0 0,0 0 0,0 0 0,0 0 0,0 1 0,0-1 0,0 0 0,0 0 0,0 0 0,0 0 0,0 0 0,-1 0 0,1 0 0,0 0 0,0 1 0,0-1 0,0 0 0,0 0 0,0 0 0,0 0 0,0 0 0,0 0 0,0 0 0,0 1 0,0-1 0,4 10 0,-4-10 0,17 31 0,1 0 0,2-2 0,26 32 0,-16-23 0,408 507 0,-361-451 0,178 245 0,-21 15 0,-209-316 0,159 243 0,-150-233 0,-30-39 0,-10-6 0,-19-8 0,-23-11 0,2-1 0,0-3 0,-57-34 0,-126-92 0,117 66 0,4-5 0,3-4 0,5-5 0,4-4 0,-130-171 0,210 246 0,2 0 0,-17-34 0,29 50 0,7 10 0,16 16 0,109 108 0,-31-26 0,186 144 0,-203-188 0,114 61 0,-154-96 0,2-2 0,0-2 0,1-2 0,90 20 0,-130-35 0,1 0 0,0 0 0,-1 0 0,1-1 0,0 0 0,0 0 0,-1-1 0,1 0 0,-1 0 0,1 0 0,7-3 0,-10 3 0,0-1 0,1 0 0,-1 0 0,0-1 0,0 1 0,-1-1 0,1 1 0,0-1 0,-1 0 0,0 0 0,1 0 0,-1 0 0,0 0 0,-1-1 0,1 1 0,0 0 0,1-7 0,1-5 15,0-1 0,-1 1-1,0-1 1,0-29 0,-6-67-548,1 77-373,0 6-5920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33:05.5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1 174 24575,'381'-9'0,"-289"2"0,1-4 0,96-26 0,-71 7 0,119-27 0,-188 48 0,0 2 0,96 0 0,-27 11 0,-109-4 0,-7 0 0,-7 1 0,-3 1 0,-453 91 0,54-10 0,-31-29 0,1367-61 0,-673 8 0,-280-1-1,-572 7-497,-2 45 28,519-36 470,78-16 0,-1 0 0,0 1 0,1-1 0,-1 1 0,0-1 0,1 1 0,-1-1 0,0 1 0,1 0 0,-1 0 0,1 0 0,-1 0 0,1 0 0,0 0 0,-3 3 0,5-3 0,0 0 0,-1 0 0,1-1 0,0 1 0,0 0 0,0 0 0,-1 0 0,1-1 0,0 1 0,0 0 0,0-1 0,0 1 0,0-1 0,1 1 0,-1-1 0,0 0 0,0 1 0,0-1 0,0 0 0,0 0 0,0 0 0,2 0 0,41 10 125,0-2 0,48 1-1,97-1 410,-123-6-473,345 3-1426,-308-5-5461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33:09.7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68 144 24575,'-24'-46'0,"10"20"0,-12-28 0,26 53 0,-1 0 0,1 0 0,-1 0 0,1 0 0,0 0 0,0 0 0,-1 0 0,1 0 0,0 0 0,0 0 0,0 0 0,0 0 0,0 0 0,0 0 0,0-1 0,1 2 0,-1 0 0,0 0 0,1 0 0,-1 0 0,0 0 0,1-1 0,-1 1 0,0 0 0,1 1 0,-1-1 0,0 0 0,1 0 0,-1 0 0,0 0 0,1 0 0,-1 0 0,0 0 0,1 0 0,-1 1 0,0-1 0,1 0 0,-1 0 0,0 0 0,0 1 0,1-1 0,-1 0 0,0 1 0,29 27 0,203 248 19,-14 18-279,-82-108-603,665 877 568,-425-519-71,-371-537 424,12 22 640,-17-29-683,0 0-1,0 1 0,0-1 1,0 0-1,1 1 1,-1-1-1,0 1 0,0-1 1,0 0-1,0 1 0,0-1 1,0 1-1,-1-1 1,1 0-1,0 1 0,0-1 1,0 0-1,0 1 0,0-1 1,0 1-1,-1-1 1,1 0-1,0 1 0,0-1 1,-1 0-1,1 1 0,-1-1 1,0 1-1,0-1 0,0 0 1,0 0-1,0 1 0,0-1 0,0 0 1,0 0-1,0 0 0,0 0 1,0 0-1,0 0 0,0 0 0,0 0 1,-1-1-1,-28-6 82,1-1 1,0-1-1,-28-14 1,3 2-91,48 19-6,-291-113 0,11-25 0,269 131 0,-40-25 0,-92-38 0,147 71 0,-12-3 0,23 14 0,237 207 0,-26-21 0,18-19 0,-189-146 0,1-3 0,2-1 0,60 21 0,-101-44 0,1 1 0,1-1 0,-1 0 0,1-1 0,16 3 0,-27-6 0,1 0 0,-1 0 0,1 1 0,-1-1 0,0-1 0,1 1 0,-1 0 0,0-1 0,1 1 0,-1-1 0,0 1 0,0-1 0,0 0 0,1 0 0,-1 0 0,0 0 0,0-1 0,0 1 0,-1-1 0,1 1 0,0-1 0,0 1 0,-1-1 0,1 0 0,-1 0 0,1 0 0,-1 0 0,0 0 0,2-4 0,-1-2 0,1 0 0,-1 0 0,-1-1 0,1 1 0,-2-1 0,1-12 0,-7-57 0,-8-9 0,-28-97 0,-40-81 0,57 198-1365,5 17-5461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33:11.7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24302 0 24575,'1'10'0,"0"0"0,0 0 0,5 14 0,2 16 0,-1 17 0,-3-1 0,-2 0 0,-3 1 0,-2 0 0,-3-1 0,-18 80 0,-3-46 0,-3-1 0,-5-1 0,-3-2 0,-5-2 0,-93 141 0,25-70 0,-244 258 0,-49-15 0,352-349 0,-3-2 0,-2-2 0,-81 48 0,-31-2-373,-284 110-1,-201 27-395,588-206 714,-1757 530-2517,1060-367 2008,529-142 281,-301 17 1,-282-55 82,531-9 181,-339 2-115,-546-10 732,93-33-1901,695 28 659,185 9 1042,-384-26 1722,-385-21-869,348 44-977,-435-4-491,922 14-149,-1224-30-238,215-79 604,307-17 22,9-48-293,238 0-538,3-31 374,-870-286-875,-26 53 348,1370 408 3128,-131-56 0,202 67-1507,1-2 0,1-1 0,2-2 0,-37-33 0,22 18-403,-50-48-256,71 59 0,-2 2 0,-1 1 0,-64-39 0,93 63 0,-1 0 0,0 0 0,0 1 0,0-1 0,0 1 0,-1 0 0,1 1 0,0-1 0,0 1 0,0-1 0,-1 1 0,1 1 0,0-1 0,0 1 0,-1-1 0,1 1 0,0 0 0,0 0 0,0 1 0,0 0 0,0-1 0,1 1 0,-1 0 0,0 1 0,-4 3 0,-7 7 0,0 0 0,1 1 0,1 0 0,-16 23 0,22-28 0,-289 400 0,92-121 0,177-250 0,17-22 0,-1-1 0,0 0 0,-26 25 0,35-39 0,1 0 0,0 0 0,0 0 0,0 0 0,-1 0 0,1 0 0,0-1 0,-1 1 0,1 0 0,0-1 0,-1 1 0,1-1 0,-1 0 0,1 1 0,-1-1 0,0 0 0,1 0 0,-1 0 0,1 0 0,-1 0 0,1 0 0,-1 0 0,1 0 0,-1-1 0,1 1 0,-1-1 0,-1 0 0,-1-2 0,1 1 0,-1-1 0,1 0 0,0 0 0,0 0 0,1 0 0,-1 0 0,1-1 0,-3-4 0,-9-15 0,2-1 0,0 0 0,-13-43 0,-16-83 0,20 54 0,-11-102 0,28 148 0,1 1 0,3-1 0,12-98 0,3 69 0,3 1 0,4 1 0,43-100 0,-52 145 0,27-43 0,-32 63 0,0 0 0,0 0 0,1 1 0,1 1 0,0 0 0,14-12 0,-21 20 0,14-12 0,1 1 0,0 0 0,32-15 0,-43 25 0,1 0 0,-1 1 0,1 0 0,0 0 0,-1 1 0,1 0 0,0 0 0,0 0 0,0 1 0,0 1 0,0-1 0,0 1 0,14 4 0,8 5 0,-2 1 0,0 1 0,0 1 0,28 19 0,-54-31 0,496 289-224,344 138-896,-702-369 1120,-138-58 21,1 0 1,-1 0 0,1 0 0,0 0 0,0-1 0,-1 1 0,1-1 0,0 0 0,0 0 0,0 0 0,-1 0 0,5-1 0,-6 1-87,1-1 0,-1 0 0,0 1 0,1-1 1,-1 0-1,0 0 0,0 0 0,0 0 0,0 0 0,0 0 1,0-1-1,0 1 0,0 0 0,0 0 0,-1-1 0,1 1 1,0-1-1,-1 1 0,1 0 0,-1-1 0,1-2 0,4-20-5640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33:19.1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24575,'1061'0'0,"-788"14"0,-45-1 0,-175-12-60,84 5-1245,-101 0-5521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33:20.2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58 24575,'175'1'0,"284"-3"0,3-24 0,-43-4-1365,-359 29-5461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33:21.2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36 0 24575,'-28'0'0,"20"0"0,21 0 0,1290 0 0,-1032 14 0,-55 0 0,-157-13-1365,-11-1-5461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33:22.5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444 0 24575,'-32'0'0,"22"0"0,23 0 0,1217 0 0,-1480 5 0,-1118 20-1763,1344-25 1763,22 0 0,5 0 0,30-1 0,42 1 104,-48 0-6636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33:44.8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24575,'0'3'0,"1"0"0,-1 0 0,1 1 0,0-1 0,0 0 0,0 0 0,1 0 0,-1 0 0,1-1 0,0 1 0,-1 0 0,5 4 0,29 30 0,-31-34 0,13 11 0,0 0 0,1-2 0,1 0 0,0 0 0,1-2 0,0-1 0,29 10 0,19 3 0,73 12 0,182 14-201,9-26-1113,-296-20 1132,337 12-734,69-5-1389,1277-2-2145,446-39 1148,-332 2 2825,-1444 32 2648,-139 13 2402,-121 5-1426,-22-2-237,-36-14-3929,-50-4-5807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34:13.3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 1 24575,'-5'3'0,"7"8"0,10 29 0,3-1 0,31 62 0,57 77 0,-98-170 0,350 537-772,26-12 0,169 262 712,-518-747-30,7 9 20,-2 1 0,48 104 1,-82-154 64,1 0 1,-1 1-1,-1 0 1,3 13 0,-5-21 11,1 0 0,-1 1 0,0-1 0,0 1 1,0-1-1,0 0 0,0 1 0,0-1 1,0 0-1,-1 1 0,1-1 0,0 0 0,-1 1 1,1-1-1,-1 0 0,1 0 0,-1 1 1,0-1-1,0 0 0,1 0 0,-1 0 1,0 0-1,0 0 0,0 0 0,0 0 0,0 0 1,0 0-1,0-1 0,-1 1 0,1 0 1,0-1-1,0 1 0,0-1 0,-1 1 0,1-1 1,0 1-1,-2-1 0,-4 0 95,0 0 0,1-1 0,-1 1 1,1-1-1,-1-1 0,1 1 0,-1-1 0,1-1 0,0 1 0,0-1 0,0 0 0,-8-5 0,-251-151 94,10-21-71,214 151-122,-400-323-3,432 343 0,16 14 0,27 23 0,7 6 0,284 222 0,68-5-764,26-38 0,-357-186 730,2-2-1,1-3 0,0-3 0,110 17 1,-165-34 34,0-1 0,0-1 0,-1 1 0,1-2 0,0 1 0,0-2 0,0 1 0,-1-1 0,1 0 0,-1-1 0,1 0 0,-1-1 0,10-5 0,-7 1 0,-1 0 0,0-1 0,0 0 0,-1-1 0,0 0 0,0 0 0,-1-1 0,12-19 0,9-21-12,-1 0 0,-3-2 0,-2-1 0,26-88 1,-3-24-506,-8-2 0,32-302 0,-28-353-427,-39 508 288,-4 55-2624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34:22.8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24575,'123'1'0,"115"13"35,391 15-1589,120-18-622,403 15 1545,-458 14 628,-1 27-426,-579-48 378,52 3 1753,-97-23 1419,-37 0-4500,-10 0-5447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36:29.7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24575,'1'1'0,"1"-1"0,-1 0 0,1 1 0,-1-1 0,1 0 0,-1 1 0,0 0 0,1-1 0,-1 1 0,0 0 0,1 0 0,-1 0 0,0 0 0,0 0 0,0 0 0,0 0 0,0 0 0,0 0 0,2 3 0,15 29 0,-12-21 0,29 62 0,-4 2 0,31 106 0,25 167 0,17 55 0,-61-281 0,16 57 0,-58-177 0,5 32 0,-6-35 0,0 1 0,0 0 0,1-1 0,-1 1 0,0-1 0,0 1 0,0 0 0,0-1 0,0 1 0,-1 0 0,1-1 0,0 1 0,0-1 0,0 1 0,0 0 0,-1-1 0,1 1 0,0-1 0,-1 1 0,1-1 0,0 1 0,-1-1 0,1 1 0,-1-1 0,1 1 0,0-1 0,-1 1 0,1-1 0,-1 0 0,1 1 0,-1-1 0,0 0 0,1 0 0,-1 1 0,1-1 0,-1 0 0,0 0 0,1 0 0,-1 0 0,1 0 0,-1 1 0,0-1 0,1 0 0,-1-1 0,0 1 0,1 0 0,-2 0 0,-7-4 0,0 0 0,0 0 0,0-1 0,1-1 0,0 1 0,0-1 0,0 0 0,1-1 0,-9-9 0,3 3 0,-33-30 0,-59-74 0,93 98 0,18 21 0,11 12 0,25 28 0,58 75 0,33 65 0,-56-74 0,13 18 0,42 55 0,-125-171 0,1 0 0,0 0 0,1-1 0,0 0 0,0 0 0,15 10 0,-23-19 0,0 1 0,0-1 0,-1 1 0,1 0 0,0-1 0,0 0 0,0 1 0,0-1 0,0 0 0,0 1 0,0-1 0,0 0 0,0 0 0,0 0 0,0 0 0,1 0 0,-1 0 0,0 0 0,0 0 0,0 0 0,0 0 0,0-1 0,0 1 0,0 0 0,0-1 0,0 1 0,0-1 0,-1 1 0,1-1 0,0 1 0,0-1 0,0 0 0,0 1 0,-1-1 0,1 0 0,0 0 0,-1 0 0,1 1 0,-1-1 0,1 0 0,-1 0 0,1 0 0,-1 0 0,1 0 0,-1 0 0,0 0 0,0 0 0,1 0 0,-1-1 0,2-8 0,0 0 0,-1-1 0,0 1 0,-1-10 0,0 13 0,-4-166-52,2 112-1261,1 31-5513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36:30.9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1 534 24575,'0'2'0,"0"-1"0,0 0 0,1 1 0,-1-1 0,1 0 0,-1 0 0,1 1 0,-1-1 0,1 0 0,0 0 0,-1 0 0,1 0 0,0 1 0,0-1 0,2 1 0,3 5 0,325 384 0,-327-387 0,70 64 0,-66-62 0,0 0 0,0-1 0,0 0 0,0 0 0,1-1 0,0 0 0,0-1 0,13 4 0,-18-7 0,0 1 0,1-1 0,-1 0 0,1 0 0,-1-1 0,0 1 0,1-1 0,-1 0 0,0 0 0,0-1 0,0 1 0,0-1 0,0 0 0,0 0 0,0 0 0,0 0 0,-1-1 0,1 0 0,-1 1 0,0-1 0,0-1 0,0 1 0,3-4 0,6-9 0,0 0 0,-1-1 0,16-34 0,-1-7 0,-3-1 0,29-114 0,10-132 0,-60 293 0,28-190 0,-21 127 0,0 37 0,-9 38 0,0 0 0,0-1 0,0 1 0,0 0 0,0-1 0,0 1 0,0 0 0,1 0 0,-1-1 0,0 1 0,0 0 0,0 0 0,0-1 0,1 1 0,-1 0 0,0 0 0,0-1 0,1 1 0,-1 0 0,0 0 0,0 0 0,1 0 0,-1-1 0,0 1 0,1 0 0,-1 0 0,0 0 0,0 0 0,1 0 0,-1 0 0,0 0 0,1 0 0,-1 0 0,0 0 0,1 0 0,-1 0 0,0 0 0,1 0 0,-1 0 0,0 0 0,1 0 0,-1 0 0,0 0 0,0 1 0,1-1 0,-1 0 0,0 0 0,0 0 0,1 0 0,-1 1 0,6 5 0,0 1 0,-1 0 0,0 0 0,0 1 0,-1-1 0,0 1 0,4 12 0,3 3 0,359 614 0,-351-608 0,-2 0 0,21 47 0,-33-65 0,-1 1 0,0 0 0,-1 1 0,-1-1 0,0 0 0,0 1 0,-1 0 0,-1-1 0,-2 25 0,2-32 0,-2 0 0,1-1 0,0 1 0,-1-1 0,0 0 0,0 1 0,0-1 0,-1 0 0,1 0 0,-1-1 0,0 1 0,0 0 0,0-1 0,-1 0 0,1 1 0,-1-2 0,1 1 0,-8 4 0,-6 3 0,-1-2 0,0 0 0,-22 7 0,20-8 0,-277 92-1365,190-71-5461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36:31.9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880 1 24575,'-34'709'-1244,"-32"-295"971,39-290 297,-58 158 0,12-107 55,57-143-68,-2-2 0,-1 0-1,-27 33 1,43-58-14,-1 0 0,0-1 0,0 0 0,0 0-1,0 0 1,-1 0 0,0-1 0,0 0 0,1 0 0,-2 0 0,1-1 0,0 1 0,-1-1 0,-8 2-1,9-3 17,0-1 0,1 0 0,-1-1 0,0 1 0,0-1 0,0 0 0,1 0 0,-1 0 0,1 0 0,-1-1 0,1 0 0,-1 0 0,1 0 0,0-1-1,0 1 1,0-1 0,-7-6 0,0-1 120,0 0-1,1-1 0,0 0 1,0-1-1,-10-17 1,-36-75 42,-84-246-1349,79 164-5652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36:32.2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24575,'0'5'0,"15"16"0,33 42 0,23 26 0,33 30 0,18 15 0,12 9 0,-2-6-1029,-9-8 1029,-17-19 67,-20-16-67,-21-22 0,-16-25 0,-12-19 0,-7-15 0,-5-10 770,-5-5-8769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37:21.2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4051 24575,'13'-2'0,"0"0"0,-1 0 0,1-2 0,-1 1 0,0-1 0,0-1 0,22-12 0,27-9 0,-16 14 0,1 2 0,1 2 0,56-3 0,2-1 0,212-36 0,-247 35 0,126-43 0,-134 36 0,0 2 0,105-16 0,-150 32 0,196-25 0,-158 17 0,97-30 0,-38-2 0,-69 25 0,-28 10 0,2 0 0,-1 2 0,25-6 0,125-8 0,253 3 0,-376 16 0,0-3 0,0-1 0,0-3 0,62-16 0,-67 12 0,100-34 0,-50 15 0,-64 22 0,1 0 0,-1-2 0,46-25 0,321-177 0,-252 140 0,-117 58 0,31-24 0,-39 26 0,1 0 0,1 1 0,31-14 0,-27 17 0,38-8 0,-40 12 0,1-2 0,30-12 0,50-26 0,1 4 0,177-45 0,-217 70 0,-32 6 0,1 2 0,0 1 0,41-2 0,61 7 0,115-8 0,256-9 0,-419 19 0,-76-1 0,0 0 0,0-1 0,0 1 0,0-2 0,0 1 0,0-2 0,0 1 0,0-1 0,0 0 0,-1-1 0,0 0 0,0 0 0,0-1 0,0 0 0,0 0 0,-1-1 0,13-12 0,85-92 0,-90 94 0,-1-1 0,0-1 0,15-29 0,12-13 0,-29 44 0,0 1 0,2 0 0,-1 1 0,2 1 0,0 0 0,1 1 0,0 1 0,0 0 0,1 1 0,1 1 0,28-10 0,34-7 0,1 5 0,119-17 0,-140 28 0,724-78 0,-677 80 0,122-27 0,-113 13 0,49-12 0,1-3 0,33-10 0,-139 31 0,-30 9 0,41-16 0,73-37 0,-118 50 0,41-12 0,10-4 0,-72 24 0,-1 0 0,0 0 0,0-1 0,0 0 0,0 1 0,-1-1 0,1 0 0,-1-1 0,0 1 0,4-6 0,21-39 0,-24 39 0,1 0 0,0 0 0,0 1 0,1 0 0,10-13 0,3 5 0,0 1 0,2 1 0,27-16 0,-22 14 0,-5 5 0,-1 0 0,2 1 0,36-11 0,71-12 0,-69 19 0,737-142 0,-777 154 0,5-1 0,0 0 0,-1-2 0,1-1 0,-1-1 0,24-10 0,209-84 0,-149 61 0,-86 33 0,1 1 0,35-5 0,-39 8 0,0 0 0,1-2 0,-2 0 0,27-11 0,1-7 0,-18 9 0,0 0 0,32-9 0,211-41 0,10 21 0,-78 14 0,512-85 0,-500 75 0,71-11 0,-96 18 0,-166 28 0,-1 0 0,1-2 0,39-15 0,-55 17 0,1 0 0,-1-1 0,0 0 0,0 0 0,-1 0 0,0-1 0,0 0 0,0-1 0,0 0 0,-1 0 0,0 0 0,8-13 0,1-6 0,0 2 0,2 0 0,1 1 0,1 0 0,1 2 0,1 0 0,1 2 0,1 0 0,42-26 0,-65 45-2,130-84-1361,-111 71-5463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37:26.7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1 131 24575,'9'-5'0,"19"-6"0,27-7 0,34-4 0,40 1 0,21 5 0,1 4 0,-12 5 0,-9 3 0,-9 2 0,-15 2 0,-15 1 0,-19 0 0,-12-5 0,-12-1 0,-13-1-8191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38:10.3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24575,'7'0'0,"1"1"0,-1 0 0,1 0 0,13 5 0,3 1 0,418 69 0,551-1 7,7-70-50,-581-8-72,-46 2-618,649 3 711,-58 60-2313,-2 63 2369,-59-7-161,0-52-2360,-808-64 117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38:14.0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24575,'95'153'0,"38"51"0,98 138 0,-111-177 0,154 282 0,-250-404 0,-13-24 0,0 1 0,12 33 0,-23-51 0,-4-6 0,3 3 0,-155-164 0,-44-41 0,173 184 0,20 19 0,6 6 0,8 13 0,26 31 0,1-2 0,52 53 0,-78-88 0,2 0 0,-1-1 0,2-1 0,19 14 0,-27-20 0,0-1 0,-1 1 0,1-1 0,0 1 0,0-1 0,0 0 0,0 0 0,0 0 0,0-1 0,0 1 0,0-1 0,0 0 0,0 0 0,1 0 0,-1 0 0,0 0 0,0 0 0,0-1 0,0 0 0,0 0 0,0 1 0,0-2 0,0 1 0,0 0 0,-1-1 0,5-2 0,-2-1 10,1 0 0,-1 0 0,-1 0 0,1-1 0,-1 0 0,0 0 0,0 0 0,-1 0 0,0-1 0,0 0 0,4-12 0,-3 3-381,0-1-1,-1 0 1,2-32 0,-4 22-6455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38:24.7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0 163 24575,'6'0'0,"1"1"0,-1 0 0,0 0 0,0 0 0,0 1 0,0 0 0,0 0 0,0 1 0,0 0 0,-1-1 0,1 2 0,-1-1 0,0 1 0,0 0 0,0 0 0,0 0 0,-1 1 0,0-1 0,0 1 0,0 0 0,5 9 0,5 10 0,-1 1 0,-2 0 0,15 42 0,-14-35 0,97 277 0,-129-363 0,7 21 0,1 1 0,2-2 0,-11-57 0,21 87 0,1 0 0,-1 0 0,0 0 0,1 0 0,0 0 0,0 0 0,0 0 0,0 0 0,0 1 0,1-1 0,0 0 0,0 1 0,0 0 0,0-1 0,1 1 0,-1 0 0,1 0 0,-1 0 0,6-4 0,-4 3 0,0 0 0,0 0 0,-1 0 0,1-1 0,-1 0 0,0 0 0,0 0 0,-1 0 0,0 0 0,3-9 0,1-28-48,-1-1 1,-3 1-1,-4-69 0,0 48-1126,2 26-5652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38:25.0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24575,'0'0'-8191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38:26.3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0 371 24207,'791'-367'0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38:28.2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0 670 24575,'32'35'0,"-2"1"0,-1 1 0,-2 1 0,-2 2 0,31 62 0,131 258 0,-180-346 0,-1-1 0,0-1 0,10 15 0,-15-25 0,1 0 0,-1-1 0,0 1 0,0 0 0,1-1 0,-1 1 0,1-1 0,0 1 0,-1-1 0,1 0 0,0 0 0,0 0 0,0 0 0,0 0 0,-1 0 0,2 0 0,-1 0 0,0-1 0,0 1 0,0-1 0,3 0 0,-3 0 0,-1 0 0,1-1 0,-1 1 0,0-1 0,1 1 0,-1-1 0,0 1 0,0-1 0,0 0 0,1 0 0,-1 0 0,0 0 0,0 0 0,0 0 0,0 0 0,0 0 0,0-1 0,14-23 0,-2-11 0,-1 0 0,-2 0 0,-1-1 0,6-55 0,4-19 0,-17 102 0,0 1 0,0 0 0,1 0 0,6-12 0,-8 18 0,0 0 0,-1 1 0,1-1 0,0 1 0,1-1 0,-1 1 0,0-1 0,0 1 0,1 0 0,-1 0 0,1 0 0,-1 0 0,1 0 0,-1 0 0,1 0 0,0 0 0,-1 0 0,1 1 0,0-1 0,-1 1 0,1-1 0,0 1 0,0 0 0,0 0 0,0 0 0,-1 0 0,5 0 0,7 4 0,0 0 0,-1 1 0,1 0 0,-1 1 0,0 1 0,20 14 0,2 0 0,-7-5 0,2-1 0,0-1 0,0-2 0,1-1 0,1-1 0,0-1 0,0-2 0,59 5 0,-51-8 0,1-2 0,0-2 0,-1-2 0,66-10 0,-101 11 0,0 0 0,0 0 0,0-1 0,0 1 0,0-1 0,-1 1 0,1-1 0,-1-1 0,1 1 0,-1 0 0,0-1 0,0 0 0,0 1 0,0-1 0,0 0 0,2-5 0,-2 3 0,-1 0 0,1 0 0,-1 0 0,0-1 0,-1 1 0,1-1 0,-1 1 0,0-1 0,-1 1 0,1-12 0,-2-5 0,-1 1 0,0 0 0,-2 0 0,0 0 0,-2 1 0,-13-35 0,-63-115 0,68 143 0,-326-576-1365,327 580-5461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38:29.4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326 0 24575,'0'0'0,"-1"0"0,0 1 0,0-1 0,0 0 0,1 0 0,-1 1 0,0-1 0,0 1 0,1-1 0,-1 1 0,0-1 0,1 1 0,-1-1 0,0 1 0,1-1 0,-1 1 0,1 0 0,-1-1 0,1 1 0,-1 0 0,1 0 0,0-1 0,-1 1 0,1 0 0,0 0 0,0 0 0,-1 1 0,-4 27 0,5-24 0,-6 72 0,5 103 0,0 16 0,1-193 0,0 0 0,0 0 0,-1 0 0,1-1 0,-1 1 0,1 0 0,-1 0 0,0 0 0,0 0 0,-1-1 0,1 1 0,0-1 0,-1 1 0,0-1 0,-3 5 0,3-6 0,1 0 0,-1-1 0,1 1 0,-1 0 0,0-1 0,1 1 0,-1-1 0,0 1 0,1-1 0,-1 0 0,0 0 0,0 1 0,1-1 0,-1-1 0,0 1 0,0 0 0,1 0 0,-1-1 0,0 1 0,0-1 0,1 1 0,-1-1 0,1 0 0,-1 1 0,0-1 0,1 0 0,-3-2 0,-15-10 0,0-2 0,1 0 0,1-1 0,0 0 0,-17-24 0,-14-12 0,44 48 0,0 0 0,0 0 0,0 1 0,-8-5 0,11 7 0,0 1 0,1-1 0,-1 1 0,1 0 0,-1-1 0,0 1 0,1 0 0,-1 0 0,0-1 0,1 1 0,-1 0 0,0 0 0,1 0 0,-1 0 0,0 0 0,1 0 0,-1 0 0,0 0 0,1 0 0,-1 0 0,0 0 0,1 0 0,-1 1 0,0-1 0,1 0 0,-1 0 0,0 1 0,1-1 0,-1 1 0,1-1 0,-1 0 0,1 1 0,-1-1 0,1 1 0,-1-1 0,1 1 0,-1-1 0,1 1 0,0 0 0,-1-1 0,1 1 0,0-1 0,-1 1 0,1 0 0,0-1 0,0 1 0,0 0 0,-1 1 0,0 5 0,0 1 0,0 0 0,1 0 0,0 0 0,0 0 0,1 0 0,0-1 0,3 10 0,18 63 0,-20-74 0,-1-2 0,6 17 0,13 28 0,-17-44 0,-1 0 0,1 0 0,0 0 0,1 0 0,-1-1 0,1 1 0,0-1 0,0 0 0,1 0 0,6 4 0,-10-7-40,1 0 0,-1 0 0,1 0 0,0 0-1,0-1 1,-1 1 0,1-1 0,0 1 0,0-1 0,0 0 0,-1 0-1,1 0 1,0 0 0,0 0 0,0 0 0,0 0 0,0-1-1,-1 1 1,1-1 0,0 1 0,0-1 0,-1 0 0,1 1 0,0-1-1,-1 0 1,1 0 0,-1 0 0,1-1 0,-1 1 0,0 0-1,1 0 1,-1-1 0,1-1 0,12-14-6786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38:52.8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85 62 24575,'-5'-1'0,"0"1"0,0-1 0,0 0 0,0 0 0,0-1 0,1 1 0,-1-1 0,0 0 0,1 0 0,0-1 0,-1 1 0,1-1 0,0 0 0,0 0 0,1-1 0,-1 1 0,-4-6 0,8 9 0,0 0 0,0-1 0,0 1 0,0 0 0,0-1 0,0 1 0,-1 0 0,1-1 0,0 1 0,0 0 0,0-1 0,0 1 0,0 0 0,1-1 0,-1 1 0,0 0 0,0-1 0,0 1 0,0 0 0,0-1 0,0 1 0,0 0 0,1 0 0,-1-1 0,0 1 0,0 0 0,0-1 0,1 1 0,-1 0 0,0 0 0,0 0 0,1-1 0,-1 1 0,0 0 0,1 0 0,-1 0 0,0 0 0,1-1 0,-1 1 0,0 0 0,1 0 0,-1 0 0,0 0 0,1 0 0,-1 0 0,19-3 0,-18 3 0,20-3 0,0 2 0,1 0 0,-1 1 0,0 2 0,41 7 0,-49-4 0,-1 0 0,0 2 0,-1-1 0,0 2 0,0-1 0,0 2 0,11 10 0,9 7 0,5 2 0,12 9 0,-1 1 0,52 56 0,227 328 0,-306-393 0,-2 1 0,-1 0 0,-2 1 0,0 1 0,14 48 0,-17-34 0,-1 1 0,-3 0 0,4 71 0,-9-32 0,-4 1 0,-4 0 0,-17 87 0,15-131 0,-11 99 0,17-139 0,1-1 0,0 1 0,0 0 0,0 0 0,0-1 0,1 1 0,-1 0 0,1 0 0,0-1 0,-1 1 0,1 0 0,0-1 0,1 1 0,-1-1 0,0 0 0,1 1 0,-1-1 0,3 3 0,0-2 0,1 0 0,-1 0 0,0 0 0,1 0 0,0-1 0,-1 0 0,1 0 0,9 2 0,47 13 0,81 10 0,-75-16 0,65 20 0,-97-19 0,-1 2 0,0 1 0,-2 2 0,0 1 0,0 1 0,-2 2 0,-1 1 0,40 37 0,-28-18 0,-3 2 0,0 1 0,-3 2 0,48 82 0,-45-55-192,-4 0 0,-2 2 0,-4 2 0,-3 0 0,23 130-1,-19-20-40,7 241-1,-22 282-1470,-24 2 1866,1-140-272,9-553 122,-1 57 79,10 90 0,-11-178 44,-1 0 0,0 0 1,-1 1-1,-6-14 0,-3-8-853,-26-70-4353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38:55.3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24575,'162'2'0,"411"30"-454,-280-20-1365,43 2 738,1361 40-385,-1552-53 1210,281 7-35,-4 27 616,-414-34-315,123 17 1758,135 37-1,-228-43-8461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38:56.8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204 0 24575,'13'5'0,"1"-1"0,0-1 0,0 0 0,20 1 0,3 0 0,866 90-3093,-208-49 3093,-460-32 0,1385 42 468,-1549-55-36,-57 2-324,-19 0-81,-31 3-54,-1121 80-274,-30-73-1028,8-94-2050,1142 78 3236,-28-4 61,-103-25 1,166 33 104,0-1-1,0 1 1,0-1 0,0 1 0,0-1-1,0 0 1,0 0 0,0 0 0,0 0-1,0 0 1,0 0 0,0 0 0,1 0-1,-1-1 1,-2-2 0,4 3 0,0 1 0,0 0 0,0-1 0,0 1 0,1-1 1,-1 1-1,0 0 0,0-1 0,0 1 0,1 0 0,-1 0 0,0-1 0,0 1 0,1 0 0,-1-1 0,0 1 1,1 0-1,-1 0 0,0 0 0,1-1 0,-1 1 0,1 0 0,-1 0 0,0 0 0,1 0 0,24-6 710,181-6 1881,-198 12-2518,1086 2 600,5 24-4091,-119-2 2119,-692-18 393,-60 1 786,-64 0 449,-50 0-947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39:20.3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24575,'0'1'0,"1"-1"0,-1 1 0,0 0 0,1 0 0,-1-1 0,1 1 0,-1-1 0,1 1 0,-1 0 0,1-1 0,0 1 0,-1-1 0,1 1 0,0-1 0,-1 1 0,1-1 0,0 0 0,0 1 0,0-1 0,-1 0 0,1 0 0,0 1 0,0-1 0,0 0 0,1 0 0,28 4 0,-25-3 0,407 11-27,-275-12-213,117 0-831,24 0 1323,1353 21-4245,1381 45 2699,-2790-66 1220,368-4 733,-351-12 1900,-197 10-7521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38:18.0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1071 1 24575,'-223'18'0,"82"-2"0,-299 3 0,290-14 0,124-4 0,-39 6 0,63-7 0,0 0 0,0 0 0,1 1 0,-1-1 0,0 1 0,1 0 0,-1-1 0,0 1 0,1 0 0,-1 0 0,1 0 0,-1 0 0,-1 2 0,3-3 0,0 0 0,0 1 0,-1-1 0,1 1 0,0-1 0,0 0 0,0 1 0,0-1 0,0 1 0,0-1 0,0 0 0,1 1 0,-1-1 0,0 1 0,0-1 0,0 0 0,0 1 0,0-1 0,1 0 0,-1 1 0,0-1 0,0 0 0,1 1 0,-1-1 0,0 0 0,0 1 0,1-1 0,-1 0 0,0 0 0,1 1 0,-1-1 0,0 0 0,1 0 0,0 1 0,6 2 0,1 1 0,-1-1 0,1 0 0,15 3 0,115 18 0,102 3 0,95 2-514,74 0-1542,91 9 971,1764 195-4930,-2069-206 6015,-176-24 280,32 9-1,-46-9-27,-8 0 15,-34 2 252,-102-1-199,-100-5-320,-90-9 57,-928-53 388,-102-3-146,1037 57-455,91 4-464,91 3 465,103 1 155,30 1 0,8-1 0,57-6 0,108-4 0,122 0 24,111 3 73,76 1-73,635 1-493,1015-19-774,-2076 24 1884,-44 0-47,-29 0 0,-936 1 1309,526 1-1916,-2252-1-2943,3074 0 4807,3-2-1831,106-6 61,-24-2-56,2039-29 102,-2378 39-1735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38:20.7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579 232 24575,'993'0'0,"-945"1"0,-40 2 0,-15 1 0,-27 7 0,-986 192-617,734-152 533,228-41 84,-155 23 0,204-34-29,25-3 175,108-16 438,454-22-584,-499 38 0,428-11-558,-212 8 309,-226 2 249,-48-1 0,-21 6 0,0 0 0,1 0 0,-1-1 0,0 1 0,1 0 0,-1 0 0,0 0 0,1-1 0,-1 1 0,0 0 0,1-1 0,-1 1 0,0 0 0,0-1 0,0 1 0,1 0 0,-1-1 0,0 1 0,0 0 0,0-1 0,0 1 0,1 0 0,-1-1 0,0 1 0,0-1 0,-1-1 0,0 1 0,0-1 0,0 0 0,0 1 0,0-1 0,0 1 0,0 0 0,-1-1 0,1 1 0,-1 0 0,1 0 0,-1 0 0,1 0 0,-1 0 0,0 0 0,-1-1 0,-17-9 46,-1 1-1,0 1 1,0 1-1,-37-9 1,-95-12 384,147 28-415,-426-39-1,-3 35-876,364 5 756,-42 2 106,41 0 0,-92-9 0,159 6 0,1 1 0,0-1 0,-1 0 0,1 0 0,-1 0 0,1 0 0,-5-3 0,9 4 0,-1-1 0,1 1 0,0 0 0,-1 0 0,1-1 0,0 1 0,-1 0 0,1 0 0,0-1 0,0 1 0,-1 0 0,1-1 0,0 1 0,0 0 0,0-1 0,-1 1 0,1-1 0,0 1 0,0 0 0,0-1 0,0 1 0,0-1 0,0 1 0,0 0 0,0-1 0,0 1 0,0-1 0,0 1 0,0 0 0,0-1 0,0 1 0,0-1 0,0 1 0,1 0 0,-1-1 0,0 1 0,0 0 0,0-1 0,1 1 0,-1 0 0,0-1 0,0 1 0,1 0 0,-1-1 0,0 1 0,1 0 0,6-6 8,1 0 1,0 1 0,0 0-1,0 0 1,0 1-1,1 0 1,0 0-1,10-2 1,2-2 95,74-25 230,1 4 1,122-20-1,204-8-1135,-73 30-565,-216 22-4754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38:30.7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296 0 24575,'-20'0'0,"-29"5"0,-17 1 0,-2 0 0,16-1 0,21-1 0,21-2 0,17-1 0,17 0 0,9-1 0,-1-1-8191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38:33.5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24575,'212'0'0,"-212"0"0,0 0 0,0 0 0,0 0 0,0 0 0,0 0 0,0 0 0,0 0 0,0 0 0,0 0 0,0 1 0,0-1 0,0 0 0,0 0 0,0 0 0,1 0 0,-1 0 0,0 0 0,0 0 0,0 0 0,0 0 0,0 0 0,0 0 0,0 0 0,0 1 0,0-1 0,0 0 0,0 0 0,0 0 0,0 0 0,0 0 0,0 0 0,0 0 0,1 0 0,-1 0 0,0 0 0,0 0 0,0 0 0,0 0 0,0 0 0,0 0 0,0 0 0,0 0 0,0 0 0,0 0 0,0 0 0,1 0 0,-1 0 0,-13 5 0,-21 5 0,1-5 0,-49 2 0,270 6 0,-24-2 0,-35-7-1365,-83-4-5461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39:23.6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24575,'54'25'5,"0"-3"0,1-2 0,96 20 0,178 11-251,-83-31-661,55-6 218,606-3-1719,226 9 1329,-891-5 693,129 3 3699,-113-11-744,123 29-4121,-341-30-5274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39:25.2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1204 24575,'169'-1'0,"64"-10"0,150-18-878,170-26-2633,161-24 1924,137-21-1249,5184-673-4640,-5537 706 7858,-147 22 98,-36 5 2024,-301 37-219,-20 2-1645,-28 2 178,-285 23 7587,1 29-8996,264-41-6235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39:26.8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1 135 24575,'641'0'-230,"-399"0"-689,2216-11-4738,-1864 5 3939,1093-19 46,-10-57 2228,-1538 71 893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39:33.9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512 136 24575,'614'-16'0,"-12"-55"0,-540 57 0,-62 14 0,1 0 0,0 0 0,0 0 0,0-1 0,-1 1 0,1 0 0,0-1 0,0 1 0,-1 0 0,1-1 0,0 1 0,-1-1 0,1 1 0,-1-1 0,1 1 0,0-1 0,-1 0 0,1-1 0,-1 2 0,0 0 0,0-1 0,0 1 0,0-1 0,-1 1 0,1 0 0,0-1 0,0 1 0,-1 0 0,1-1 0,0 1 0,-1 0 0,1 0 0,0-1 0,-1 1 0,1 0 0,0 0 0,-1-1 0,1 1 0,-1 0 0,1 0 0,-1 0 0,1 0 0,-1 0 0,-42-9 0,-37 2 5,-85 3 0,-86 15-157,238-10 132,-993 111-2482,970-106 2502,-6 0 0,1 2 0,-60 21 0,84-20-18,17-9 17,0 1 1,0-1-1,0 0 1,0 0 0,0 0-1,0 0 1,0 1-1,0-1 1,0 0-1,0 0 1,0 0 0,0 1-1,0-1 1,0 0-1,0 0 1,0 0-1,0 1 1,0-1 0,1 0-1,-1 0 1,0 0-1,0 0 1,0 1-1,0-1 1,0 0 0,0 0-1,0 0 1,1 0-1,-1 0 1,0 1-1,0-1 1,0 0 0,0 0-1,1 0 1,-1 0-1,0 0 1,0 0-1,0 0 1,0 0 0,1 0-1,-1 0 1,0 1-1,33 4 186,350 0 2257,-259-8-3733,-42 2-5535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39:35.7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24575,'16'0'0,"-1"2"0,1 0 0,19 5 0,18 3 0,367 32-134,8-27-2043,1011-7 1813,-1412-9 321,-25 1 13,-6 0 17,-45-1 441,-858 29 888,524-1-1316,-584 32 0,865-57 0,867-6 912,-463 5-2172,-247-1-5566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39:46.7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643 116 24575,'7'7'0,"0"-1"0,1-1 0,0 1 0,13 5 0,6 5 0,167 104 0,237 105 0,-406-214 0,-16-7 0,0 0 0,1 0 0,-2 1 0,1 0 0,0 0 0,13 13 0,-21-17 0,-1-1 0,1 0 0,-1 1 0,0-1 0,0 0 0,1 1 0,-1-1 0,0 1 0,0-1 0,1 1 0,-1-1 0,0 1 0,0-1 0,0 1 0,0-1 0,0 1 0,0-1 0,0 1 0,0-1 0,0 1 0,0-1 0,0 1 0,0-1 0,0 1 0,0-1 0,0 1 0,0-1 0,0 0 0,-1 1 0,1-1 0,0 1 0,0-1 0,-1 1 0,1-1 0,0 0 0,-1 1 0,1-1 0,0 1 0,-1-1 0,1 0 0,-1 0 0,1 1 0,0-1 0,-1 0 0,1 0 0,-1 1 0,1-1 0,-1 0 0,1 0 0,-1 0 0,1 0 0,-1 0 0,1 0 0,-1 1 0,-33 5 0,-65 0 0,-132-10 0,225 4 0,-467-37 0,-1-22 0,376 46 0,73 9 0,26 4 0,-1 0 0,0 0 0,0 0 0,0-1 0,0 1 0,0 0 0,0 0 0,0 0 0,0 0 0,0 0 0,0 0 0,0 0 0,0 0 0,0 0 0,0 0 0,0 0 0,0 0 0,0 0 0,0 0 0,0 0 0,0 0 0,0-1 0,1 1 0,-1 0 0,0 0 0,0 0 0,0 0 0,0 0 0,0 0 0,0 0 0,0 0 0,-1 0 0,1 0 0,0 0 0,0 0 0,0 0 0,0-1 0,0 1 0,42-1 0,330 6 0,472 67 0,-831-70 0,-3 0 0,-1-1 0,1 0 0,19-1 0,-27 0 0,0 0 0,0 0 0,0 0 0,1-1 0,-1 1 0,0-1 0,0 0 0,-1 0 0,1 0 0,0 0 0,0 0 0,0 0 0,0 0 0,-1 0 0,1-1 0,-1 1 0,1 0 0,-1-1 0,1 0 0,-1 1 0,0-1 0,0 0 0,2-3 0,0-4 0,0-1 0,-1 1 0,0 0 0,0-1 0,-1 1 0,0-15 0,-5-61 0,3 68 0,-4-23 0,-2 0 0,-1 1 0,-26-72 0,12 44 0,14 37-1365,2 4-5461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39:50.5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3263 315 24575,'66'0'0,"556"10"0,-433 1 0,234 45 0,-333-35 0,-84-20 0,-1 0 0,0 1 0,1 0 0,-1 0 0,7 5 0,-12-7 0,0 0 0,0 0 0,0 0 0,1 0 0,-1 1 0,0-1 0,0 0 0,0 0 0,0 0 0,0 0 0,1 1 0,-1-1 0,0 0 0,0 0 0,0 0 0,0 0 0,0 1 0,0-1 0,0 0 0,0 0 0,0 0 0,0 1 0,0-1 0,0 0 0,0 0 0,0 0 0,0 1 0,0-1 0,0 0 0,0 0 0,0 0 0,0 1 0,0-1 0,0 0 0,0 0 0,0 0 0,-1 0 0,1 1 0,0-1 0,0 0 0,0 0 0,0 0 0,0 0 0,0 0 0,-1 1 0,1-1 0,0 0 0,0 0 0,-1 0 0,-25 8 0,-28-3 0,0-1 0,0-3 0,-66-7 0,78 3 0,-278-21-599,-94-16-1799,-112-10 1028,-669-62-2502,145 14 3566,670 62-989,114 8 971,116 6 324,113 11 140,37 11-132,0 0-1,-1 0 1,1-1-1,0 1 1,0 0-1,0 0 0,0 0 1,0 0-1,-1 0 1,1-1-1,0 1 0,0 0 1,0 0-1,0 0 1,0 0-1,0 0 0,0-1 1,0 1-1,0 0 1,0 0-1,0 0 1,0-1-1,0 1 0,0 0 1,0 0-1,0 0 1,0-1-1,0 1 0,0 0 1,0 0-1,0 0 1,0 0-1,0-1 1,0 1-1,0 0 0,0 0 1,0 0-1,0 0 1,1-1-1,-1 1 0,0 0 1,0 0-1,0 0 1,0 0-1,0 0 0,1 0 1,-1 0-1,0-1 1,0 1-1,0 0 1,0 0-1,1 0 0,-1 0 1,0 0-1,0 0 1,0 0-1,0 0 0,1 0 1,-1 0-1,0 0 1,0 0-1,0 0 0,1 0 1,-1 0-1,0 0 1,0 0-1,0 0 1,1 0-1,15-3 386,1 1 0,19-1 1,144-3-28,85 4 95,54 2 1383,91 7-1383,655 41-1710,5 24-876,-750-50 1675,18 2 2,-108-7 448,-117-5 235,-113-12-219,1 0 0,-1 0 1,1 0-1,-1 0 0,1 0 0,-1 0 0,1 0 0,-1 0 1,1 1-1,-1-1 0,0 0 0,1 0 0,-1 0 1,1 0-1,-1 1 0,1-1 0,-1 0 0,0 1 0,1-1 1,-1 0-1,0 0 0,1 1 0,-1-1 0,0 1 1,0-1-1,1 0 0,-1 1 0,1 0 0,-2 0 18,0-1-1,0 1 1,0 0-1,0-1 1,0 1-1,0 0 1,0-1 0,0 1-1,0-1 1,0 0-1,0 1 1,0-1-1,-2 0 1,-29 6 83,-49 3 0,-149 3-117,-78-4 313,-1679 1 1846,2467-8-579,393 8 100,-738-3-7539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40:17.4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292 0 24575,'6'11'0,"5"17"0,-11-27 0,39 110 0,35 167 0,0 121 0,-48-248 0,-23-135 0,-1-7 0,0 1 0,0 0 0,-1-1 0,0 1 0,-1 0 0,0-1 0,-1 1 0,-1 10 0,1-19 0,1-1 0,0 1 0,0 0 0,0 0 0,-1 0 0,1-1 0,0 1 0,-1 0 0,1-1 0,-1 1 0,1 0 0,-1-1 0,1 1 0,-1-1 0,1 1 0,-1 0 0,0-1 0,1 0 0,-1 1 0,0-1 0,1 1 0,-1-1 0,0 0 0,0 1 0,1-1 0,-1 0 0,0 0 0,0 0 0,1 1 0,-1-1 0,0 0 0,0 0 0,0 0 0,-1-1 0,-1 0 0,-1 0 0,1 0 0,-1 0 0,1-1 0,0 1 0,-6-4 0,-74-52 0,-103-89 0,56 41 0,50 46 0,98 80 0,49 42 0,69 62 0,-106-100 0,2 0 0,54 30 0,-74-48 0,1-1 0,-1-1 0,1 0 0,0 0 0,0-2 0,0 1 0,24 2 0,-32-6 0,-1 0 0,1 0 0,-1 0 0,1 0 0,0-1 0,-1 1 0,1-1 0,-1 0 0,0-1 0,1 1 0,-1-1 0,0 0 0,0 0 0,0 0 0,0 0 0,0-1 0,0 0 0,-1 1 0,1-1 0,-1-1 0,0 1 0,0 0 0,0-1 0,0 0 0,-1 0 0,3-4 0,11-31-1365,-5-1-5461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40:18.3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24575,'27'12'0,"0"-1"0,1-1 0,29 6 0,-50-15 0,144 33 0,81-3-468,75-6-1405,1311 11-745,-1480-36 2618,-101 4 0,-36-4 0,-1 0 0,0 0 0,0 0 0,1 0 0,-1 0 0,0 0 0,0 0 0,1 0 0,-1 0 0,0 0 0,0 0 0,1 0 0,-1 0 0,0 1 0,0-1 0,0 0 0,1 0 0,-1 0 0,0 0 0,0 0 0,0 0 0,1 1 0,-1-1 0,0 0 0,0 0 0,0 0 0,0 0 0,1 1 0,-1-1 0,0 0 0,0 0 0,0 0 0,0 1 0,0-1 0,0 0 0,0 0 0,0 1 0,0-1 0,0 0 0,1 0 0,-1 0 0,0 1 0,0-1 0,0 0 0,-1 0 0,1 1 0,0-1 0,0 0 0,0 0 0,0 1 0,-5 2 0,-1 1 0,0-1 0,0 0 0,0-1 0,0 1 0,-10 1 0,-62 19 1,-101 16 0,-93-1-9,244-34 6,-484 48 1159,-576-16 0,1056-38-1157,69 1 0,545-49 298,-10-50 189,-448 70-171,-117 29-300,-1-1 1,0 0-1,0-1 1,-1 0-1,12-6 1,-17 9-18,0 0 1,0 0 0,0 0 0,1-1-1,-1 1 1,0 0 0,0 0 0,0 0-1,1-1 1,-1 1 0,0 0 0,0 0 0,0 0-1,0-1 1,0 1 0,0 0 0,1 0-1,-1-1 1,0 1 0,0 0 0,0-1-1,0 1 1,0 0 0,0 0 0,0-1-1,0 1 1,0 0 0,0-1 0,0 1 0,0 0-1,-1 0 1,1-1 0,0 1 0,0 0-1,0 0 1,0-1 0,0 1 0,0 0-1,-1 0 1,1 0 0,0-1 0,-2 0-1,0-1 0,0 1 0,0 0 0,-1 0 0,1 1 0,0-1 0,0 0 0,-1 1 0,-2-1 0,-42-6 1,0 2 0,-50 2 0,72 3 0,-251-2-1120,166 4-4478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40:19.4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957 1 24575,'1299'0'0,"-1554"0"0,2 0-371,-1417 0-3902,1600 2 4273,70-2 0,-1 0 0,1 0 0,0 0 0,-1 0 0,1 0 0,0 0 0,0 0 0,-1 0 0,1 0 0,0 1 0,0-1 0,-1 0 0,1 0 0,0 0 0,0 0 0,-1 0 0,1 0 0,0 1 0,0-1 0,0 0 0,-1 0 0,1 0 0,0 0 0,0 1 0,0-1 0,0 0 0,0 0 0,-1 1 0,1-1 0,0 0 0,0 0 0,0 1 0,0-1 0,0 0 0,11 8 0,18 1 373,1-1 0,0-2 1,60 5-1,-76-9-257,684 46 223,-582-42-356,-72-3 403,-17-1-193,0-1-1,1 0 0,-1-2 1,37-7-1,-47 3-7018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40:03.9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2069 317 24575,'-109'0'0,"-37"-2"0,-221 26 0,136 20 0,183-31 0,1 2 0,-78 36 0,45-8 0,3 3 0,1 4 0,-131 113 0,157-116 0,2 1 0,1 2 0,3 3 0,3 1 0,-61 104 0,66-91 0,3 1 0,2 2 0,4 1 0,-35 145 0,49-145 0,3 1 0,-1 114 0,27 144 0,-10-275 0,2-1 0,2 1 0,3-2 0,2 0 0,3 0 0,32 67 0,-25-67 0,3-1 0,3-2 0,1-1 0,2-1 0,3-2 0,48 48 0,-10-25-43,4-4 0,1-4-1,97 56 1,-59-50-177,227 92 1,148 3-809,13-41-911,642 88 1506,29-58-2405,3-58 2169,-351-110 8023,-108-49-8106,-276 23-115,-31 5-188,877-66-533,-334 69 1588,233-13 0,-7-43-1846,5-25 517,-1080 105 1566,1073-96-237,646-72 0,-533-2-1438,-23-89 1492,-803 129 1288,-345 97-783,196-102 0,-175 61 1190,-128 73-1371,0 0 1,0-1 0,-1-1-1,0 0 1,23-32 0,-34 41-266,-1 0 0,0 0 0,-1-1 0,1 0 0,-1 1 0,0-1 0,-1 0 0,1 0 0,-1 0 0,-1 0 1,1 0-1,-1 0 0,0-1 0,0 1 0,0 0 0,-1 0 0,0 0 0,-3-9 0,-3-6-83,-1 0 0,-1 0-1,-18-31 1,18 34-29,-97-165-1,16 30 0,36 60 0,-3 2 0,-5 3 0,-3 2 0,-84-83 0,50 70-54,-3 5-1,-5 4 1,-3 5 0,-215-125-1,124 107-878,-5 8 1,-309-97-1,-459-49-912,62 110-836,4 54 2746,-517 17-1077,2 53 0,996 8 932,-1352 13-1278,10 58 319,354 42 1071,141-10 164,331-57 1560,7-28-30,-379-16 3945,720-5-3723,238-12-1102,-35 0-2354,368 14-5318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40:06.2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3622 90 24575,'-18'1'0,"0"-1"0,0-1 0,0 0 0,0-2 0,0 0 0,-21-7 0,36 7 0,9 1 0,19-1 0,156 3 0,-109 2 0,191 3-425,72 1-1277,1853 6-3866,-1318-11 7148,-1144-2 1230,-13 1-2852,-103 0-126,-113 0-636,-90 0-2244,-2920 0-3507,3185 0 6732,104 1 314,191-1 401,-37 5 1,67-2-635,10-1-125,34 5-78,153 15-55,160 10 183,166 0 546,139-4-788,109-8-904,2773 3-3338,-3173-24 4568,-147-1 799,-147-2-741,-74 4-305,1 0 1,-1 0-1,0 0 1,1 0-1,-1 0 1,1 0-1,-1 0 0,0 0 1,1 0-1,-1 0 1,0 0-1,1 0 1,-1 0-1,1 0 1,-1 0-1,0 0 1,1 0-1,-1-1 1,0 1-1,1 0 0,-1 0 1,0 0-1,1-1 1,-1 1-1,0 0 1,0 0-1,1-1 1,-1 1-1,0 0 1,1-1-1,-28-4 2031,-106-8-1502,-97-7-549,-94-2 232,-109-3 699,-87-4-634,-93 1-40,-3031-83-1819,3881 112 1562,74 0 54,87 0 164,108 0-158,1403 0-386,-1246-1-1103,-60 0 1071,-108 0 144,-126 0-644,-131 1 877,-212 0 293,1 0 0,25 6-1,-45-4-166,-8 0-14,-25 4 398,-124 9 1752,-162 0-1710,-135-2-434,-135 6 414,9 1-629,-2503 85-2352,2414-88 2430,94-6-347,104-4-1042,107-5 929,95-1 7,-9-3 2552,247 0-1382,22 1-153,6-1 84,47 1 1962,110 4-1791,113 1-819,138 1-188,142-1-564,94-2-50,65-3-1654,2901-129-3284,-3195 100 6039,-148 4 896,-134 6-343,-112 11 253,-24 5-501,-7 0-103,-21-2-225,-39-3 0,-119-6-276,-99 1 409,-107 2 1226,-86 4-1226,-88 2-409,-94 3-173,606 2 142,-3809 2-6085,3473 3 5915,126 1 596,130 2 232,132-9-589,1 1 0,-1 0 0,1 0-1,-1 0 1,0 0 0,1 0-1,-1 0 1,0 0 0,1 0 0,-1 0-1,1 1 1,-1-1 0,1 0 0,-1 0-1,0 0 1,1 1 0,-1-1-1,1 0 1,-1 1 0,1-1 0,-1 0-1,1 1 1,0-1 0,-1 1 0,1-1-1,-1 1 1,1 0 0,2 0 67,0 0 1,1 0 0,-1 1-1,1-2 1,-1 1-1,1 0 1,-1-1 0,1 1-1,2 0 1,198 23 422,163 2-321,147-3 620,131-6-621,804 1-1170,-2-45 570,-825-5 121,-108-2-818,-131 4 1558,-110 6 3233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40:21.0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93 0 24575,'1'18'0,"0"0"0,2-1 0,0 1 0,9 29 0,30 68 0,-19-58 0,157 430 0,-16-59 0,-105-266 0,-58-161 0,-1 1 0,1-1 0,0 1 0,-1-1 0,1 1 0,-1 0 0,1-1 0,-1 1 0,0 0 0,0-1 0,0 1 0,0 0 0,0 0 0,0-1 0,-1 4 0,1-5 0,0 0 0,0 1 0,-1-1 0,1 0 0,0 1 0,-1-1 0,1 0 0,-1 0 0,1 1 0,0-1 0,-1 0 0,1 0 0,-1 0 0,1 1 0,0-1 0,-1 0 0,1 0 0,-1 0 0,1 0 0,-1 0 0,0 0 0,-19-4 0,-28-14 0,-84-45 0,75 33 0,-224-112 0,253 129 0,19 12 0,9 7 0,11 11 0,34 35 0,2-3 0,63 52 0,-110-101 0,4 3 0,94 78 0,-87-73 0,1 0 0,0-1 0,0 0 0,0-1 0,1 0 0,25 7 0,-36-13 0,0 1 0,0-1 0,0 0 0,0 0 0,0 1 0,0-1 0,0 0 0,0-1 0,0 1 0,0 0 0,0-1 0,0 1 0,0-1 0,0 1 0,0-1 0,0 0 0,0 0 0,-1 0 0,1 0 0,0 0 0,-1 0 0,1-1 0,0 1 0,-1 0 0,0-1 0,1 1 0,-1-1 0,0 0 0,0 1 0,0-1 0,0 0 0,0 0 0,0 0 0,0 0 0,0-2 0,2-6 0,-1 0 0,0-1 0,0 1 0,-1-1 0,0-17 0,-4-41-682,-17-110-1,7 97-6143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40:23.2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1434 266 24575,'-634'16'0,"11"50"0,604-63 0,-5 1 0,1 0 0,-42 14 0,62-17 0,0 0 0,1 0 0,-1 0 0,1 1 0,-1-1 0,1 0 0,0 1 0,0 0 0,-1 0 0,1 0 0,0-1 0,1 2 0,-1-1 0,0 0 0,0 0 0,1 1 0,0-1 0,-1 0 0,1 1 0,0 0 0,0-1 0,0 1 0,1 0 0,-1-1 0,0 6 0,1 2 0,1 0 0,0 0 0,0 0 0,1 0 0,6 17 0,-3-8 0,54 182 0,-14-51 0,-22-76 0,4-1 0,2-2 0,4 0 0,59 94 0,-75-140 0,0 0 0,2-1 0,1-1 0,0-1 0,2-1 0,0-1 0,30 21 0,-17-18 0,0-1 0,2-2 0,0-1 0,64 21 0,-35-19 0,1-3 0,74 9 0,134 1 0,475-18-205,-543-11-524,398-21 542,537-126-11,-969 123 188,715-67 1339,-575 54-1329,-5-25 0,-255 51 0,-46 10 0,17-3 0,0-1 0,0-1 0,24-10 0,-41 13 0,0 1 0,0-1 0,-1 0 0,1-1 0,-1 1 0,0-1 0,-1-1 0,1 1 0,-1-1 0,0 0 0,0 0 0,-1 0 0,1-1 0,2-7 0,7-12 0,-2 0 0,-2-1 0,0 0 0,-2-1 0,10-53 0,-18 75 0,0 1 0,0-1 0,0 1 0,-1-1 0,0 1 0,0-1 0,0 1 0,-1 0 0,0-1 0,0 1 0,0 0 0,-5-8 0,-3-3 0,-2 1 0,-16-20 0,19 25 0,-25-27 0,-2 1 0,-60-48 0,-95-51 0,65 57-82,-3 5-1,-4 5 0,-2 7 1,-3 5-1,-3 7 1,-1 6-1,-2 6 1,-187-23-1,-364 6-1265,-4 59 718,61 51 2544,391-29-1684,-68 12-197,-34 3 515,-4-29-1917,331-14-5457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40:26.0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 0 24575,'2'0'0,"9"0"0,0 0 0,0 1 0,20 3 0,-26-2 0,0 0 0,0 0 0,-1 0 0,1 0 0,-1 0 0,1 1 0,-1 0 0,0 0 0,0 0 0,0 1 0,4 4 0,22 27 0,-1 2 0,-1 0 0,-2 2 0,30 62 0,66 182 0,53 230 0,-135-364 0,32 230 0,-69-361 0,-1-8 0,-1-1 0,0 1 0,0 0 0,-1 0 0,0-1 0,-1 1 0,-3 16 0,4-24 0,0-1 0,-1 0 0,1 1 0,-1-1 0,0 0 0,1 0 0,-1 1 0,0-1 0,0 0 0,0 0 0,1 0 0,-1 0 0,0 0 0,0 0 0,-1 0 0,1-1 0,0 1 0,0 0 0,0 0 0,-1-1 0,1 1 0,0-1 0,0 1 0,-1-1 0,1 0 0,-3 1 0,0-1 0,-1 0 0,1 0 0,-1-1 0,1 1 0,0-1 0,-1 0 0,-6-3 0,-6-3 0,-1-1 0,1 0 0,1-1 0,0-1 0,0-1 0,-16-14 0,-86-86 0,62 57 0,24 23 0,-131-129 0,130 124 0,2-1 0,-45-71 0,75 106 0,-1 0 0,1 0 0,0-1 0,-1 1 0,1 0 0,0-1 0,0 1 0,1-1 0,-2-3 0,2 5 0,0 1 0,1 0 0,-1 0 0,0 0 0,0 0 0,0 0 0,0-1 0,1 1 0,-1 0 0,0 0 0,0 0 0,0 0 0,1 0 0,-1 0 0,0 0 0,0 0 0,1 0 0,-1 0 0,0 0 0,0 0 0,0 0 0,1 0 0,-1 0 0,0 0 0,0 0 0,0 0 0,1 0 0,-1 0 0,0 0 0,0 0 0,1 0 0,-1 0 0,0 0 0,0 0 0,0 1 0,0-1 0,1 0 0,21 13 0,22 22 0,0 1 0,62 71 0,-42-42 0,-3-4 0,139 135 0,-150-152 0,2-2 0,65 41 0,-99-73 0,0 0 0,0-1 0,1 0 0,0-2 0,30 8 0,-41-13 0,0 0 0,0-1 0,0 0 0,0 0 0,0-1 0,0 0 0,1-1 0,-1 1 0,0-2 0,0 1 0,0-1 0,0 0 0,0-1 0,-1 0 0,1 0 0,11-7 0,-5-1 0,0 0 0,0-1 0,-1 0 0,-1-1 0,0-1 0,-1 0 0,0-1 0,-1 0 0,-1 0 0,0-1 0,9-23 0,-1-6 0,-1 0 0,-3-2 0,8-47 0,-11 38-455,-3-1 0,0-70 0,-7 91-6371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40:27.7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256 882 24575,'0'-1'0,"1"0"0,0-1 0,-1 1 0,1 0 0,0 0 0,0 0 0,0 0 0,0 0 0,0 0 0,0 0 0,0 0 0,0 0 0,0 0 0,0 1 0,1-1 0,-1 0 0,0 1 0,0-1 0,3 0 0,5-3 0,45-24 0,86-29 0,-113 46 0,209-74 0,81-15-859,88-12-2578,728-126 1322,10 70 617,-839 133 904,-109 15 446,-111 16 148,-79 5 7,-7 0 45,-20 4 367,-104 11 1497,-89 10-1437,-62 7-174,-1421 225 1218,1484-219-1315,157-29 72,33-7-91,0 1 0,0 2 1,-45 16-1,62-16-189,13-1 0,8-1 0,0-1 0,0 0 0,0-1 0,0-1 0,24 0 0,-1 0 0,792 7 1331,-310-8-657,-735 7-674,-67 14-562,-98 13-1687,-1580 248-2375,1790-242 4489,130-26 135,40-14 0,-1 1 0,1-1 0,0 1 0,0-1 0,0 1 0,0-1 0,0 1 0,0 0 0,0-1 0,0 1 0,0 0 0,0 0 0,0 0 0,-1 2 0,3-3 0,-1 1 0,0-1 0,0 1 0,0-1 0,0 0 0,1 1 0,-1-1 0,0 1 0,0-1 0,1 1 0,-1-1 0,0 0 0,1 1 0,-1-1 0,1 0 0,-1 1 0,0-1 0,1 0 0,-1 0 0,1 1 0,-1-1 0,1 0 0,-1 0 0,0 0 0,1 0 0,-1 1 0,1-1 0,-1 0 0,1 0 0,-1 0 0,2 0 0,41 6 0,122-4 0,480-53 764,4-47 473,-490 72-268,-41 7-3860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40:29.6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597 140 24575,'-17'-1'0,"0"-1"0,-1 0 0,-20-7 0,18 5 0,-39-5 0,37 7 0,6 0 0,0 2 0,-33 1 0,45 0 0,-1 0 0,1 0 0,-1 0 0,1 0 0,0 1 0,0-1 0,-1 1 0,1 0 0,0 0 0,1 1 0,-1-1 0,0 1 0,1 0 0,-1 0 0,-3 5 0,-10 12 0,-67 87 0,75-93 0,0 0 0,1 1 0,1 0 0,0 1 0,1-1 0,-4 19 0,-18 123 0,20-99 0,-25 85 0,25-115 0,1-1 0,2 1 0,0 1 0,2-1 0,1 0 0,2 37 0,0-51 0,2 1 0,0-1 0,1 0 0,0 0 0,1 0 0,0-1 0,1 1 0,1-1 0,0 0 0,1 0 0,0-1 0,1 0 0,1 0 0,10 11 0,108 108 0,-118-123 0,1 1 0,-1-2 0,1 1 0,1-2 0,-1 1 0,13 4 0,6 2 0,35 10 0,-36-16 0,0-1 0,1-1 0,0-2 0,0-1 0,0-1 0,0-1 0,0-2 0,32-6 0,-37 4 0,0-1 0,0-1 0,-1-1 0,0-1 0,0-2 0,34-18 0,-45 21 0,-1 0 0,0-1 0,0 0 0,0-1 0,-1 0 0,-1-1 0,1 0 0,-2 0 0,1-1 0,-2 0 0,1-1 0,-2 0 0,9-18 0,-6 3 0,-1 0 0,-1-1 0,-2 0 0,-1-1 0,-1 1 0,-1-1 0,-2 1 0,-1-1 0,-1 0 0,-1 1 0,-1 0 0,-2 0 0,-1 0 0,-1 0 0,-21-45 0,-36-52 0,-142-206 0,191 308-105,0 1 0,-1 1 0,-1 0 0,-1 2 0,-1 0 0,-1 1 0,0 1 0,-2 0 0,0 2 0,0 1 0,-1 1 0,-51-20 0,46 25-6721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40:30.1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1506 3303 24575,'-10'-14'0,"-17"-29"0,-19-32 0,-30-74 0,-26-65 0,-25-53-2822,-14-25 2822,-22-44 0,2-14 0,10 11-2035,6 9 2035,23 38 0,28 58 0,24 59-476,25 55 476,20 48-2858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40:30.4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24575,'10'5'0,"17"25"0,33 42 0,26 32 0,7 22 0,8 14 0,5 8 0,-5-3 0,-16-17 0,-7-19 0,-17-25 0,-19-21 0,-17-16 0,-8-17 0,-6-13-8191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40:30.8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24575,'0'15'0,"10"14"0,17 35 0,14 22 0,10 11 0,10 12 0,-1 2 0,0-3 0,-6-5 0,-7-7 0,-7-9 0,-6-15 0,2-10 0,-6-11 0,-3-9 0,-1-7 0,-6-5 0,-5-7-8191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40:31.3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1393 24575,'0'-10'0,"9"-12"0,33-37 0,47-51 0,42-35 0,27-18-858,21-10 858,14-3-1493,-18 17 1493,-18 23 0,-36 28-208,-34 29 208,-31 27-5632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40:31.8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7 980 24575,'-5'0'0,"4"0"0,11-14 0,37-53 0,26-35 0,14-13 0,17-12 0,4 1 0,-5 8 0,-7 15 0,-19 19 0,-19 25 0,-13 22 0,-10 17 0,-12 12-8191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40:32.9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40:57.153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0 138 24575,'291'-14'0,"-60"1"0,-94 11 0,-549 3 0,523-6 0,0-5 0,190-42 0,-210 30-1365,-20 1-5461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41:02.362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 1 24575,'7'0'0,"0"1"0,0 0 0,1 0 0,-1 1 0,0 0 0,0 0 0,-1 1 0,1 0 0,0 0 0,-1 0 0,0 1 0,1 0 0,5 5 0,9 9 0,-1 1 0,22 26 0,-27-29 0,413 478 0,-15 15 0,-227-295 0,-168-190 0,-18-23 0,0-1 0,0 0 0,1 1 0,-1-1 0,0 0 0,0 1 0,0-1 0,0 0 0,0 1 0,0-1 0,0 0 0,0 1 0,0-1 0,0 0 0,0 1 0,0-1 0,0 0 0,0 1 0,0-1 0,0 0 0,-1 1 0,1-1 0,0 0 0,0 1 0,-1 0 0,1-1 0,-1 0 0,0 1 0,1-1 0,-1 0 0,0 0 0,0 1 0,1-1 0,-1 0 0,0 0 0,0 0 0,0 0 0,1 0 0,-1 0 0,0 0 0,0 0 0,-1-1 0,-20-3 0,0-1 0,1-1 0,0-1 0,0-1 0,0-1 0,-35-21 0,-109-85 0,113 76 0,-68-62 0,160 153 0,-9-18 0,2 0 0,1-3 0,75 55 0,-81-68 0,0-1 0,0-2 0,2 0 0,0-2 0,1-2 0,49 13 0,-60-19 0,-11-3 0,1 1 0,0-1 0,1-1 0,13 1 0,-21-2 0,0 0 0,-1-1 0,1 1 0,0-1 0,0 1 0,0-1 0,-1 0 0,1 0 0,-1 0 0,1-1 0,0 1 0,-1 0 0,0-1 0,1 0 0,-1 0 0,0 1 0,0-1 0,0 0 0,0-1 0,2-2 0,4-8 0,-1 1 0,-1-1 0,0-1 0,-1 1 0,5-16 0,14-75 0,-18 77 0,3-23-341,-3-1 0,-2 1-1,-2-70 1,-3 93-6485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41:05.572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1 138 24575,'9'10'0,"14"8"0,21 5 0,46 14 0,47 0 0,86-6 0,54-9 0,99-12-3137,62-18 3137,53-21-3945,20-16 3945,-15-15 0,-43 3 0,-61 7 0,-78 6-1497,-92 12 1885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41:08.211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2168 26 24575,'-51'-10'0,"0"3"0,-1 2 0,-69 2 0,63 2 0,-435 3 0,335 6 0,-173 33 0,293-33 0,0 1 0,0 1 0,-47 21 0,64-22 0,1 1 0,0 1 0,1 1 0,0 0 0,1 2 0,0 0 0,-17 18 0,-203 237 0,166-185 0,44-52 0,-41 64 0,60-80 0,-1 1 0,2 0 0,0 1 0,2-1 0,0 2 0,-6 25 0,6-13 0,2-13 0,1-1 0,-2 23 0,5-34 0,0 0 0,1 0 0,-1 1 0,1-1 0,1 0 0,-1 0 0,1 0 0,0 0 0,0 0 0,4 6 0,0 0 0,1-1 0,0-1 0,1 1 0,1-1 0,-1 0 0,1-1 0,1 0 0,0-1 0,16 12 0,-9-10 0,0-1 0,0 0 0,1-1 0,0-1 0,32 8 0,8-4 0,1-3 0,0-2 0,67-2 0,-122-4 0,159-1-768,254-36 0,153-64-1742,1421-434 1166,-1756 457 1581,-209 73 264,4-3 1775,-29 7-2167,1 0 1,-1 0-1,0 1 0,0-1 1,0 0-1,0-1 0,0 1 1,0 0-1,0 0 0,0 0 1,0 0-1,0-1 0,-1 1 1,1 0-1,-1-1 0,1 1 1,-1-1-1,1 1 0,-1-2 0,9-41-61,-3-1-1,-2 1 1,-2-85-1,-2 124-47,0 0 0,0 1 0,-1-1 0,0 0 0,0 0 0,0 1 0,-1-1 0,1 1 0,-1-1 0,0 1 0,0-1 0,-1 1 0,1 0 0,-1 0 0,0 0 0,0 1 0,0-1 0,-1 1 0,1-1 0,-1 1 0,0 0 0,0 1 0,0-1 0,-8-3 0,-6-3 0,0 2 0,-1 1 0,1 0 0,-1 1 0,0 1 0,-21-2 0,-121-3 0,134 9 0,-750 4 0,417 25 0,338-23-1365,8 0-5461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41:25.096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1503 92 24575,'-27'2'0,"0"1"0,1 1 0,-1 1 0,1 1 0,0 1 0,1 2 0,-33 15 0,31-10 0,1 1 0,0 1 0,1 1 0,-25 23 0,-6 4 0,-672 430 0,668-441 0,-53 33 0,95-55 0,1 2 0,1 0 0,0 0 0,-14 17 0,24-23 0,1 1 0,0-1 0,0 1 0,0 0 0,1 1 0,0-1 0,1 1 0,0-1 0,0 1 0,1 0 0,-3 17 0,3-5 0,1 0 0,1 0 0,6 43 0,-5-56 0,1 0 0,0 1 0,1-1 0,0 0 0,0 0 0,1-1 0,0 1 0,0-1 0,1 1 0,7 9 0,7 4 0,38 34 0,-36-35 0,7 4 0,0-2 0,1 0 0,1-2 0,0-1 0,2-2 0,64 27 0,-53-30 0,0-1 0,1-2 0,1-2 0,-1-2 0,53 1 0,453-5 0,-293-6 0,-37 2 0,304 3 0,-263 26 0,8 1 0,-20-16 0,65 2 0,-251-15 0,434-1 0,-434-2 0,0-2 0,0-3 0,-1-3 0,0-2 0,-1-3 0,81-33 0,-126 41 0,-1 0 0,28-21 0,-31 21 0,-1 0 0,1 0 0,1 1 0,-1 1 0,25-10 0,343-113 0,-314 106 0,-27 10 0,47-22 0,-38 10 0,-13 6 0,1 2 0,63-21 0,120-13 0,41-12 0,-162 35 0,65-23 0,-12-8 0,-145 56 0,1 0 0,-1-1 0,1 1 0,-1-2 0,0 1 0,0-1 0,-1 1 0,1-2 0,-1 1 0,-1 0 0,1-1 0,-1 0 0,1 0 0,-2-1 0,1 1 0,-1-1 0,5-13 0,-5 10 0,0 0 0,0-1 0,-1 1 0,0-1 0,-1 0 0,-1 0 0,1 0 0,-2 0 0,1 1 0,-2-1 0,-3-16 0,-1 10 0,0 1 0,-2-1 0,0 1 0,0 1 0,-2 0 0,-11-16 0,4 7 0,-12-16 0,-1 1 0,-2 1 0,-2 2 0,-1 1 0,-2 2 0,-1 2 0,-2 1 0,-63-36 0,49 37 0,-1 2 0,-1 3 0,-1 3 0,-1 1 0,-1 4 0,-92-15 0,-244 0 0,-4 33 0,238 0 0,-712 2 0,823-5 0,1 3 0,-1 2 0,1 2 0,0 2 0,-55 16 0,-182 60 0,66-18 0,146-43 0,49-14 0,1-1 0,-1-1 0,0-2 0,-1-1 0,-28 2 0,-158-8 0,-97 4 0,209 11 0,65-7 0,-46 3 0,-193-9 93,127-1-1551,123 1-5368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41:33.549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1918 32 24575,'-32'1'0,"0"2"0,0 1 0,-60 15 0,-90 40 0,58-17 0,-53 21 0,-259 130 0,181-58 0,219-112 0,1 1 0,1 2 0,1 1 0,-54 58 0,54-44 0,1 1 0,-38 68 0,-38 97 0,101-192 0,-24 41 0,17-31 0,-17 39 0,30-61 0,0 0 0,1-1 0,-1 1 0,1 0 0,-1 0 0,1-1 0,0 1 0,0 0 0,0 0 0,0-1 0,1 1 0,-1 0 0,1 0 0,-1-1 0,1 1 0,0 0 0,0-1 0,0 1 0,1-1 0,-1 1 0,1-1 0,-1 0 0,1 0 0,0 1 0,0-1 0,0 0 0,0-1 0,0 1 0,4 2 0,7 5 0,0-1 0,0 0 0,1-1 0,18 6 0,-9-3 0,447 181 0,-360-149 0,384 138-453,7-38 0,-343-110 585,307 24 0,-340-51 32,1-6-1,247-35 1,-164 0-44,247-38-83,5 38-43,-315 37 6,-19 0 0,147-18 0,219-71 0,-305 50 0,-121 26 0,-1-4 0,-1-3 0,0-2 0,71-35 0,-11-1 0,-51 24 0,71-42 0,-122 61 0,-1-2 0,0 0 0,-1-1 0,-1-1 0,0-1 0,-1 0 0,16-23 0,-19 19 0,0 0 0,-2 0 0,0-1 0,-2-1 0,-1 0 0,0-1 0,11-50 0,-13 33 0,-3-1 0,1-50 0,-7-90 0,-1 86 0,0 86 0,0 1 0,0 0 0,-1 0 0,-1 0 0,0 0 0,0 0 0,-7-13 0,-40-69 0,37 70 0,3 6 0,-1-4 0,-1 1 0,-1 0 0,0 1 0,-2 0 0,-25-25 0,22 27 0,0 0 0,-1 2 0,-1 0 0,-1 1 0,1 1 0,-2 1 0,0 1 0,-28-10 0,-24 0 0,-2 3 0,0 4 0,-129-8 0,-240 17 0,78 35 0,2 26 0,91-12 0,254-41 0,-95 15 0,-222 5 0,314-22 0,1 1 0,-1 1 0,-25 7 0,-9 1 0,25-5 0,0 3 0,-39 15 0,-34 9 0,-306 53 0,366-79-1365,10-2-5461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41:09.346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225 0 24575,'0'18'0,"-1"62"0,19 148 0,65 131 0,0 0 0,-47-167 0,-35-192 0,-1 1 0,0-1 0,0 0 0,0 0 0,0 0 0,0 1 0,1-1 0,-1 0 0,0 0 0,0 1 0,0-1 0,0 0 0,0 0 0,0 1 0,0-1 0,0 0 0,0 0 0,0 1 0,0-1 0,0 0 0,0 0 0,0 1 0,0-1 0,0 0 0,0 0 0,-1 1 0,1-1 0,0 0 0,0 0 0,0 1 0,0-1 0,0 0 0,-1 0 0,1 0 0,0 1 0,0-1 0,0 0 0,0 0 0,-1 0 0,1 0 0,0 0 0,0 1 0,-1-1 0,1 0 0,0 0 0,0 0 0,-1 0 0,1 0 0,0 0 0,0 0 0,-1 0 0,1 0 0,-14-9 0,12 8 0,-30-25 0,2 0 0,-30-34 0,-51-70 0,27 31 0,56 67 0,-32-34 0,47 58 0,13 8 0,-1 0 0,1 0 0,0 0 0,0 0 0,-1 0 0,1 0 0,0 0 0,0 0 0,0 0 0,-1 0 0,1 1 0,0-1 0,0 0 0,0 0 0,-1 0 0,1 0 0,0 0 0,0 1 0,0-1 0,0 0 0,-1 0 0,1 0 0,0 0 0,0 1 0,0-1 0,0 0 0,0 0 0,0 1 0,0-1 0,-1 0 0,1 0 0,0 0 0,0 1 0,0 1 0,0 1 0,0-1 0,0 1 0,0-1 0,1 1 0,-1-1 0,1 0 0,-1 1 0,2 1 0,6 14 0,0 0 0,1-1 0,1 0 0,1 0 0,20 24 0,0-7 0,44 40 0,-64-64 0,0 0 0,0-2 0,1 1 0,0-1 0,1-1 0,17 8 0,-25-13 0,0 0 0,1-1 0,-1 1 0,1-1 0,0 0 0,-1 0 0,1-1 0,0 0 0,0 0 0,-1 0 0,1-1 0,0 0 0,-1 0 0,1 0 0,0 0 0,-1-1 0,0 0 0,1-1 0,4-2 0,4-3 0,-1-2 0,0 1 0,-1-2 0,20-19 0,42-57 0,-45 52 0,16-23-682,71-115-1,-94 134-6143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41:10.534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0 177 24575,'11'-8'0,"0"0"0,18-19 0,-14 12 0,2-3 0,36-29 0,-46 41 0,1 1 0,0 0 0,1 1 0,-1 0 0,1 0 0,-1 1 0,1 0 0,14-3 0,17 0 0,0 2 0,0 1 0,0 2 0,0 2 0,46 7 0,-75-7 0,0 1 0,0 0 0,-1 1 0,1 0 0,-1 0 0,1 1 0,10 7 0,-17-9 0,-1 0 0,1 1 0,-1 0 0,1 0 0,-1 0 0,0 0 0,0 0 0,-1 1 0,1-1 0,-1 1 0,1 0 0,-1-1 0,0 1 0,-1 0 0,1 1 0,-1-1 0,0 0 0,0 0 0,0 0 0,1 7 0,-1 45 0,-1-45 0,-1 0 0,2 0 0,0 0 0,0 0 0,1 0 0,0 0 0,7 18 0,0-9 0,21 30 0,-19-32 0,13 28 0,-21-39 0,0 1 0,0-1 0,-1 0 0,-1 1 0,1-1 0,-1 1 0,0 13 0,-1-18 4,0 0 0,0-1 0,-1 1 0,1-1 0,-1 1-1,0-1 1,0 1 0,1-1 0,-2 0 0,1 1 0,0-1 0,0 0-1,-1 0 1,1 0 0,-1 0 0,0 0 0,1 0 0,-1 0 0,0 0 0,0-1-1,0 1 1,-1-1 0,1 0 0,0 1 0,0-1 0,-1 0 0,1 0-1,-1 0 1,1-1 0,-3 1 0,-2 1-139,0-1 0,0 0 0,0 0 0,0-1 0,0 0 0,0 0 0,0-1 0,0 0 0,0 0 0,-7-2 0,-5-5-6691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41:10.660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 1 24575,'0'0'-8191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41:10.892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0 0 24575,'0'0'-8191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41:11.676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547 0 24575,'-7'1'0,"0"0"0,-1 1 0,1-1 0,0 1 0,-1 1 0,-11 5 0,-6 2 0,-18 2 0,-1-1 0,-46 6 0,-90 2 0,157-17 0,19-2 0,1 0 0,0 0 0,0 0 0,0 1 0,0-1 0,0 1 0,1 0 0,-1 0 0,0 0 0,0 0 0,0 1 0,1-1 0,-1 1 0,1-1 0,-1 1 0,1 0 0,0 0 0,-1 0 0,1 0 0,0 0 0,0 1 0,1-1 0,-1 1 0,0-1 0,1 1 0,-1 0 0,1 0 0,0-1 0,0 1 0,0 0 0,1 0 0,-2 4 0,0 5 0,1 0 0,-1 1 0,2-1 0,0 0 0,0 1 0,1-1 0,1 0 0,4 20 0,-5-27 0,0 0 0,1 0 0,0 0 0,-1-1 0,1 1 0,1 0 0,-1-1 0,1 0 0,0 1 0,0-1 0,0 0 0,0-1 0,1 1 0,-1 0 0,1-1 0,0 0 0,0 0 0,1 0 0,-1 0 0,0-1 0,1 0 0,0 0 0,8 3 0,6-3 0,-1 0 0,0-1 0,1-1 0,19-2 0,40 0 0,-69 2 0,-1 1 0,1 1 0,-1-1 0,1 1 0,-1 1 0,16 6 0,-19-6-54,0 0-1,-1 1 0,1 0 1,-1-1-1,0 1 1,0 1-1,0-1 0,0 0 1,-1 1-1,0 0 1,0 0-1,0 0 0,-1 0 1,1 1-1,-1-1 0,-1 0 1,1 1-1,-1 0 1,0-1-1,0 1 0,0 0 1,-1-1-1,0 1 1,-1 10-1,-2 4-6771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41:13.020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229 1 24575,'5'0'0,"0"2"0,0-1 0,-1 0 0,1 1 0,0 0 0,-1 0 0,0 0 0,1 1 0,-1-1 0,0 1 0,0 0 0,5 6 0,2-1 0,5 7 0,0 0 0,-1 0 0,0 2 0,-1 0 0,-1 0 0,-1 1 0,14 26 0,58 145 0,-53-110 0,39 154 0,-70-231 0,1-1 0,-1 0 0,1 1 0,-1-1 0,0 0 0,1 1 0,-1-1 0,0 0 0,0 1 0,0-1 0,0 0 0,-1 1 0,1-1 0,0 1 0,0-1 0,-1 0 0,1 0 0,-1 1 0,1-1 0,-1 0 0,0 0 0,1 1 0,-1-1 0,0 0 0,-1 1 0,0-1 0,0-1 0,0 1 0,0-1 0,0 0 0,0 1 0,0-1 0,0 0 0,0 0 0,0 0 0,0-1 0,0 1 0,-1 0 0,1-1 0,0 1 0,-3-3 0,-43-15 0,0-2 0,2-3 0,-69-44 0,48 28 0,-147-93 0,213 131 0,-1 0 0,1 0 0,0 0 0,0 0 0,-1 0 0,1 0 0,0 0 0,-1 1 0,1-1 0,-1 1 0,1-1 0,-1 1 0,1 0 0,-1-1 0,1 1 0,-1 0 0,0 0 0,-2 0 0,4 1 0,-1-1 0,1 1 0,-1 0 0,1-1 0,-1 1 0,1-1 0,0 1 0,-1 0 0,1 0 0,0-1 0,0 1 0,0 0 0,-1-1 0,1 1 0,0 0 0,0 0 0,0-1 0,0 1 0,0 0 0,0 0 0,0-1 0,0 1 0,1 0 0,-1 0 0,1 1 0,2 9 0,0 0 0,2-1 0,8 18 0,8 9 0,2-2 0,1 0 0,39 41 0,-20-31 0,78 66 0,-102-96 0,-1-1 0,2-1 0,0-1 0,1-1 0,22 10 0,-34-18 0,0 1 0,0-2 0,0 1 0,0-1 0,0-1 0,1 1 0,-1-2 0,1 1 0,-1-1 0,0-1 0,1 0 0,-1 0 0,0-1 0,1 0 0,12-4 0,-6-2 0,-1 0 0,1-1 0,-1 0 0,-1-1 0,0-1 0,15-14 0,71-80 0,-52 48 0,-2-1 0,58-97 0,-97 142-195,0 1 0,-1-1 0,-1 0 0,0 0 0,0-1 0,5-27 0,-8 15-6631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41:14.159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57 175 24575,'6'-7'0,"-1"0"0,1-1 0,-1 1 0,0-1 0,3-9 0,-3 7 0,0 1 0,0 0 0,11-13 0,-10 15 0,1 1 0,0 0 0,0 0 0,0 0 0,1 1 0,-1 0 0,1 1 0,0 0 0,1 0 0,-1 0 0,1 1 0,-1 1 0,1-1 0,0 1 0,0 1 0,0 0 0,0 0 0,1 1 0,-1 0 0,16 2 0,-22-1 0,1-1 0,-1 1 0,0 0 0,0 1 0,1-1 0,-1 1 0,0-1 0,0 1 0,0 0 0,-1 0 0,1 0 0,0 0 0,-1 1 0,5 4 0,-3-2 0,-1 1 0,1-1 0,-1 1 0,0 0 0,-1 0 0,1 0 0,1 9 0,1 7 0,-1 1 0,-1 0 0,-1 31 0,-2-51 0,0 21 0,-2 0 0,-1 1 0,-9 37 0,4-25 0,7-32 0,0 0 0,1 0 0,0 1 0,0-1 0,0 0 0,1 0 0,-1 1 0,1-1 0,0 0 0,1 0 0,3 9 0,2 1 0,1-1 0,14 20 0,-14-23 0,-1 1 0,0 0 0,0 0 0,5 17 0,-11-26 0,0-1 0,-1 1 0,1 0 0,-1 0 0,0 0 0,0 0 0,0 0 0,0 0 0,0 0 0,-1-1 0,1 1 0,-1 0 0,0 0 0,0 0 0,0-1 0,0 1 0,0 0 0,0-1 0,-1 1 0,0-1 0,1 0 0,-1 1 0,0-1 0,0 0 0,-2 2 0,-7 5 0,1-1 0,-1 0 0,-1-1 0,-13 8 0,23-14 0,-38 19-227,-1-1-1,0-3 1,-1-1-1,-1-2 1,-85 14-1,94-23-6598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41:36.724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26 217 24575,'-1'4'0,"1"-1"0,-1 1 0,0-1 0,0 1 0,-1-1 0,1 1 0,-1-1 0,-2 4 0,2-4 0,0 1 0,0-1 0,1 0 0,0 0 0,-1 1 0,1-1 0,-1 7 0,2-9 0,0 0 0,0 0 0,1 0 0,-1 0 0,0 0 0,1 0 0,-1 0 0,1 0 0,-1 0 0,1 0 0,-1 0 0,1 0 0,-1 0 0,1 0 0,0-1 0,0 1 0,-1 0 0,1-1 0,0 1 0,0 0 0,0-1 0,0 1 0,0-1 0,0 1 0,0-1 0,0 0 0,0 1 0,0-1 0,0 0 0,0 0 0,2 1 0,6 0 0,-1 0 0,1 0 0,0 0 0,0-1 0,0 0 0,0-1 0,0 0 0,0-1 0,12-3 0,12-5 0,35-16 0,-59 22 0,194-94 0,-127 58 0,103-38 0,-163 72 0,73-23 0,-77 26 0,1 0 0,-1 1 0,1 1 0,-1 0 0,14 0 0,-25 1 0,-1 0 0,1 0 0,0 0 0,0 0 0,-1 0 0,1 0 0,0 0 0,0 0 0,-1 0 0,1 0 0,0 0 0,-1 0 0,1 1 0,0-1 0,-1 0 0,1 1 0,0-1 0,-1 0 0,1 1 0,0-1 0,-1 1 0,1-1 0,-1 1 0,1-1 0,-1 1 0,1-1 0,-1 1 0,1-1 0,-1 1 0,0 0 0,1-1 0,-1 1 0,1 1 0,-2 0 0,1-1 0,-1 1 0,1 0 0,-1-1 0,1 1 0,-1-1 0,0 1 0,0-1 0,0 1 0,0-1 0,0 1 0,0-1 0,-2 2 0,-19 19 0,0-2 0,-1-1 0,-39 26 0,-86 42 0,97-57 0,-263 135 0,270-144 0,30-11 0,14-10 0,0 1 0,0-1 0,0 0 0,0 0 0,0 0 0,0 0 0,0 0 0,0 1 0,0-1 0,0 0 0,0 0 0,0 0 0,0 0 0,0 0 0,0 1 0,0-1 0,0 0 0,0 0 0,0 0 0,0 0 0,0 1 0,0-1 0,0 0 0,0 0 0,0 0 0,0 0 0,0 0 0,0 1 0,0-1 0,1 0 0,-1 0 0,0 0 0,0 0 0,0 0 0,0 0 0,0 0 0,0 0 0,1 1 0,-1-1 0,0 0 0,0 0 0,0 0 0,0 0 0,0 0 0,1 0 0,-1 0 0,5 1 0,-1 0 0,1-1 0,0 0 0,-1 0 0,8 0 0,44-6 0,85-19 0,-90 14 0,1018-228-1170,-937 207 1170,131-39 0,-212 48-1170,-26 5-4681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41:37.635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 83 24575,'119'-6'0,"214"-38"0,-140 14 0,-144 27 0,-35 7 0,-14-4 0,0 0 0,1 0 0,-1 0 0,0 1 0,0-1 0,0 0 0,0 0 0,0 0 0,0 0 0,0 0 0,0 1 0,1-1 0,-1 0 0,0 0 0,0 0 0,0 0 0,0 1 0,0-1 0,0 0 0,0 0 0,0 0 0,0 1 0,0-1 0,0 0 0,0 0 0,0 0 0,0 0 0,0 1 0,0-1 0,-1 0 0,1 0 0,0 0 0,0 0 0,0 1 0,0-1 0,0 0 0,-20 15 0,-102 42 0,88-43 0,0 1 0,-60 38 0,91-51 0,0 0 0,0 1 0,1-1 0,-1 0 0,1 1 0,0 0 0,-1-1 0,1 1 0,-2 5 0,3-7 0,1-1 0,0 1 0,0-1 0,0 1 0,-1-1 0,1 1 0,0-1 0,0 1 0,0-1 0,0 1 0,0 0 0,0-1 0,0 1 0,0-1 0,0 1 0,1-1 0,-1 1 0,0-1 0,0 1 0,0-1 0,0 1 0,1-1 0,-1 1 0,1 0 0,0-1 0,0 1 0,0 0 0,0-1 0,0 1 0,0-1 0,0 1 0,0-1 0,0 1 0,0-1 0,1 0 0,-1 1 0,0-1 0,0 0 0,1 0 0,0 0 0,11 0 0,0-1 0,-1 0 0,1-1 0,21-6 0,49-20 0,-71 24 0,-1 0 0,0 0 0,-1-1 0,1-1 0,17-12 0,-25 16 0,-1 0 0,0 0 0,1 0 0,-1-1 0,0 1 0,0-1 0,0 1 0,0-1 0,-1 0 0,2-3 0,-2 5 0,-1-1 0,1 1 0,-1-1 0,0 0 0,1 0 0,-1 1 0,0-1 0,0 0 0,0 1 0,0-1 0,-1 0 0,1 1 0,0-1 0,-1 0 0,1 1 0,-1-1 0,1 1 0,-1-1 0,0 1 0,-1-3 0,-2-1-123,0 0-1,0 0 1,-1 0-1,-7-5 1,8 6-625,-14-11-6078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41:39.708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1 112 24575,'24'-9'0,"17"-4"0,7-4 0,0 1 0,-8-2 0,-11-3 0,-11 3-8191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41:45.538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 0 24575,'0'5'0,"0"11"0,5 8 0,6 9 0,6-1 0,5 4 0,-1 0 0,0 4 0,2-5 0,-3-4 0,-5-6-8191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41:46.094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81 1 24575,'-5'0'0,"-1"9"0,-5 4 0,0 4 0,1 9 0,3 5 0,2 1 0,-2 1 0,-1-1 0,2 0 0,1-21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41:46.349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 1 24575,'4'0'0,"8"0"0,5 4 0,5 8 0,-1 0-8191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41:47.718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0 0 24575,'11'14'0,"-1"0"0,0 0 0,-1 1 0,-1 0 0,0 0 0,8 26 0,-11-31 0,94 219 0,-78-164 0,5 11 0,13 7 27,24 58-1419,-52-112-5434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41:48.562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53 72 24575,'-6'162'0,"3"-136"0,-1 0 0,-1 0 0,-16 50 0,15-66 0,2-10 0,0-19 0,5-20 0,2 0 0,2 0 0,15-63 0,-15 76 0,-3 13 0,2 0 0,-1 0 0,1 0 0,7-12 0,-10 21 0,1 1 0,0 0 0,0-1 0,1 1 0,-1 0 0,0 0 0,1 0 0,0 1 0,0-1 0,0 1 0,0-1 0,0 1 0,0 0 0,1 0 0,-1 0 0,1 1 0,-1-1 0,6-1 0,6 1 0,0 0 0,0 0 0,0 1 0,0 1 0,0 1 0,0 0 0,-1 1 0,21 4 0,8 6 0,62 23 0,-83-26-273,0 1 0,-2 0 0,1 2 0,33 25 0,-41-27-6553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41:58.543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1 479 24575,'112'-2'0,"533"-53"-487,-374 27-795,846-58-1915,84 54 1592,-10 30-1374,-449 4 1653,917-22 653,-5-86-441,-1281 63 1048,-81 4 241,51-14 1352,-259 38 1309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42:42.9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0 117 24575,'24'-4'0,"32"-3"0,40 1 0,47-4 0,56 1 0,34-9 0,0-1-1775,-20 3 1775,-31 4 0,-29 4 251,-34 3-251,-33 3 0,-31 2-6667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42:43.7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47 24575,'4'1'0,"-1"-1"0,1 1 0,-1 1 0,1-1 0,-1 1 0,0-1 0,1 1 0,-1 0 0,0 0 0,0 0 0,0 1 0,-1-1 0,4 4 0,2 1 0,22 18 0,-1 1 0,-2 2 0,-1 0 0,39 56 0,-61-79 0,-1 0 0,1-1 0,1 0 0,-1 1 0,1-1 0,-1-1 0,1 1 0,0-1 0,1 0 0,-1 0 0,0 0 0,1-1 0,-1 1 0,1-1 0,0-1 0,10 2 0,7 1 0,1-2 0,47-2 0,-38 0 0,41-3 0,1-3 0,74-16 0,147-44 0,159-53-603,-90 22-879,-278 75-4624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42:44.8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0 279 24575,'5'-4'0,"6"-3"0,6 1 0,1-4 0,1-4 0,7-6 0,10-3 0,7-3 0,6-2 0,0-1 0,-4 0 0,1 0 0,-9 0 0,-9 5-8191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42:46.2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0 290 24575,'1'7'0,"-1"-1"0,2 1 0,-1 0 0,1 0 0,0-1 0,0 1 0,0-1 0,1 0 0,5 9 0,6 7 0,17 23 0,-21-31 0,112 163 0,-118-170 0,1 0 0,-1-1 0,1 0 0,1 0 0,10 10 0,-12-14 0,-1 1 0,0-1 0,1 0 0,-1-1 0,1 1 0,0-1 0,0 1 0,-1-1 0,1 0 0,0 0 0,0-1 0,0 1 0,0-1 0,5 0 0,14-2 0,0-2 0,0-1 0,-1 0 0,1-2 0,-1 0 0,36-19 0,-23 12 0,216-97 0,22-10 0,610-202 0,-748 278-1365,-90 26-5461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42:58.0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95 24575,'6'1'0,"-1"-1"0,1 1 0,0 0 0,-1 1 0,1-1 0,-1 1 0,0 0 0,0 1 0,7 3 0,46 33 0,-37-24 0,-13-10 0,-1 1 0,0 1 0,1-1 0,-2 1 0,1 1 0,-1-1 0,0 1 0,5 10 0,1 6 0,16 42 0,-21-47 0,-2-7 0,-1 1 0,0-1 0,1 0 0,1 0 0,0-1 0,1 1 0,0-1 0,0-1 0,11 12 0,1-2 0,-13-14 0,0 0 0,0 0 0,0-1 0,11 8 0,-14-12 0,0 1 0,1-1 0,-1 1 0,0-1 0,1 0 0,-1 0 0,1-1 0,-1 1 0,1-1 0,0 0 0,-1 1 0,1-2 0,0 1 0,3-1 0,11-2 0,-1-1 0,0-1 0,0 0 0,-1-1 0,30-16 0,73-52 0,-85 52 0,583-342-1137,-599 353 909,27-13-6598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43:02.5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1 405 24575,'14'0'0,"34"0"0,66-19 0,67-11 0,40-16 0,36-13-2205,22-2 2205,3 10 0,-15 3 0,-22 10 0,-44 12 0,-51 10 410,-47 8-410,-35 5 0,-30 8 0,-26 3 0,-15 1-6396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43:26.7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1279 32 24575,'-42'0'0,"0"-2"0,-46-7 0,26 0 0,-88-2 0,-64 12 0,76 1 0,126-3 0,0 1 0,1 1 0,-1 0 0,0 1 0,0 1 0,1-1 0,-1 2 0,1-1 0,0 2 0,0-1 0,0 2 0,1-1 0,0 1 0,-17 14 0,8-7 0,0 0 0,0-1 0,-1-1 0,-26 9 0,20-8 0,1 2 0,0 1 0,1 2 0,-26 21 0,38-28 0,-47 43-1365,45-43-5461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43:28.4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886 352 24575,'339'-2'0,"39"-6"-1102,140-6-3309,113-8 2537,92-10-1213,2176-155-1205,-2405 151 3963,-134 12 473,10 2 2188,-334 21-1853,-21 0 182,-33 1 2093,-74-2-1370,-223 1 3005,15 18-4472,-88 18-250,-79 22-490,-102 25-2135,-887 151 2095,818-129 986,-55 5-123,52-19 0,65-15 0,92-18 0,102-19-206,94-16-616,-21-8 616,276-16 744,73-1 842,242-3-988,-248 5-400,270-2 311,83-4 909,73-7-1296,1790-204-3226,-2021 184 3035,-96 10 275,-129 23 43,0 1-1,0-1 1,0 0 0,0 0 0,0 0-1,0-1 1,0 0 0,7-3 0,-11 4-21,0 1 1,-1 0-1,1-1 1,0 1-1,0 0 1,0 0-1,-1-1 1,1 1-1,0 0 1,0 0-1,-1-1 1,1 1-1,0 0 1,-1 0 0,1 0-1,0 0 1,-1-1-1,1 1 1,0 0-1,-1 0 1,1 0-1,0 0 1,-1 0-1,1 0 1,0 0-1,-1 0 1,1 0 0,-1 0-1,-29-3 796,-204 0-471,168 4-322,-191 0 326,-9 1 108,-799 18 839,57 42 597,946-57-1516,56-3-305,12-2-53,100-6-116,97-10-204,89-4-899,100-5 645,1193-54-699,6 53-268,-1506 27 516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44:44.5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0 417 24575,'74'129'0,"97"217"0,-161-323 0,-3-7 0,1 1 0,1-2 0,0 1 0,0-1 0,16 18 0,-22-30 0,0-1 0,-1 1 0,1-1 0,0 1 0,1-1 0,-1 0 0,0 0 0,0-1 0,1 1 0,5 1 0,-2-1 0,0-1 0,1 1 0,-1-2 0,1 1 0,9-1 0,32-5 0,-1-1 0,1-3 0,61-19 0,-62 15 0,215-58-514,79-29-1542,1363-384-1799,-1318 377 3855,-60 19-106,-76 21-315,-80 20 127,-61 15-651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43:05.7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0 443 24575,'22'23'0,"17"16"0,-7-14 0,-1 2 0,-1 1 0,36 44 0,-6 0 0,4-3 0,3-2 0,3-4 0,93 67 0,-143-115 0,-14-10 0,0 0 0,0 0 0,1-1 0,-1 0 0,1 0 0,0 0 0,0-1 0,1 0 0,-1-1 0,1 1 0,10 1 0,24-1-1,0-2 0,1-2-1,-1-1 1,0-3 0,-1-1-1,70-20 1,238-100-914,-311 110 691,679-302-444,-12-27-1380,-467 227 2048,-49 27-721,-48 23-2885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43:08.2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1 595 24575,'0'1'0,"0"0"0,1 0 0,-1 0 0,0 0 0,1 0 0,-1 0 0,1 0 0,0 0 0,-1 0 0,1 0 0,0 0 0,-1 0 0,1-1 0,0 1 0,0 0 0,0-1 0,1 2 0,21 13 0,-13-10 0,19 17 0,50 46 0,-18-13 0,58 51 0,-45-38 0,-66-61 0,2 1 0,-1-1 0,1-1 0,0 0 0,0 0 0,0-1 0,1 0 0,0-1 0,0 0 0,16 3 0,-13-5 0,1 0 0,0-1 0,0-1 0,-1 0 0,1-1 0,0-1 0,0 0 0,14-5 0,45-13 7,107-46 1,72-48-129,-175 78-49,1625-660-1699,-1679 688 1906,135-52-1082,-138 51-3993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43:10.0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1014 24575,'14'1'0,"-1"1"0,1 0 0,-1 1 0,0 1 0,0 0 0,0 1 0,-1 0 0,1 1 0,-1 0 0,20 14 0,-18-8 0,0 0 0,-1 1 0,-1 1 0,0 0 0,13 19 0,26 30 0,-48-60 0,0 0 0,0 0 0,1 0 0,0 0 0,-1-1 0,1 0 0,0 0 0,0 0 0,0 0 0,1 0 0,-1-1 0,0 0 0,1 0 0,-1 0 0,1-1 0,-1 1 0,7-1 0,6-1 0,0-1 0,0-1 0,25-7 0,263-88-25,1-28-896,-164 66 33,842-324 521,-716 290 113,928-341-2349,-1124 405 2081,-31 9-2089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43:15.0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54 24575,'0'2'0,"1"0"0,-1 0 0,1 0 0,0 1 0,-1-1 0,1 0 0,0 0 0,0 0 0,0 0 0,1 0 0,-1-1 0,3 4 0,4 7 0,66 118 0,57 88 0,-90-158 0,-23-33 0,0 0 0,32 33 0,-47-56 0,1-1 0,0 0 0,-1 0 0,1-1 0,0 1 0,1-1 0,-1 0 0,0 0 0,1 0 0,-1 0 0,6 1 0,4-1 0,0 0 0,21 0 0,-26-2 0,180 2-336,191-24 1,189-48-1325,-149 5-677,54-15 1731,519-85 627,-559 99-21,-67 10 0,-78 15-168,-269 38 121,298-52-744,-251 36 469,-40 6-1288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43:17.1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1 271 24575,'9'0'0,"0"-1"0,0-1 0,0 0 0,0 0 0,14-5 0,-1 0 0,205-52 0,347-44 0,-400 82 0,148-23 0,-295 40 0,-20 3 0,0 1 0,0-2 0,0 1 0,0-1 0,0 0 0,0 0 0,10-6 0,-31 10 0,-51 18 0,0 3 0,-91 46 0,93-40 0,1 1 0,30-13 0,0-2 0,-1-1 0,-1-2 0,-48 11 0,81-23-72,0 1 1,1-1-1,-1 0 0,1 0 0,-1 0 0,0 0 0,1 0 0,-1 0 1,0 0-1,1 0 0,-1 0 0,0 0 0,1 0 0,-1-1 0,1 1 1,-1 0-1,0 0 0,0-1 0,1-6-6754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43:18.3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24575,'0'0'0,"0"1"0,0 0 0,0-1 0,1 1 0,-1-1 0,0 1 0,0-1 0,1 1 0,-1 0 0,0-1 0,1 1 0,-1-1 0,1 0 0,-1 1 0,1-1 0,-1 1 0,1-1 0,-1 0 0,1 1 0,-1-1 0,1 0 0,-1 1 0,1-1 0,0 0 0,-1 0 0,1 0 0,-1 0 0,1 1 0,0-1 0,0 0 0,21 7 0,0-1 0,1-1 0,28 3 0,78 3 0,-114-11 0,641 9 0,-644-9 0,8 0 0,-20 0 0,0 0 0,0 0 0,0 0 0,0 0 0,0 0 0,0 0 0,1 0 0,-1 0 0,0 0 0,0 0 0,0 0 0,0 0 0,0 0 0,0 0 0,0 0 0,0 0 0,0 0 0,1 0 0,-1 0 0,0 0 0,0 0 0,0 0 0,0 0 0,0 0 0,0 0 0,0 0 0,0 0 0,0 0 0,0 0 0,1 0 0,-1 0 0,0 1 0,0-1 0,0 0 0,0 0 0,0 0 0,0 0 0,0 0 0,0 0 0,0 0 0,0 0 0,0 0 0,0 0 0,0 0 0,0 1 0,0-1 0,0 0 0,0 0 0,0 0 0,0 0 0,0 0 0,0 0 0,0 0 0,0 0 0,0 0 0,0 1 0,0-1 0,0 0 0,0 0 0,0 0 0,0 0 0,0 0 0,-29 11 0,-58 13 0,-2-3 0,-114 10 0,-181-6 0,601-36 0,226-43 0,-324 36-1365,-80 13-5461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45:28.4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780 0 24575,'-63'4'0,"0"2"0,0 2 0,-66 19 0,-133 49 0,181-51 0,63-20 0,1 1 0,0 1 0,-25 12 0,41-18 0,-1 1 0,0-1 0,0 0 0,1 0 0,-1 1 0,1-1 0,-1 1 0,1-1 0,0 1 0,0 0 0,0 0 0,-1-1 0,2 1 0,-1 0 0,0 0 0,0 0 0,0 0 0,1 0 0,0 0 0,-1 0 0,1 0 0,0 0 0,0 0 0,0 0 0,0 1 0,0-1 0,0 0 0,1 0 0,-1 0 0,1 0 0,-1 0 0,1 0 0,0 0 0,0 0 0,0-1 0,0 1 0,0 0 0,1 2 0,5 5 0,-1 0 0,1 0 0,1-1 0,-1 0 0,1 0 0,10 7 0,44 30 0,96 52 0,-14-10 0,-107-63 0,-1 1 0,57 54 0,-83-69 0,-1 1 0,0-1 0,0 1 0,-1 1 0,0-1 0,-1 2 0,-1-1 0,0 1 0,0 0 0,-2 0 0,1 0 0,4 26 0,-7-17 0,-1-1 0,0 1 0,-1-1 0,-2 1 0,0-1 0,-8 31 0,2-22 0,-1 0 0,-2 0 0,-25 49 0,-10-2 0,-2-3 0,-68 79 0,89-118 0,-1 2 0,-30 36 0,-59 98 0,116-169 0,-3 5 0,1-1 0,-1 1 0,1 0 0,-3 10 0,6-15 0,-1-1 0,1 0 0,0 1 0,0-1 0,-1 1 0,1-1 0,0 0 0,0 1 0,0-1 0,1 1 0,-1-1 0,0 0 0,0 1 0,1-1 0,-1 0 0,1 1 0,-1-1 0,1 0 0,0 0 0,-1 1 0,1-1 0,0 0 0,0 0 0,0 0 0,0 0 0,0 0 0,0 0 0,0 0 0,0 0 0,0-1 0,2 2 0,3 1 0,1-1 0,-1 1 0,1-1 0,0-1 0,-1 1 0,1-1 0,8 0 0,53-2 0,-37 0 0,112-4 0,97 1 0,-237 4 0,0 0 0,0 0 0,0 1 0,0-1 0,0 1 0,-1-1 0,1 1 0,0 0 0,0 0 0,0 0 0,0 0 0,-1 1 0,1-1 0,-1 1 0,1-1 0,-1 1 0,1 0 0,-1 0 0,0 0 0,0 0 0,0 1 0,0-1 0,0 1 0,-1-1 0,1 1 0,-1-1 0,0 1 0,1 0 0,-1 0 0,0 0 0,-1-1 0,2 7 0,3 17 0,-1-1 0,-1 1 0,-1 1 0,-1-1 0,-1 0 0,-6 38 0,-39 155 0,0-66 0,-78 176 0,90-247 0,7-15 0,-21 86 0,39-121 0,2 0 0,1 0 0,2 1 0,2 65 0,1-91 0,1-1 0,0 0 0,0 1 0,1-1 0,-1 0 0,1 0 0,1 0 0,-1 0 0,1 0 0,0 0 0,1-1 0,-1 1 0,1-1 0,0 0 0,0 0 0,1-1 0,0 1 0,-1-1 0,1 0 0,8 5 0,9 4 0,-1 1 0,-1 2 0,0 0 0,-1 0 0,-1 2 0,-1 1 0,0 0 0,-2 1 0,0 0 0,-1 1 0,-1 1 0,-1 0 0,-1 1 0,-1 0 0,10 36 0,-6-4 30,-2 1 0,-3 0 0,3 80 0,-13 170-1515,-1-262-5341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45:31.2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24575,'10'0'0,"31"0"0,53 5 0,58 1 0,41 0 0,37-1 0,16-2-1966,11 0 1966,-20-2 0,-12-1 0,-14 0 0,-35 0 416,-47 0-7057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45:33.0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0 172 24575,'10'0'0,"22"0"0,39-4 0,42-3 0,20-4 0,40-10 0,11-1 0,-3-2-642,-13 3 642,-5 5 0,-22 1 0,-25 3 0,-27 3 0,-24 3 0,-19 3 0,-16 2-7549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44:57.7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44:58.9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24575,'17'1'0,"0"1"0,28 5 0,-11-1 0,25 4 0,482 74 0,4-27 0,1-55 0,-328-13 0,119-3 0,848 10-813,-735 5 628,-127-14 727,-61 1-113,-7 8-400,403-17-31,-323 14-461,-284 7-439,-13 1-5924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45:05.0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59 24575,'45'0'0,"376"-4"0,-4-30 0,-144 13 0,-1 22 0,-97 1 0,135 21 0,-277-20 0,65 9 0,58 5 0,-122-14 0,517 25 0,-389-29-1365,-124 1-5461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45:12.0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1 279 24575,'20'56'0,"-2"-6"0,49 77 0,-27-54 0,-39-70 0,4 7 0,1 0 0,0 0 0,11 13 0,-15-21 0,-1 0 0,1 0 0,0 0 0,0 0 0,0 0 0,0-1 0,0 1 0,1-1 0,-1 0 0,0 1 0,1-1 0,-1 0 0,1 0 0,-1-1 0,1 1 0,0 0 0,-1-1 0,1 0 0,0 1 0,-1-1 0,5-1 0,-1 0 0,0-1 0,0 1 0,0-2 0,-1 1 0,1-1 0,0 1 0,-1-2 0,0 1 0,0 0 0,0-1 0,6-6 0,7-7 0,22-29 0,-35 40 0,34-43 0,-3-2 0,44-81 0,39-123 0,-115 243 0,-3 8 0,1-1 0,0 1 0,-1-1 0,1 1 0,1 0 0,-1 0 0,1 0 0,-1 0 0,1 0 0,0 0 0,0 1 0,4-4 0,-6 7 0,0-1 0,0 1 0,0 0 0,0-1 0,0 1 0,0 0 0,0 0 0,-1 0 0,1 0 0,0 0 0,0 0 0,0 0 0,0 0 0,0 0 0,0 0 0,0 0 0,0 0 0,0 1 0,0-1 0,-1 0 0,1 1 0,0-1 0,0 1 0,0-1 0,0 1 0,-1-1 0,1 1 0,1 0 0,4 5 0,1 1 0,0-1 0,-1 1 0,-1 0 0,10 15 0,27 52 0,-39-68 0,162 355 0,-19 15 0,-137-353 0,90 254 0,-71-187 0,18 105 0,-43-180 0,9 69 0,-11-76 0,-1-1 0,0 0 0,0 1 0,-1-1 0,0 1 0,0-1 0,0 0 0,-5 12 0,5-17 0,0 0 0,-1 0 0,0 0 0,1 1 0,-1-1 0,0-1 0,0 1 0,0 0 0,0 0 0,0-1 0,0 1 0,0-1 0,-1 0 0,1 0 0,0 1 0,-1-2 0,1 1 0,-1 0 0,0 0 0,1-1 0,-1 1 0,1-1 0,-1 0 0,0 0 0,1 0 0,-1 0 0,0 0 0,-4-2 0,-5 0 0,0 0 0,0-2 0,0 1 0,-20-10 0,0-2 0,2-2 0,-51-36 0,-49-50 0,106 83 0,-47-41-1365,15 9-5461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45:12.6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1 106 24575,'0'-5'0,"4"-1"0,3-5 0,9-5 0,6 0 0,5 3 0,2 3 0,1-1 0,1 1 0,-6 3-8191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45:13.5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13 218 24575,'-5'-5'0,"-2"-6"0,6-7 0,7-4 0,8 1 0,6 0 0,5-2 0,2 3 0,-3 1 0,0 2 0,-1 1 0,2 2 0,-4 4-8191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45:14.2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0 559 24575,'1'16'0,"0"0"0,1 0 0,1 0 0,1 0 0,5 17 0,35 77 0,-22-59 0,54 141 0,-76-191 0,0-1 0,0 0 0,0 0 0,0 1 0,0-1 0,0 0 0,0 0 0,0 0 0,0 1 0,0-1 0,0 0 0,0 0 0,0 0 0,0 1 0,0-1 0,0 0 0,0 0 0,0 0 0,1 0 0,-1 1 0,0-1 0,0 0 0,0 0 0,0 0 0,0 0 0,1 0 0,-1 1 0,0-1 0,0 0 0,0 0 0,1 0 0,-1 0 0,0 0 0,0 0 0,0 0 0,1 0 0,-1 0 0,0 0 0,0 0 0,0 0 0,1 0 0,-1 0 0,0 0 0,4-11 0,-3-25 0,-1 34 0,-1-72 0,-1 44 0,1 1 0,2-1 0,7-46 0,-7 72 0,0 1 0,0 0 0,0-1 0,0 1 0,1 0 0,0 0 0,-1 0 0,1 0 0,0 0 0,0 0 0,1 0 0,-1 1 0,0-1 0,1 1 0,0-1 0,-1 1 0,1 0 0,0 0 0,0 0 0,0 1 0,1-1 0,-1 1 0,0 0 0,0 0 0,1 0 0,-1 0 0,4 0 0,10-1 0,0 1 0,-1 0 0,1 1 0,25 4 0,-16-1 0,33 2 0,65 3 0,-120-8 0,1 1 0,-1-2 0,1 1 0,-1 0 0,0-1 0,1 0 0,-1 0 0,0 0 0,0-1 0,8-3 0,-10 3 0,1 0 0,-1 0 0,1 0 0,-1 0 0,0 0 0,0-1 0,0 1 0,0-1 0,-1 1 0,1-1 0,-1 0 0,1 0 0,-1 1 0,0-1 0,0 0 0,1-4 0,3-20 0,-1 1 0,-2-1 0,0 0 0,-4-48 0,0 26 0,-7-305-1365,8 303-5461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45:14.7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206 0 24575,'0'5'0,"0"20"0,0 17 0,0 9 0,0 12 0,0 13 0,-4 4 0,-8-2 0,0-5 0,-9-5 0,-5-9 0,2-11 0,0-12 0,-1-13 0,-5-15 0,2-9-8191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45:14.9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24575,'15'0'0,"18"5"0,24 11 0,6 3 0,12 3 0,3-3 0,-7-4 0,-11-4 0,-11-5 0,-14-3-8191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45:15.4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24575,'5'0'0,"6"0"0,11 0 0,6 0 0,4 0 0,1 0 0,-1 0 0,0 0 0,-1 0 0,-6 0-8191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45:15.8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24575,'0'10'0,"5"12"0,6 13 0,7 9 0,4 8 0,-1 3 0,0-2 0,-3-5 0,0-6 0,-2-6 0,-6-4 0,-2-2 0,0-2 0,5-1 0,5 0 0,-1-4-8191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45:16.6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24575,'8'9'0,"0"1"0,0 0 0,-1 1 0,-1-1 0,10 22 0,-5-11 0,185 373 0,-29 16 0,-160-385 0,-7-21 0,-4-14 0,-5-13 0,2-1 0,1 0 0,0 0 0,2-1 0,1 1 0,1-1 0,1 0 0,3-31 0,-2 54 0,0-1 0,0 1 0,1-1 0,-1 1 0,1 0 0,-1 0 0,1-1 0,0 1 0,0 0 0,0 0 0,0 0 0,0 0 0,1 0 0,-1 0 0,1 0 0,-1 0 0,1 0 0,0 1 0,-1-1 0,1 1 0,0-1 0,0 1 0,0 0 0,4-2 0,-4 2 0,1 0 0,0 1 0,0 0 0,0-1 0,0 1 0,-1 0 0,1 0 0,0 0 0,0 1 0,0-1 0,0 1 0,0 0 0,-1-1 0,1 1 0,0 0 0,-1 1 0,1-1 0,-1 0 0,5 4 0,9 7 0,0 0 0,-1 1 0,-1 1 0,0 1 0,-1 0 0,13 19 0,-19-24 0,0 0 0,-1 0 0,0 1 0,-1 0 0,0 0 0,-1 0 0,0 1 0,-1 0 0,0-1 0,-1 1 0,1 19 0,-3-28 3,0-1 0,0 1-1,-1 0 1,1 0 0,-1-1 0,1 1-1,-1 0 1,0-1 0,0 1-1,0-1 1,0 1 0,-1-1 0,1 0-1,-1 1 1,0-1 0,1 0-1,-1 0 1,0 0 0,0 0 0,-4 2-1,-2 1-71,0 0-1,0-1 0,-1 0 1,-14 4-1,-2 2-1004,5-1-5752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45:20.0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303 319 24575,'281'-12'0,"-230"6"0,1-2 0,-1-3 0,79-27 0,-19-2 0,12-3 0,119-62 0,-209 84 0,-32 21 0,-1 0 0,0-1 0,1 1 0,-1 0 0,0 0 0,1-1 0,-1 1 0,0 0 0,0-1 0,1 1 0,-1 0 0,0-1 0,0 1 0,1 0 0,-1-1 0,0 1 0,0-1 0,0 1 0,0 0 0,0-1 0,0 1 0,0-1 0,1 1 0,-1 0 0,0-1 0,0 1 0,-1-1 0,1 1 0,0-1 0,0 1 0,0 0 0,0-1 0,0 1 0,0-1 0,0 1 0,-1 0 0,1-1 0,0 1 0,0 0 0,-1-1 0,1 1 0,0 0 0,0-1 0,-1 1 0,1 0 0,0 0 0,-1-1 0,1 1 0,-1 0 0,1 0 0,0 0 0,-1-1 0,-25-5 0,-43-1 0,0 4 0,-83 6 0,126-2 0,-174 13 0,163-9 0,0 1 0,1 2 0,-48 16 0,56-10 0,27-14 0,1 0 0,0 0 0,0 0 0,-1 0 0,1 0 0,0 0 0,0 0 0,-1 0 0,1 0 0,0 0 0,0 1 0,-1-1 0,1 0 0,0 0 0,0 0 0,0 0 0,-1 1 0,1-1 0,0 0 0,0 0 0,0 0 0,0 1 0,0-1 0,-1 0 0,1 0 0,0 1 0,0-1 0,0 0 0,0 0 0,0 1 0,0-1 0,0 0 0,0 0 0,0 1 0,0-1 0,0 0 0,0 0 0,0 1 0,0-1 0,0 0 0,0 0 0,0 1 0,0-1 0,0 0 0,1 0 0,-1 1 0,0-1 0,0 0 0,0 0 0,0 1 0,0-1 0,1 0 0,-1 0 0,0 0 0,0 0 0,0 1 0,1-1 0,15 5 0,24-1 0,0-2 0,53-3 0,3 0 0,-60 6 0,-35-5 0,-1 0 0,0 0 0,0 0 0,1 0 0,-1 0 0,0 0 0,0 0 0,1 0 0,-1 0 0,0 1 0,0-1 0,1 0 0,-1 0 0,0 0 0,0 0 0,0 1 0,1-1 0,-1 0 0,0 0 0,0 0 0,0 1 0,0-1 0,0 0 0,1 0 0,-1 0 0,0 1 0,0-1 0,0 0 0,0 0 0,0 1 0,0-1 0,0 0 0,0 1 0,0-1 0,0 0 0,0 0 0,0 1 0,0-1 0,0 0 0,0 0 0,0 1 0,0-1 0,0 0 0,0 0 0,0 1 0,-1-1 0,1 0 0,0 0 0,0 1 0,0-1 0,0 0 0,0 0 0,-1 0 0,1 0 0,0 1 0,0-1 0,-1 0 0,1 0 0,0 0 0,0 0 0,0 0 0,-1 1 0,1-1 0,0 0 0,0 0 0,-1 0 0,-16 10 0,-1 0 0,0-1 0,0-1 0,0-1 0,-27 7 0,40-13 0,-332 87 0,-10-21 0,282-55 0,23-3 0,42-9 0,0 0 0,0 0 0,0 0 0,0 0 0,0 0 0,0 0 0,0 0 0,0 0 0,0 0 0,0 0 0,0 1 0,0-1 0,0 0 0,0 0 0,0 0 0,0 0 0,0 0 0,0 0 0,0 0 0,0 0 0,0 0 0,0 0 0,0 0 0,0 0 0,0 1 0,0-1 0,0 0 0,0 0 0,0 0 0,0 0 0,0 0 0,0 0 0,0 0 0,0 0 0,0 0 0,0 0 0,0 0 0,-1 0 0,18 2 0,27-1 0,70-3 0,232 4 0,-327-1 0,-14-1 0,0 0 0,1 0 0,-1 1 0,1 0 0,-1 0 0,0 0 0,0 0 0,9 4 0,-14-4 0,0-1 0,0 0 0,0 0 0,0 0 0,1 0 0,-1 0 0,0 0 0,0 0 0,0 1 0,0-1 0,0 0 0,0 0 0,0 0 0,0 0 0,0 0 0,0 1 0,0-1 0,0 0 0,0 0 0,0 0 0,0 0 0,0 0 0,0 0 0,0 1 0,0-1 0,0 0 0,0 0 0,0 0 0,0 0 0,-1 0 0,1 0 0,0 1 0,0-1 0,0 0 0,0 0 0,0 0 0,0 0 0,0 0 0,0 0 0,-1 0 0,1 0 0,0 0 0,0 1 0,0-1 0,0 0 0,0 0 0,0 0 0,-1 0 0,1 0 0,0 0 0,0 0 0,0 0 0,0 0 0,0 0 0,0 0 0,-1 0 0,1 0 0,0 0 0,0 0 0,0 0 0,0 0 0,0 0 0,-1-1 0,1 1 0,0 0 0,-50 6-900,46-6 435,-29 1-6361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45:47.0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1 235 24575,'4'1'0,"0"0"0,-1 0 0,1 1 0,0-1 0,0 1 0,-1 0 0,1 0 0,-1 0 0,0 0 0,0 1 0,0 0 0,0-1 0,5 6 0,-4-4 0,19 21 0,-1 2 0,-1 0 0,-1 1 0,19 38 0,1-1 0,-19-31 0,-14-21 0,0 0 0,2-1 0,-1 0 0,1 0 0,1-1 0,21 20 0,-30-30 0,0 0 0,0 0 0,0-1 0,0 1 0,0 0 0,0-1 0,0 1 0,0 0 0,0-1 0,1 0 0,-1 1 0,0-1 0,0 0 0,0 1 0,0-1 0,1 0 0,-1 0 0,0 0 0,0 0 0,1 0 0,-1 0 0,0-1 0,0 1 0,0 0 0,0 0 0,1-1 0,-1 1 0,0-1 0,0 1 0,0-1 0,0 0 0,0 1 0,0-1 0,1-1 0,2-2 0,-1-1 0,0 0 0,0 1 0,0-1 0,-1 0 0,4-9 0,15-41 0,25-107 0,-2-65 0,-34 171 0,-8 47 0,0-1 0,0 0 0,1 1 0,0-1 0,0 1 0,7-11 0,-9 18 0,0 0 0,1 0 0,-1 0 0,1 0 0,-1 0 0,1 1 0,0-1 0,0 0 0,0 1 0,0 0 0,0-1 0,0 1 0,0 0 0,0 0 0,0 0 0,1 0 0,-1 1 0,0-1 0,1 1 0,-1-1 0,0 1 0,1 0 0,-1 0 0,1 0 0,-1 0 0,0 0 0,1 0 0,-1 1 0,0-1 0,1 1 0,2 1 0,3 0 0,-1 2 0,1-1 0,-1 1 0,1 0 0,-1 0 0,0 1 0,10 9 0,45 49 0,-2 7 0,62 96 0,35 86 0,-108-167 0,-2 3 0,37 101 0,-83-187 0,5 14 0,-1 0 0,6 30 0,-10-41 0,0-1 0,-1 0 0,0 0 0,0 0 0,0 1 0,0-1 0,-1 0 0,1 0 0,-1 0 0,0 0 0,-1 1 0,1-1 0,-1-1 0,1 1 0,-1 0 0,-5 6 0,1-3 0,0 0 0,-1-1 0,1 0 0,-1-1 0,-1 1 0,1-1 0,-10 4 0,-61 26 0,72-33 0,-56 21 0,-2-3 0,0-2 0,-2-4 0,1-2 0,-97 4 0,139-15 24,-1-1 0,1-1 0,0 0 0,-27-7 0,38 5-173,1 0 1,-1-1-1,1 0 1,0-1-1,0 0 1,0 0-1,0-1 1,1-1-1,-14-11 1,-18-23-6678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45:47.7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37 24575,'5'0'0,"11"0"0,12 0 0,12 0 0,22 0 0,6 0 0,-4-4 0,-8-3 0,-9 1 0,-8-4 0,-9 1-8191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45:48.0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24575,'15'0'0,"14"0"0,11 0 0,5 0 0,-2 0 0,-2 0 0,-4 0 0,-4 0 0,-6 0-8191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45:49.0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1 216 24575,'23'25'0,"-1"1"0,34 51 0,27 65 0,-60-102 0,47 93 0,34 57 0,-97-178 0,1 0 0,1-1 0,0 0 0,1 0 0,13 11 0,-21-21 0,-1 0 0,0 0 0,0 0 0,0-1 0,0 1 0,1 0 0,-1-1 0,0 1 0,1 0 0,-1-1 0,1 0 0,-1 1 0,0-1 0,1 0 0,-1 0 0,1 0 0,2 0 0,-3 0 0,0 0 0,0-1 0,0 1 0,0-1 0,0 1 0,0-1 0,0 0 0,0 1 0,0-1 0,0 0 0,-1 0 0,1 1 0,0-1 0,0 0 0,-1 0 0,1 0 0,-1 0 0,2-1 0,1-5 0,-1-1 0,1 1 0,-1-1 0,-1 0 0,2-11 0,5-78 0,-8-149 0,-2 64 0,2 179 0,0-5 0,0 0 0,1 0 0,0 0 0,0 0 0,3-8 0,-4 15 0,1-1 0,-1 1 0,1 0 0,-1 0 0,1-1 0,0 1 0,0 0 0,-1 0 0,1 0 0,0 0 0,0 0 0,0 0 0,0 0 0,0 0 0,0 0 0,1 0 0,-1 0 0,0 1 0,0-1 0,0 0 0,1 1 0,-1-1 0,0 1 0,1 0 0,-1-1 0,1 1 0,-1 0 0,0 0 0,1 0 0,-1 0 0,1 0 0,-1 0 0,0 0 0,1 0 0,1 1 0,10 3 0,0 1 0,-1 0 0,1 0 0,-1 1 0,0 1 0,14 11 0,23 11 0,-24-16 0,0-1 0,0-1 0,1-1 0,0-1 0,1-1 0,33 4 0,-57-11 0,-1-1 0,1 0 0,0 0 0,-1 1 0,1-2 0,0 1 0,-1 0 0,1-1 0,0 1 0,-1-1 0,1 1 0,-1-1 0,1 0 0,-1 0 0,0-1 0,1 1 0,-1 0 0,0-1 0,4-3 0,-4 2 0,0 0 0,0 0 0,0 0 0,0 0 0,0-1 0,-1 1 0,0-1 0,0 1 0,0-1 0,0 0 0,0 0 0,-1 1 0,1-5 0,-1-11-76,0 1 1,-1 0-1,-1-1 0,0 1 0,-1 0 0,-2 0 0,0 1 0,0-1 1,-2 1-1,0 0 0,-1 1 0,0-1 0,-2 2 0,0-1 1,0 1-1,-2 1 0,-16-18 0,3 9-6750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45:49.4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24575,'5'0'0,"6"9"0,2 9 0,7 10 0,2 5 0,-5 3 0,-3-1 0,-6-7-8191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45:49.9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77 0 24575,'0'10'0,"0"7"0,0 16 0,0 12 0,0 7 0,-5 1 0,-6 4 0,-6-6 0,-6-8 0,3-11-8191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45:50.2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24575,'5'0'0,"11"0"0,17 5 0,13 6 0,8 11 0,-1 7 0,-3 7 0,-7-1 0,-5-3 0,-5-2 0,-2-1 0,-3-5 0,0-7 0,-6-7-8191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45:50.5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24575,'5'0'0,"6"4"0,2 8 0,3 5 0,-2 5 0,3-1 0,2 0 0,-1 2 0,0-3 0,-2-1 0,-4 2 0,-4-2-8191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45:51.1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1 334 24575,'0'-5'0,"0"-6"0,4-6 0,17-5 0,14-9 0,10-3 0,8-1 0,-1 1 0,-4 1 0,-5 1 0,-6 7 0,-4 7 0,-3 7 0,-6 0 0,-3 2 0,-5 3-8191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45:51.5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24575,'0'9'0,"10"23"0,7 15 0,16 20 0,7 11 0,6 3 0,-4-2 0,-5-16 0,-9-13 0,-9-10 0,-8-12-8191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45:52.6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24575,'15'306'0,"-6"-236"0,4-1 0,27 90 0,-36-146 0,12 32 0,-15-43 0,0 0 0,0 0 0,0 0 0,0 0 0,0 0 0,0-1 0,1 1 0,-1 0 0,1-1 0,-1 1 0,1-1 0,0 1 0,-1-1 0,1 0 0,0 0 0,4 2 0,-6-3 0,1 0 0,0 0 0,0 0 0,0 0 0,0 0 0,0 0 0,-1 0 0,1 0 0,0 0 0,0 0 0,0 0 0,0-1 0,-1 1 0,1 0 0,0-1 0,0 1 0,-1-1 0,1 1 0,0-1 0,-1 1 0,1-1 0,0 1 0,-1-1 0,1 1 0,-1-1 0,1 0 0,0 0 0,12-24 0,-6 3 0,0-1 0,-2 0 0,0 0 0,2-46 0,-5 42 0,1 0 0,1 0 0,10-32 0,-13 57 0,0 0 0,-1 0 0,1 0 0,0 0 0,0 0 0,1 0 0,-1 0 0,0 0 0,1 0 0,-1 0 0,1 1 0,-1-1 0,1 1 0,0-1 0,-1 1 0,1 0 0,0-1 0,0 1 0,0 0 0,0 0 0,0 0 0,1 1 0,-1-1 0,0 0 0,0 1 0,0 0 0,1-1 0,4 1 0,2 1 0,0 0 0,0 0 0,0 1 0,0 0 0,0 1 0,11 4 0,81 34 0,94 31 0,8-25 0,-164-41 0,0-2 0,1-1 0,48-3 0,-82 0 0,-1-1 0,0 1 0,0-1 0,0 0 0,0 0 0,-1-1 0,1 1 0,0-1 0,0 0 0,-1-1 0,1 1 0,5-5 0,-7 5 0,0-1 0,-1-1 0,1 1 0,0 0 0,-1-1 0,0 0 0,0 1 0,0-1 0,0 0 0,0 0 0,-1 0 0,0 0 0,0 0 0,1-6 0,0-7 14,-1-1-1,0 1 0,-1 0 0,-1 0 1,0 0-1,-2 0 0,0 0 1,-7-23-1,-3 0-508,-2 1 0,-25-47 0,11 30-6331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45:53.7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 24575,'36'0'0,"-15"-1"0,1 1 0,31 4 0,-47-3 0,0 0 0,0 1 0,0 0 0,0 0 0,0 0 0,0 0 0,0 1 0,-1 0 0,0 1 0,1-1 0,-1 1 0,0 0 0,4 4 0,-2 1 0,0-1 0,-1 1 0,0 0 0,0 1 0,-1 0 0,0-1 0,-1 2 0,0-1 0,3 12 0,-3-4 0,0-1 0,-2 1 0,0 0 0,0 32 0,-2-47 0,0-1 0,0 0 0,-1 0 0,1 1 0,0-1 0,-1 0 0,0 0 0,1 0 0,-1 0 0,0 1 0,0-1 0,0 0 0,0-1 0,-2 4 0,2-4 0,-1 0 0,1 0 0,0 0 0,-1-1 0,1 1 0,0 0 0,-1-1 0,1 1 0,-1-1 0,1 1 0,-1-1 0,1 0 0,-1 1 0,1-1 0,-1 0 0,1 0 0,-1 0 0,1 0 0,-1 0 0,1-1 0,-4 0 0,0 0 0,-1-1 0,0 0 0,1-1 0,-1 1 0,1-1 0,-9-6 0,13 8 0,-1 0 0,1-1 0,-1 1 0,1 0 0,0-1 0,0 1 0,-1-1 0,1 1 0,0-1 0,0 1 0,-1-4 0,2 5 0,0-1 0,0 0 0,0 0 0,0 0 0,0 0 0,0 1 0,0-1 0,0 0 0,0 0 0,0 0 0,0 0 0,0 1 0,1-1 0,-1 0 0,0 0 0,1 0 0,-1 1 0,1-1 0,-1 0 0,0 1 0,1-1 0,0 0 0,-1 1 0,1-1 0,-1 1 0,2-2 0,2-1 0,1 0 0,0 1 0,-1-1 0,1 1 0,0 0 0,0 0 0,0 0 0,0 1 0,0 0 0,8-1 0,58-3 0,-57 5 0,13 0-97,-11 0-220,1-1 0,-1 0 0,31-7 0,-12-3-6509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45:54.1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327 0 24575,'0'5'0,"-5"11"0,-1 12 0,-5 17 0,-15 9 0,-7 10 0,-4 0 0,-4 2 0,-1 0 0,3-1 0,7-8 0,10-8 0,3-12 0,5-13-8191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45:54.4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24575,'9'0'0,"14"0"0,21 15 0,8 18 0,5 14 0,3 8 0,-5 10 0,-2 3 0,-5-6 0,-1-3 0,-4-2 0,-9-6 0,0-7 0,-3-11 0,0-11 0,-1-9 0,-6-7-8191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45:55.0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52 122 24575,'-2'0'0,"0"-1"0,0 1 0,0-1 0,0 0 0,0 1 0,0-1 0,0 0 0,0 0 0,1 0 0,-1 0 0,0-1 0,0 1 0,1 0 0,-1-1 0,1 1 0,0-1 0,-1 0 0,1 1 0,0-1 0,0 0 0,0 0 0,-1-3 0,-1 0 0,1 0 0,0 1 0,1-1 0,-1 0 0,1 0 0,0 0 0,-1-11 0,2 15 0,0-1 0,0 0 0,0 1 0,1-1 0,-1 0 0,0 1 0,1-1 0,-1 1 0,1-1 0,-1 1 0,1-1 0,0 1 0,0-1 0,-1 1 0,1-1 0,0 1 0,0 0 0,1 0 0,-1-1 0,0 1 0,0 0 0,1 0 0,-1 0 0,0 0 0,1 0 0,-1 1 0,1-1 0,-1 0 0,1 1 0,-1-1 0,1 1 0,-1-1 0,1 1 0,0 0 0,-1 0 0,4 0 0,1 0 0,0 0 0,-1 0 0,1 1 0,0 0 0,0 0 0,-1 1 0,1 0 0,0 0 0,6 3 0,3 3 0,-1 1 0,-1 1 0,0 0 0,0 0 0,-1 1 0,0 1 0,12 16 0,-8-8 0,-1 1 0,-1 1 0,22 45 0,-30-55 0,-2-1 0,1 1 0,-2 0 0,0 1 0,0-1 0,-1 0 0,-1 1 0,0-1 0,-1 17 0,0-22 0,-1-1 0,0 1 0,0-1 0,-1 1 0,1-1 0,-2 0 0,1 0 0,-1 0 0,0 0 0,0 0 0,0-1 0,-1 1 0,0-1 0,0 0 0,0 0 0,-1 0 0,0-1 0,1 1 0,-10 5 0,12-9 0,-1 1 0,0-1 0,1 0 0,-1 0 0,0 0 0,0 0 0,0 0 0,0-1 0,0 1 0,0-1 0,0 0 0,0 1 0,0-2 0,0 1 0,0 0 0,0 0 0,0-1 0,0 0 0,0 0 0,0 0 0,0 0 0,1 0 0,-1 0 0,0-1 0,1 1 0,-1-1 0,1 0 0,-4-2 0,-6-7 0,0 0 0,0-1 0,1 0 0,-9-15 0,14 20 0,-8-11 0,0 0 0,2 0 0,0-1 0,1-1 0,-17-41 0,27 59 0,0-1 0,1 1 0,-1 0 0,1-1 0,-1 1 0,1-1 0,0 1 0,0 0 0,0-1 0,0 1 0,1-1 0,-1 1 0,0 0 0,1-1 0,1-3 0,-1 5 0,0 0 0,0 0 0,0 0 0,0 0 0,0 1 0,0-1 0,0 0 0,0 0 0,0 1 0,0-1 0,0 1 0,1-1 0,-1 1 0,0-1 0,0 1 0,1 0 0,-1 0 0,0-1 0,0 1 0,1 0 0,-1 0 0,0 0 0,1 0 0,-1 1 0,0-1 0,0 0 0,1 0 0,-1 1 0,0-1 0,2 2 0,15 4 18,0 2 1,0 0-1,-1 2 0,0-1 0,0 2 0,21 18 0,-21-15-266,1-1-1,0-1 0,1-1 0,0 0 1,23 8-1,-12-10-6577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45:55.5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50 67 24575,'-5'0'0,"-6"0"0,-6 0 0,4 0 0,10 0 0,9 0 0,10-4 0,6-3 0,-1-4 0,-3-5 0,-1 0 0,-2 3-8191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45:55.9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24575,'0'5'0,"0"11"0,4 12 0,8 12 0,10 12 0,6 8 0,4 8 0,1 2 0,-1-2 0,0-2 0,-2-3 0,0-13 0,-6-9 0,-6-7 0,-7-5 0,-1-2 0,-1-6-8191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45:56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0 346 24575,'2'15'0,"0"0"0,1 0 0,1-1 0,0 1 0,1-1 0,1 0 0,8 15 0,2 8 0,69 180 0,42 100 0,-125-312 0,9 19 0,-11-23 0,1 0 0,-1 0 0,0 0 0,1-1 0,-1 1 0,1 0 0,0 0 0,-1-1 0,1 1 0,-1 0 0,1-1 0,0 1 0,0-1 0,-1 1 0,1-1 0,0 1 0,0-1 0,0 1 0,1-1 0,-2 0 0,1 0 0,-1 0 0,0-1 0,1 1 0,-1 0 0,0-1 0,1 1 0,-1 0 0,0-1 0,0 1 0,1 0 0,-1-1 0,0 1 0,0 0 0,0-1 0,0 1 0,1-1 0,-1 1 0,0-1 0,0 1 0,0 0 0,0-1 0,0 1 0,0-1 0,0 1 0,0-1 0,0 1 0,-1-1 0,2-41 0,-7-50 0,0 17 0,4 43 0,0 12 0,1-1 0,1 1 0,2-22 0,-1 37 0,0 1 0,-1-1 0,1 0 0,1 1 0,-1-1 0,1 1 0,0 0 0,0 0 0,0-1 0,0 1 0,1 1 0,-1-1 0,1 0 0,0 0 0,1 1 0,-1 0 0,0 0 0,8-5 0,-4 4 0,1 0 0,0 1 0,0 0 0,0 0 0,0 1 0,0 0 0,1 0 0,15 0 0,7 1 0,33 4 0,-28-1 0,55 3 0,123-1 0,-204-5 0,0 1 0,0-2 0,0 1 0,-1-2 0,1 1 0,0-1 0,-1-1 0,0 1 0,0-2 0,10-5 0,-15 7 0,1-1 0,0 0 0,-1 0 0,0 0 0,0-1 0,-1 1 0,1-1 0,-1 0 0,0 0 0,0 0 0,0-1 0,-1 1 0,0-1 0,0 1 0,0-1 0,-1 0 0,0 0 0,1-7 0,-1-4 0,-1 0 0,0 1 0,-1-1 0,-1 1 0,-1-1 0,0 1 0,-1 0 0,-11-29 0,-2 4 0,-2 1 0,-26-41 0,29 54 0,-2 1 0,-1 0 0,-27-29 0,46 55-5,-5-5 33,-1-1 1,1 2-1,-11-8 0,15 11-87,0 0 0,0 0 0,-1 1 0,1-1 1,0 1-1,-1-1 0,1 1 0,0-1 0,-1 1 0,1 0 0,0 0 0,-1 0 0,1 0 0,-1 0 0,1 0 0,0 0 0,-1 0 0,1 0 1,-1 1-1,1-1 0,0 0 0,-1 1 0,1-1 0,-2 2 0,-16 18-6767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45:57.6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0 108 24575,'1'-6'0,"-1"1"0,1 0 0,1 0 0,-1 0 0,1-1 0,-1 1 0,1 0 0,1 1 0,-1-1 0,1 0 0,0 1 0,0-1 0,0 1 0,0 0 0,9-7 0,-10 9 0,0-1 0,1 1 0,-1 0 0,1 1 0,-1-1 0,1 0 0,0 1 0,-1-1 0,1 1 0,0 0 0,0 0 0,0 0 0,0 0 0,0 1 0,0-1 0,1 1 0,-1 0 0,0 0 0,0 0 0,0 0 0,0 0 0,0 1 0,0-1 0,1 1 0,-1 0 0,-1 0 0,1 0 0,4 2 0,-1 1 0,0 0 0,-1 1 0,1-1 0,-1 1 0,0 1 0,0-1 0,-1 1 0,1-1 0,-1 1 0,5 11 0,2 6 0,14 42 0,0 1 0,47 70 0,-48-92 0,-23-42 0,1 0 0,-1 0 0,0 0 0,0 1 0,-1-1 0,1 0 0,0 1 0,-1-1 0,1 0 0,-1 1 0,0-1 0,0 1 0,0-1 0,0 0 0,0 1 0,0-1 0,-1 4 0,0-5 0,0 1 0,0-1 0,0 0 0,0 1 0,0-1 0,-1 0 0,1 1 0,0-1 0,0 0 0,-1 0 0,1 0 0,-1 0 0,1-1 0,-1 1 0,1 0 0,-1 0 0,0-1 0,1 1 0,-1-1 0,0 0 0,1 1 0,-1-1 0,0 0 0,1 0 0,-1 0 0,-2 0 0,0 0-114,-1-1 1,1 1-1,-1-1 0,1 0 0,-1 0 1,1 0-1,0-1 0,0 1 0,-1-1 1,1 0-1,-6-4 0,-16-13-6712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45:58.4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339 1 24575,'0'9'0,"0"14"0,0 11 0,0 11 0,0 6 0,0 9 0,0 10 0,-10 6 0,-12 10 0,-8 4 0,-8-8 0,-2-8 0,0-12 0,3-17 0,2-16 0,3-22 0,2-22 0,6-9-8191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45:58.6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24575,'4'0'0,"12"0"0,8 0 0,0 4 0,0 3 0,1 4 0,1 5 0,1 4 0,1 0 0,-5 0 0,-1-2 0,1-5 0,-5-5-8191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45:59.3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16 24575,'14'0'0,"1"-1"0,0 0 0,-1-1 0,26-5 0,-38 6 0,1 0 0,-1 0 0,1 0 0,0 1 0,-1 0 0,1-1 0,0 1 0,-1 0 0,1 0 0,0 1 0,-1-1 0,1 0 0,0 1 0,-1 0 0,1 0 0,0-1 0,-1 2 0,5 1 0,-4 0 0,0 0 0,0 0 0,0 0 0,0 0 0,-1 0 0,1 1 0,-1 0 0,0-1 0,0 1 0,0 0 0,2 7 0,1 5 0,0 0 0,2 22 0,-5-27 0,0-1 0,0 1 0,1-1 0,0 0 0,1 0 0,0 0 0,1 0 0,9 15 0,4-2 0,-11-14 0,0-1 0,0 1 0,-1 1 0,0-1 0,7 17 0,-12-24 0,0 1 0,-1-1 0,1 1 0,-1-1 0,1 1 0,-1-1 0,0 1 0,0-1 0,0 1 0,0-1 0,-1 1 0,1-1 0,-1 1 0,1-1 0,-1 0 0,0 1 0,0-1 0,0 0 0,0 1 0,0-1 0,-1 0 0,1 0 0,-1 0 0,1 0 0,-1 0 0,0 0 0,0-1 0,1 1 0,-1 0 0,-3 1 0,-6 4-74,-1-1 1,0 0-1,0 0 0,-21 6 0,17-7-922,-14 6-5830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45:59.8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0 307 24575,'0'-4'0,"5"-3"0,16-9 0,13-6 0,12-10 0,16-8 0,8-3 0,6 2 0,0 2 0,-9 4 0,-15 7-8191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46:00.1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24575,'0'10'0,"0"12"0,5 13 0,6 9 0,6 7 0,1 0 0,1 1 0,-2-4 0,-4-5 0,0 4 0,-1-1 0,-4-8-8191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46:01.1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39 4 24575,'-16'-2'0,"-1"0"0,17 3 0,-1-1 0,1 0 0,0 1 0,-1-1 0,1 0 0,0 1 0,-1-1 0,1 0 0,0 1 0,-1-1 0,1 1 0,0-1 0,0 1 0,-1-1 0,1 1 0,0-1 0,0 1 0,0-1 0,0 1 0,0-1 0,0 1 0,0-1 0,0 1 0,0-1 0,0 1 0,0 0 0,0-1 0,0 1 0,0-1 0,0 1 0,1-1 0,-1 1 0,7 32 0,1-1 0,23 58 0,36 58 0,-57-126 0,91 193 0,-105-273 0,1 27 0,0 8 0,0-1 0,2 1 0,3-44 0,-1 59 0,1 1 0,-1 0 0,1 0 0,1 0 0,-1 0 0,1 0 0,0 0 0,1 1 0,-1 0 0,1-1 0,1 1 0,-1 1 0,1-1 0,0 1 0,0-1 0,11-7 0,-5 5 0,1 0 0,0 1 0,1 0 0,-1 0 0,1 1 0,0 1 0,1 0 0,21-4 0,-29 8 0,0 0 0,1 0 0,-1 1 0,0 0 0,1 0 0,-1 0 0,0 1 0,1 0 0,-1 0 0,0 1 0,0-1 0,0 1 0,0 1 0,0-1 0,0 1 0,0 0 0,-1 0 0,0 1 0,1 0 0,-1 0 0,4 4 0,-1 2 0,0-1 0,0 1 0,-1 0 0,-1 1 0,1 0 0,-2 0 0,0 0 0,0 1 0,-1-1 0,0 1 0,-1 0 0,-1 0 0,3 25 0,-5-34 0,-1-1 0,1 1 0,-1 0 0,0 0 0,0 0 0,0-1 0,0 1 0,0 0 0,0-1 0,-1 1 0,1-1 0,-1 0 0,0 1 0,1-1 0,-1 0 0,0 0 0,-1 0 0,1 0 0,0 0 0,0-1 0,-1 1 0,1-1 0,-1 1 0,-3 0 0,-5 3 0,-1-1 0,0 0 0,1-1 0,-19 3 0,6-3 15,0-1 0,0-1 0,-1-1 0,1-1 0,0-1 0,0-1 0,-36-9 0,21 1-386,1-2-1,0-2 1,-59-32 0,32 11-6455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46:03.9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423 2120 24575,'16'25'0,"-2"2"0,15 36 0,-12-26 0,315 753-1216,-185-430 855,33 122 339,-10-27-16,-113-328 34,5-3 0,105 158 0,187 203 5,-337-464 5,308 364-30,-281-341 59,2-1 1,2-2-1,2-2 0,1-2 1,112 58-1,-118-75 142,1-3 1,1-1-1,1-3 0,0-2 0,84 9 0,251-4-663,-349-15 448,1158-7-1584,-345 0 1542,14-36-426,-266 7 213,481 26 416,-1047 9-100,330-14 2501,-58 1-1778,-256 13-746,-26 1 0,0-1 0,-1 0 0,1-1 0,0-2 0,30-6 0,-47 8 0,0 0 0,0 0 0,0 0 0,0 0 0,0 0 0,0-1 0,0 1 0,0-1 0,0 1 0,-1-1 0,1 1 0,0-1 0,-1 0 0,0 0 0,1 0 0,-1 0 0,0 0 0,0 0 0,1-4 0,1-2 0,-1 0 0,-1 0 0,0 0 0,0-11 0,2-10 0,10-32 0,25-71 0,1-7 0,-26 79 0,-2-1 0,-3-1 0,-1-88 0,-8 110 0,-1 0 0,-3 1 0,-1-1 0,-2 1 0,-1 0 0,-21-52 0,-37-70 0,-31-83 0,31 72 0,-7-19 0,57 138 0,-18-93 0,11 18 0,-52-160 0,1 15 0,64 215 0,2 0 0,-2-108 0,14-107 0,-4-214 0,-27 127 0,-1-111 0,28 422 0,-2 0 0,-2 0 0,-2 0 0,-3 1 0,-25-80 0,22 92 0,-2 0 0,-1 1 0,-1 0 0,-3 2 0,0 0 0,-2 1 0,-45-51 0,41 57 0,-284-278 0,268 269 0,-2 1 0,-1 3 0,-2 1 0,-1 3 0,-95-40 0,81 46 0,-1 2 0,-73-10 0,-130-9 0,179 27 0,-348-34 0,-4 35 0,396 14 0,1 1 0,0 1 0,0 3 0,0 2 0,2 1 0,-77 34 0,-216 138 0,304-166 0,-153 94 0,-552 318 0,-167 119 0,796-481 0,-2-4 0,-4-5 0,-203 77 0,-212 4 0,337-84 0,60-14 0,-29 6 0,-153 37 0,259-78 0,0-2 0,0-3 0,-65-5 0,22 1 0,-966 1-1365,994 1-5461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05T06:46:10.272"/>
    </inkml:context>
    <inkml:brush xml:id="br0">
      <inkml:brushProperty name="width" value="0.3" units="cm"/>
      <inkml:brushProperty name="height" value="0.6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1 199,'33'1,"0"2,0 2,38 9,9 3,389 37,8-31,-99-6,-213-5,-1 7,-1 8,282 84,226 67,-365-92,-19-5,299 27,-572-107,0-1,0 0,1-1,-1 0,0-1,-1-1,1 0,0-1,21-9,9-7,61-39,-31 17,223-110,-284 146,-6 3,-1 0,1-1,0 1,-1-1,0-1,0 1,7-8,-12 12,-1 0,0-1,0 1,0 0,1 0,-1-1,0 1,0 0,0-1,0 1,0 0,0 0,0-1,0 1,0 0,0-1,0 1,0 0,0-1,0 1,0 0,0-1,0 1,0 0,0-1,0 1,0 0,0 0,-1-1,1 1,0 0,0-1,0 1,-1 0,1 0,0 0,0-1,0 1,-1 0,1 0,0 0,-1-1,1 1,0 0,0 0,-1 0,1 0,0 0,-1 0,1 0,-1 0,-12-4,0 2,0 0,0 0,0 1,-22 1,9 0,-126-1,-82 2,-82 0,-76-2,-1063-25,164 2,1052 21,101 2,93 1,96 0,130 1,126-1,99 1,124-2,124-5,630-26,-2-43,-897 38,-126 7,-119 7,-135 22,-1 0,1 0,-1 0,1 0,-1-1,0 0,8-4,-12 6,0 0,0 0,0 0,0 0,0-1,0 1,0 0,0 0,0 0,0-1,0 1,0 0,0 0,0 0,0 0,0-1,-1 1,1 0,0 0,0 0,0 0,0 0,0-1,0 1,0 0,-1 0,1 0,0 0,0 0,0 0,0-1,0 1,-1 0,1 0,0 0,0 0,0 0,0 0,-1 0,1 0,0 0,0 0,0 0,-1 0,1 0,0 0,-25-4,-267-2,184 8,-90-2,-353 11,517-9,-1 1,1 1,-60 17,91-21,0 1,0 1,0-1,0 0,0 1,0 0,1-1,-1 1,-4 4,7-5,-1-1,1 1,-1-1,1 1,-1 0,1-1,0 1,0-1,-1 1,1 0,0 0,0-1,0 1,0 0,-1-1,1 1,0 0,0-1,1 1,-1 0,0 0,0-1,0 1,0 0,1-1,-1 1,0 0,1 0,3 3,0 0,0-1,0 1,0-1,0 0,1-1,0 1,-1-1,1 1,0-2,0 1,9 2,131 28,69-3,-20-18,2-8,201-24,387-79,-509 56,-204 33,-3 0,97-27,-145 29,-20 9,0 0,0 0,0 0,0 0,0 0,0 0,1-1,-1 1,0 0,0 0,0 0,0 0,0 0,0-1,0 1,0 0,0 0,0 0,0 0,0-1,0 1,0 0,0 0,0 0,0 0,0-1,0 1,0 0,0 0,0 0,0 0,0 0,-1-1,1 1,0 0,0 0,0 0,0 0,0 0,0 0,0-1,-1 1,1 0,0 0,0 0,0 0,0 0,0 0,-1 0,1 0,0 0,0 0,0 0,0 0,-1 0,1 0,0 0,0 0,-1 0,-14-3,-1 1,-32-1,-124 0,-95 3,-127 2,-116 0,-107 0,-2699 110,2945-87,187-7,169-14,11-1,35 3,172 0,139-2,78-4,1695-5,-2052 2,-63 3,0 0,1 0,-1 0,0 0,0 0,0 0,0 0,0 0,0 0,1 0,-1 0,0 0,0 0,0 0,0-1,0 1,0 0,0 0,1 0,-1 0,0 0,0 0,0 0,0 0,0 0,0-1,0 1,0 0,0 0,0 0,0 0,0 0,0 0,0 0,0-1,0 1,0 0,0 0,0 0,0 0,0 0,0 0,0-1,0 1,0 0,0 0,0 0,0 0,0 0,0 0,0-1,0 1,0 0,0 0,0 0,0 0,0 0,-1 0,1 0,0 0,0 0,0 0,0-1,0 1,0 0,-1 0,-20-9,-87-23,-72-11,-87-10,-82-6,-1601-156,1780 210,135 10,34-5,1 0,0 0,0 0,0 0,-1 0,1 0,0 0,0 0,0 0,-1 0,1 0,0 0,0 1,0-1,0 0,-1 0,1 0,0 0,0 0,0 1,0-1,0 0,0 0,-1 0,1 0,0 1,0-1,0 0,0 0,0 0,0 1,0-1,0 0,0 0,0 1,0-1,0 0,0 0,0 0,0 1,0-1,0 0,0 0,0 0,1 1,-1-1,0 0,0 0,0 0,0 0,0 1,0-1,1 0,-1 0,0 0,0 0,0 0,0 0,1 1,-1-1,0 0,0 0,0 0,1 0,-1 0,0 0,0 0,1 0,17 8,0-1,0-1,36 8,179 30,767 61,6-69,-916-35,-81-2,-20-1,-152-7,-161-5,-110 0,-1531 11,1671 18,106 5,176-18,0 0,0 0,0 1,1 1,-1 0,-12 6,23-9,0-1,0 1,0 0,0-1,-1 1,1 0,1 0,-1 0,0 0,0 0,0 0,0 0,1 0,-1 0,0 0,1 0,-1 1,1-1,-1 0,1 0,0 1,-1-1,1 0,0 1,0-1,0 0,0 0,0 1,0-1,1 0,-1 1,0-1,1 0,-1 0,1 3,4 3,0-1,0 1,1-1,-1 0,1 0,1 0,-1-1,9 5,54 38,2-4,85 40,166 59,-153-79,11 6,-174-68,-1 1,1-1,-1 1,0 1,5 3,-10-7,1 0,-1 1,1-1,-1 0,0 0,0 1,1-1,-1 0,0 1,1-1,-1 0,0 1,0-1,0 1,1-1,-1 0,0 1,0-1,0 1,0-1,0 1,0-1,0 0,0 1,0-1,0 1,0-1,0 1,0 0,-12 6,-22-1,31-5,-1-1,1 0,0 0,0 1,-1 0,1 0,0 0,0 0,0 0,0 1,0-1,0 1,-3 2,6-3,-1-1,1 1,-1-1,1 1,-1 0,1 0,0-1,-1 1,1 0,0 0,0-1,-1 1,1 0,0 0,0 0,0-1,0 1,0 0,0 0,0 0,1 0,0 2,0 0,0-1,0 1,0-1,0 1,1-1,0 0,-1 0,3 3,6 5,0 0,0-1,1 0,0-1,15 8,3 1,45 17,-16-12,68 16,279 38,12-36,-158-30,-190-8,-15 0,-1-2,59-8,-106 7,-7-1,-19-1,-326-10,159 10,-873-50,1012 51,47 3,3-1,10 2,75 7,-52-6,56 4,109-4,-178-7,-21 3,-1 1,0 0,1 0,-1 0,0 0,1 0,-1 0,0 0,0-1,1 1,-1 0,0 0,0 0,1-1,-1 1,0 0,0 0,0-1,0 1,1 0,-1 0,0-1,0 1,0 0,0-1,0 1,0 0,0 0,0-1,1 1,-1 0,0-1,-2-1,0 0,0 0,1 0,-1 0,0 0,-1 0,1 1,0-1,0 1,-1-1,1 1,-1 0,-3-1,-56-23,-98-25,128 41,-230-61,-93-27,349 95,0 0,0 0,0-1,-8-4,14 7,0 0,-1 0,1 0,0 0,0 0,0 0,0 0,0-1,0 1,0 0,-1 0,1 0,0 0,0 0,0 0,0-1,0 1,0 0,0 0,0 0,0 0,0 0,0-1,0 1,0 0,0 0,0 0,0 0,0-1,0 1,0 0,0 0,0 0,0 0,0 0,0-1,0 1,0 0,0 0,0 0,0 0,0 0,0 0,1-1,-1 1,0 0,0 0,0 0,0 0,0 0,0 0,1 0,-1-1,23-4,214-16,326-68,-430 59,-123 28,-1 0,1-1,-1-1,0 1,0-2,9-5,-17 10,-1-1,1 1,0-1,-1 0,1 1,-1-1,1 0,-1 1,1-1,-1 0,1 1,-1-1,0 0,1 0,-1 1,0-1,0 0,0 0,1 0,-1 0,0 1,0-1,0 0,0 0,-1 0,1 0,0 1,0-1,0 0,-1 0,1 0,0 1,-1-1,1 0,-1 0,1 1,-1-1,1 0,-1 1,1-1,-1 1,1-1,-1 1,0-1,0 0,-7-5,0 0,-1 0,1 1,-1 0,0 1,-18-7,-70-18,77 24,-104-28,-2 6,-165-13,277 40,23 4,89 13,135 5,119 0,116-6,686-19,2-69,-604 7,-54-6,-82 3,-76 9,-78 13,48-13,-254 44,-50 11,-13 1,-20 0,1 2,-33 2,6 0,-136 0,-145 1,-634 16,951-18,-27 2,0 1,0 2,-46 12,87-17,0 1,1 0,-1 0,1-1,0 1,-1 1,1-1,0 0,0 0,-1 1,1 0,0-1,0 1,-3 4,5-6,0 1,0-1,0 1,-1 0,1-1,0 1,0-1,0 1,0 0,0-1,0 1,1-1,-1 1,0 0,0-1,0 1,0-1,1 1,-1 0,0-1,1 1,-1-1,0 1,1-1,0 1,1 2,1-1,0 0,-1 0,1 0,0 0,0 0,5 2,22 8,1-2,44 11,153 24,44-8,2-11,301-12,548-101,-1120 87,299-49,-240 31,-49 10,-13 8,1 0,-1 0,0 0,0 0,0 0,0-1,0 1,0 0,0 0,0 0,0 0,1-1,-1 1,0 0,0 0,0 0,0 0,0-1,0 1,0 0,0 0,0 0,0 0,0-1,0 1,0 0,0 0,-1 0,1 0,0 0,0-1,0 1,0 0,0 0,0 0,0 0,0 0,-1-1,-1 0,0 0,0 0,0 1,0-1,0 0,0 1,0-1,0 1,-4-1,-68-4,-94 4,78 2,-108 0,-72 3,-142 14,-141 8,-100 9,-519 34,-1049 50,1819-105,118-7,-2-5,46-10,150 6,1-4,-159-30,226 29,1 0,0-2,1-1,-1 0,2-2,-28-20,43 30,-28-20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46:13.971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301 0 24575,'1'37'0,"-3"61"0,0-86 0,1-1 0,-1 1 0,-1-1 0,0 0 0,-1 0 0,-7 15 0,8-20 0,-2 6 0,-1-1 0,0 0 0,-1 0 0,0 0 0,-12 13 0,16-22 0,0 1 0,0-1 0,0 0 0,0 0 0,0 0 0,0 0 0,0 0 0,-1-1 0,1 1 0,-1-1 0,1 0 0,-1 0 0,0 0 0,1-1 0,-1 1 0,0-1 0,1 0 0,-1 0 0,0 0 0,0 0 0,1-1 0,-1 0 0,-5-1 0,-1-2 0,1 0 0,-1-1 0,0 0 0,1-1 0,0 0 0,1-1 0,-1 0 0,1 0 0,1 0 0,-1-1 0,1 0 0,1-1 0,-7-9 0,12 16 0,0 0 0,0 1 0,0-1 0,0 0 0,0 0 0,0 0 0,1 0 0,-1 0 0,1 0 0,-1 0 0,1 0 0,0 0 0,0 0 0,0 0 0,0 0 0,0 0 0,0 0 0,1 0 0,-1 0 0,1-3 0,0 4 0,0 0 0,0-1 0,0 1 0,0 0 0,0 0 0,0 0 0,0 0 0,0 0 0,0 0 0,0 0 0,1 1 0,-1-1 0,0 0 0,1 0 0,-1 1 0,0-1 0,1 1 0,-1 0 0,1-1 0,-1 1 0,0 0 0,1 0 0,-1 0 0,1 0 0,-1 0 0,1 0 0,-1 0 0,1 0 0,2 1 0,0 0 0,0 0 0,0 1 0,0-1 0,0 1 0,0 0 0,0 0 0,0 0 0,-1 0 0,1 1 0,-1-1 0,1 1 0,-1 0 0,0 0 0,0 0 0,0 1 0,4 6 0,2 5 0,0 1 0,12 31 0,2 4 0,-20-45 0,1 0 0,-1 0 0,1 0 0,1-1 0,-1 1 0,1-1 0,0 0 0,0-1 0,9 8 0,-10-10 0,0 0 0,1 0 0,-1 0 0,0-1 0,0 0 0,1 1 0,-1-1 0,1-1 0,-1 1 0,1-1 0,-1 0 0,1 0 0,-1 0 0,1 0 0,7-2 0,5-2-151,0 0-1,0-1 0,0 0 0,-1-2 1,0 0-1,0 0 0,0-2 1,25-18-1,-25 12-6674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46:15.921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165 1 24575,'0'3'0,"0"31"0,1 1 0,9 59 0,-3-61 0,-2 2 0,-1-1 0,-1 1 0,-5 58 0,2-90 0,0-1 0,0 0 0,-1 1 0,1-1 0,-1 0 0,1 0 0,-1 1 0,0-1 0,0 0 0,0 0 0,0 0 0,-1 0 0,1 0 0,-1 0 0,1 0 0,-1 0 0,1-1 0,-1 1 0,0-1 0,0 1 0,-3 1 0,2-2 0,1 0 0,-1 0 0,1 0 0,-1-1 0,0 1 0,1-1 0,-1 0 0,0 0 0,1 0 0,-1 0 0,0 0 0,1-1 0,-1 1 0,0-1 0,1 0 0,-1 1 0,1-1 0,-5-3 0,-6-3 0,0-1 0,1 0 0,0-1 0,1 0 0,0-1 0,0 0 0,-18-23 0,92 103 0,24 29 0,-75-81 0,0 0 0,-2 0 0,0 1 0,9 23 0,-10-18 0,2-1 0,17 27 0,-27-49 0,-1 0 0,1 0 0,-1 0 0,1 0 0,0 0 0,0-1 0,-1 1 0,1 0 0,0 0 0,0-1 0,0 1 0,-1 0 0,1-1 0,0 1 0,0-1 0,0 1 0,0-1 0,0 1 0,0-1 0,0 0 0,1 0 0,-1 1 0,0-1 0,1 0 0,-1-1 0,1 1 0,-1-1 0,1 1 0,-1-1 0,0 1 0,0-1 0,1 0 0,-1 0 0,0 0 0,0 0 0,0 0 0,0 0 0,0 0 0,0 0 0,1-3 0,4-6 0,0 0 0,-1 0 0,6-19 0,-8 22 0,9-29-93,-5 16-225,0 1 0,2 0 0,19-34 0,-18 38-6508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46:19.101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33 1 24575,'2'0'0,"0"0"0,0 1 0,0-1 0,0 1 0,0 0 0,0 0 0,0-1 0,0 1 0,-1 0 0,1 0 0,0 1 0,-1-1 0,1 0 0,2 3 0,21 25 0,-19-21 0,9 12 0,-1 0 0,-2 2 0,0 0 0,-1 0 0,-1 1 0,-1 0 0,11 45 0,-8-9 0,-2 0 0,3 69 0,-12 280 0,-1-390 0,-2 13 0,2-31 0,0 0 0,0 1 0,0-1 0,0 0 0,0 0 0,0 1 0,0-1 0,0 0 0,0 0 0,0 1 0,-1-1 0,1 0 0,0 1 0,0-1 0,0 0 0,0 0 0,0 0 0,-1 1 0,1-1 0,0 0 0,0 0 0,0 1 0,-1-1 0,1 0 0,0 0 0,0 0 0,-1 0 0,1 0 0,0 1 0,0-1 0,-1 0 0,1 0 0,0 0 0,0 0 0,-1 0 0,1 0 0,0 0 0,-1 0 0,1 0 0,0 0 0,0 0 0,-1 0 0,1 0 0,0 0 0,-1 0 0,1 0 0,0 0 0,0-1 0,-1 1 0,1 0 0,0 0 0,0 0 0,-1 0 0,1 0 0,0-1 0,0 1 0,0 0 0,-1 0 0,1 0 0,0-1 0,0 1 0,-15-16 0,2-3 0,0-1 0,2 0 0,-16-35 0,-20-71 0,-20-124 0,57 196 0,2 0 0,0-98 0,8 146 0,0 1 0,1-1 0,-1 1 0,1-1 0,0 1 0,0-1 0,1 1 0,0-1 0,-1 1 0,2 0 0,-1 0 0,1 0 0,0 0 0,0 1 0,0-1 0,0 1 0,6-5 0,-9 9 0,0-1 0,0 1 0,1 0 0,-1-1 0,0 1 0,1 0 0,-1 0 0,0 0 0,1-1 0,-1 1 0,1 0 0,-1 0 0,0 0 0,1 0 0,-1 0 0,1 0 0,-1 0 0,0 0 0,1 0 0,-1 0 0,1 0 0,-1 0 0,0 0 0,1 0 0,-1 0 0,1 0 0,-1 0 0,0 0 0,1 0 0,-1 1 0,0-1 0,1 0 0,-1 0 0,1 1 0,-1-1 0,0 0 0,0 0 0,1 1 0,-1-1 0,0 0 0,0 1 0,1-1 0,-1 0 0,0 1 0,0-1 0,0 0 0,1 1 0,-1-1 0,0 1 0,0-1 0,5 23 0,-5-23 0,3 29 0,-2 46 0,-2-53 0,1 0 0,1 0 0,0-1 0,8 31 0,-5-32 0,9 24 0,-12-41 0,0 0 0,0 0 0,1 0 0,-1 0 0,1 0 0,0 0 0,0-1 0,0 1 0,0-1 0,4 5 0,-5-7 0,0 0 0,-1 1 0,1-1 0,0 0 0,-1 0 0,1 0 0,0 1 0,0-1 0,-1 0 0,1 0 0,0 0 0,-1 0 0,1 0 0,0 0 0,0-1 0,-1 1 0,1 0 0,0 0 0,-1 0 0,1-1 0,0 1 0,-1 0 0,1-1 0,0 1 0,-1-1 0,1 1 0,-1-1 0,1 1 0,0-1 0,-1 1 0,0-1 0,1 1 0,-1-1 0,1-1 0,18-27 0,-15 22 0,172-301 0,-172 301 0,1 0 0,0-1 0,0 2 0,0-1 0,1 1 0,0 0 0,9-7 0,-12 11 0,-1 0 0,1 1 0,0 0 0,0-1 0,0 1 0,-1 0 0,1 0 0,0 1 0,1-1 0,-1 1 0,0-1 0,0 1 0,0 0 0,0 0 0,0 0 0,0 1 0,0-1 0,0 1 0,0 0 0,0 0 0,0 0 0,0 0 0,5 3 0,18 11 0,0 2 0,-1 0 0,-1 2 0,23 23 0,-7-7 0,48 38 0,99 62 0,-139-102 0,-19-13 0,62 32 0,-62-43-1365,-11-8-5461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46:21.462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0 777 24575,'3'1'0,"-1"0"0,1 1 0,-1-1 0,0 1 0,0-1 0,0 1 0,0 0 0,0 0 0,0 0 0,-1 0 0,1 1 0,1 2 0,4 4 0,29 39 0,-2 2 0,52 104 0,-42-72 0,-42-78 0,0 0 0,0-1 0,0 1 0,1-1 0,-1 0 0,1 0 0,0 0 0,0 0 0,0 0 0,0-1 0,0 1 0,1-1 0,-1 0 0,1 0 0,-1 0 0,1-1 0,0 1 0,0-1 0,0 0 0,0 0 0,0 0 0,0 0 0,0-1 0,0 0 0,0 1 0,0-2 0,0 1 0,0 0 0,0-1 0,0 0 0,6-2 0,8-5 0,0-2 0,-1 0 0,0-1 0,23-20 0,-31 24 0,217-191 7,-90 74-189,254-200-389,21 34 264,-240 191 604,-134 80-793,1 2 1,62-20-1,-61 27-5452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46:29.719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8 571 24575,'1'-9'0,"0"0"0,0 1 0,1-1 0,1 0 0,-1 1 0,7-14 0,-1 2 0,57-193 0,-45 144 0,-17 59 0,-1 0 0,0-1 0,0 1 0,0-20 0,-2 26 0,0 0 0,0 1 0,-1-1 0,1 0 0,-1 0 0,0 1 0,0-1 0,-1 1 0,1-1 0,-1 1 0,0 0 0,1-1 0,-2 1 0,1 0 0,0 0 0,0 0 0,-4-2 0,-10-8 0,0 0 0,-33-18 0,49 31 0,-1-1 0,1 1 0,-1 0 0,1-1 0,-1 1 0,1 0 0,-1 0 0,1 0 0,-1 0 0,1-1 0,-1 1 0,0 0 0,1 0 0,-1 0 0,1 0 0,-1 0 0,1 0 0,-1 0 0,0 1 0,1-1 0,-1 0 0,1 0 0,-1 0 0,1 1 0,-1-1 0,1 0 0,-1 0 0,1 1 0,-1-1 0,1 0 0,0 1 0,-1-1 0,1 1 0,-1-1 0,1 0 0,0 1 0,-1-1 0,1 1 0,0-1 0,0 1 0,-1-1 0,1 1 0,0-1 0,0 1 0,0 0 0,0-1 0,-1 1 0,1-1 0,0 1 0,0 0 0,-1 33 0,1-32 0,15 121-359,-11-99-647,3 18-5820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49:06.638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32 0 24575,'-1'0'0,"0"0"0,1 0 0,-1 1 0,0-1 0,0 0 0,1 1 0,-1-1 0,0 0 0,1 1 0,-1-1 0,0 1 0,1-1 0,-1 1 0,0-1 0,1 1 0,-1-1 0,1 1 0,-1 0 0,1-1 0,-1 1 0,1 0 0,0-1 0,-1 1 0,1 0 0,0 0 0,-1 1 0,-4 23 0,4-20 0,-4 39 0,1-1 0,3 1 0,5 53 0,-1-71 0,13 48 0,-9-46 0,-3-9 0,1-1 0,1-1 0,0 1 0,1-1 0,1 0 0,15 24 0,-21-39 0,-1-1 0,0 1 0,0 0 0,1 0 0,-1-1 0,1 1 0,-1-1 0,1 1 0,0-1 0,0 0 0,-1 0 0,1 1 0,0-1 0,0-1 0,0 1 0,0 0 0,1 0 0,-1-1 0,0 1 0,0-1 0,0 0 0,0 1 0,3-1 0,-3-1 0,1 0 0,-1 1 0,1-1 0,-1 0 0,1 0 0,-1 0 0,0-1 0,1 1 0,-1-1 0,0 1 0,0-1 0,0 0 0,0 1 0,0-1 0,-1 0 0,1 0 0,-1 0 0,1-1 0,1-2 0,1-3 0,0-1 0,0 0 0,0 0 0,-1-1 0,-1 1 0,0-1 0,0 1 0,1-16 0,-4-82 0,0 66 0,0-15 0,1 56 0,0 0 0,0 0 0,0 0 0,0 0 0,0 0 0,0 0 0,1 0 0,-1 0 0,0 0 0,0 0 0,0 0 0,0 0 0,0 0 0,0 0 0,0 0 0,0 0 0,0 1 0,0-1 0,0 0 0,0 0 0,0 0 0,0 0 0,1 0 0,-1 0 0,0 0 0,0 0 0,0 0 0,0 0 0,0 0 0,0 0 0,0 0 0,0 0 0,0 0 0,0 0 0,1 0 0,-1 0 0,0 0 0,0-1 0,0 1 0,0 0 0,0 0 0,0 0 0,0 0 0,0 0 0,0 0 0,0 0 0,0 0 0,0 0 0,0 0 0,0 0 0,0 0 0,0 0 0,1 0 0,-1 0 0,0 0 0,0-1 0,0 1 0,0 0 0,0 0 0,0 0 0,0 0 0,0 0 0,0 0 0,0 0 0,0 0 0,0 0 0,0-1 0,6 12 0,4 12 0,5 28 0,-10-35 0,-1 1 0,2-1 0,8 16 0,-14-31 0,0-1 0,0 0 0,0 1 0,0-1 0,0 1 0,0-1 0,0 0 0,0 1 0,1-1 0,-1 1 0,0-1 0,0 0 0,1 1 0,-1-1 0,0 0 0,0 1 0,1-1 0,-1 0 0,0 1 0,1-1 0,-1 0 0,0 0 0,1 1 0,-1-1 0,0 0 0,1 0 0,-1 0 0,1 0 0,-1 0 0,0 1 0,1-1 0,-1 0 0,1 0 0,-1 0 0,1 0 0,-1 0 0,0 0 0,2 0 0,4-18 0,-3-27 0,-4 28-215,-1 0-1,0 1 0,-1-1 0,-6-17 1,8 30-72,-5-17-6539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49:08.955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0 263 24575,'1'21'0,"0"-1"0,2 1 0,0-1 0,10 32 0,34 76 0,-30-88 0,-2 1 0,14 63 0,-20-13 0,-8-67 0,1-1 0,1 0 0,9 35 0,-11-56 0,-1-1 0,0 1 0,1 0 0,-1 0 0,1-1 0,0 1 0,0 0 0,0-1 0,0 1 0,0-1 0,0 1 0,0-1 0,0 1 0,0-1 0,1 0 0,-1 0 0,0 1 0,1-1 0,-1 0 0,1 0 0,0-1 0,-1 1 0,1 0 0,0 0 0,-1-1 0,1 1 0,0-1 0,0 0 0,0 1 0,-1-1 0,1 0 0,0 0 0,0 0 0,0 0 0,-1 0 0,1-1 0,0 1 0,0 0 0,0-1 0,-1 0 0,1 1 0,0-1 0,1-1 0,9-4 0,-1 0 0,0-1 0,0 0 0,18-17 0,-21 17 0,12-11 0,0 0 0,-2-1 0,0-1 0,-1-1 0,-1-1 0,-1 0 0,12-25 0,-17 28 0,-1-2 0,-1 1 0,0-1 0,-2 0 0,0-1 0,-1 0 0,-2 1 0,2-42 0,-5 63 0,0-5 0,0 0 0,1 0 0,-1 0 0,1 0 0,2-8 0,-3 13 0,0-1 0,0 1 0,0 0 0,0-1 0,0 1 0,1 0 0,-1-1 0,0 1 0,0 0 0,1-1 0,-1 1 0,0 0 0,0 0 0,1-1 0,-1 1 0,0 0 0,1 0 0,-1 0 0,0-1 0,1 1 0,-1 0 0,0 0 0,1 0 0,-1 0 0,1 0 0,-1 0 0,0 0 0,1 0 0,0 0 0,0 0 0,1 1 0,-1-1 0,0 1 0,1-1 0,-1 1 0,0 0 0,0 0 0,1 0 0,-1 0 0,0 0 0,0 0 0,2 2 0,24 30 0,-1 1 0,23 41 0,22 29 0,-59-88 0,1-1 0,1-1 0,0 0 0,1-1 0,0-1 0,1 0 0,1-1 0,0 0 0,0-2 0,28 12 0,-40-20 0,-1 1 0,0-1 0,0-1 0,1 1 0,-1-1 0,1 0 0,-1 0 0,0 0 0,1 0 0,-1-1 0,0 1 0,1-1 0,-1-1 0,0 1 0,0 0 0,0-1 0,0 0 0,0 0 0,0 0 0,0 0 0,-1-1 0,1 0 0,-1 1 0,0-1 0,0-1 0,0 1 0,4-6 0,2-2 0,-1-1 0,-1 1 0,0-2 0,-1 1 0,0-1 0,-1 1 0,6-24 0,2-20 0,-1-1 0,-4-1 0,-1 0 0,-4 0 0,-5-90 0,1 134 0,-1 0 0,0 0 0,-1 1 0,0-1 0,-1 1 0,-1 0 0,0 0 0,-1 1 0,0-1 0,-1 1 0,0 0 0,-11-12 0,-30-34-1365,36 43-5461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49:11.100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0 1 24575,'2'16'0,"0"0"0,0 0 0,11 32 0,-5-15 0,25 109 0,20 81 0,-34-145 0,31 97 0,-22-93 0,-28-81 0,0 1 0,1-1 0,-1 0 0,1 0 0,-1 0 0,1 0 0,-1 0 0,1 1 0,-1-1 0,1 0 0,0-1 0,0 1 0,0 0 0,1 2 0,-1-4 0,-1 1 0,0 0 0,1 0 0,-1 0 0,0 0 0,0-1 0,1 1 0,-1 0 0,0 0 0,1-1 0,-1 1 0,0 0 0,0-1 0,1 1 0,-1 0 0,0-1 0,0 1 0,0 0 0,0-1 0,1 1 0,-1 0 0,0-1 0,0 1 0,0 0 0,0-1 0,0 1 0,0-1 0,0 0 0,3-39 0,-3 16 0,1 0 0,1 0 0,1 0 0,1 0 0,13-43 0,-11 49 0,1-1 0,2 1 0,17-32 0,-23 46 0,0-1 0,1 1 0,-1 0 0,1 0 0,0 0 0,0 1 0,0-1 0,0 1 0,1 0 0,-1 0 0,1 0 0,0 1 0,0 0 0,0 0 0,0 0 0,0 0 0,0 1 0,0 0 0,6-1 0,-2 1 0,-1 1 0,1 0 0,-1 0 0,1 1 0,-1 0 0,1 1 0,-1 0 0,0 0 0,0 0 0,0 1 0,11 6 0,-15-7 0,0 1 0,0 0 0,0-1 0,0 2 0,-1-1 0,1 0 0,-1 1 0,0-1 0,0 1 0,0 0 0,0 0 0,-1 0 0,0 1 0,0-1 0,0 1 0,0-1 0,-1 1 0,1-1 0,-1 1 0,0 0 0,0 7 0,-1-7 0,0 0 0,-1 0 0,1-1 0,-1 1 0,0 0 0,-1-1 0,1 1 0,-1-1 0,1 1 0,-2-1 0,1 0 0,-4 7 0,-6 5 0,-22 25 0,24-30 0,-9 10 0,-1 0 0,-1-1 0,-29 21 0,40-33 0,0-2 0,0 0 0,-1 0 0,0-1 0,0 0 0,0-1 0,-1 0 0,0-1 0,1 0 0,-21 1 0,-3-2 0,0-1 0,-44-6 0,75 5-114,0-1 1,0 0-1,1 0 0,-1 0 0,0 0 1,1 0-1,-1-1 0,0 1 0,1-1 1,0 0-1,-4-3 0,-6-8-6712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49:12.270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 0 24575,'0'5'0,"0"6"0,0 16 0,0 13 0,0 4 0,0 5 0,0-2 0,0-4 0,0-4 0,0-9-8191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49:12.732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44 0 24575,'0'10'0,"0"7"0,0 12 0,-5 4 0,-2 2 0,-4-5 0,0-12 0,2-10-8191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49:13.653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2 0 24575,'-1'161'0,"3"184"0,-1-323 0,0 1 0,2-1 0,0 0 0,1 0 0,2-1 0,13 37 0,-18-56 0,-1 0 0,1 0 0,0 0 0,0 0 0,0 0 0,1 0 0,-1 0 0,0-1 0,1 1 0,-1 0 0,1-1 0,0 1 0,-1-1 0,1 1 0,0-1 0,0 0 0,0 0 0,0 0 0,0 0 0,0 0 0,0 0 0,0-1 0,1 1 0,-1-1 0,0 1 0,0-1 0,1 0 0,-1 0 0,0 0 0,0 0 0,1 0 0,-1-1 0,0 1 0,4-2 0,-1 0 0,1-1 0,-1 1 0,0-2 0,1 1 0,-2 0 0,1-1 0,0 0 0,-1 0 0,1-1 0,-1 1 0,6-10 0,10-17-682,17-35-1,-12 17-6143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49:14.233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 47 24575,'3'1'0,"0"0"0,1-1 0,-1 1 0,0 0 0,0 1 0,0-1 0,0 1 0,0-1 0,0 1 0,0 0 0,-1 0 0,1 0 0,3 3 0,29 33 0,6 18 0,-28-37 0,2 0 0,-1-1 0,22 20 0,-30-33 0,-1 0 0,1-1 0,-1 0 0,1 0 0,0-1 0,1 1 0,-1-1 0,1-1 0,-1 1 0,1-1 0,0-1 0,0 1 0,0-1 0,0 0 0,8 0 0,-12-1 0,-1 0 0,0 0 0,1 0 0,-1-1 0,0 1 0,1-1 0,-1 1 0,0-1 0,0 0 0,1 0 0,-1 0 0,0 0 0,0 0 0,0 0 0,0-1 0,0 1 0,0 0 0,-1-1 0,3-2 0,-2 1 0,0 0 0,0-1 0,0 1 0,0 0 0,-1-1 0,0 1 0,0-1 0,0 0 0,0 1 0,0-1 0,0-4 0,-1-5 0,0 1 0,0 0 0,-1-1 0,-1 1 0,0 0 0,-6-19 0,-15-52-1365,12 33-5461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49:14.870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2 1 24575,'0'67'0,"-1"28"0,19 165 0,-11-204 0,-2 97 0,-5-148-73,0 3 123,0 0 1,1 0 0,2 15-1,-2-21-124,-1 0-1,1 0 0,0 0 0,-1 0 1,1 0-1,0 0 0,1 0 1,-1 0-1,0 0 0,0-1 0,1 1 1,-1 0-1,1-1 0,-1 1 1,1-1-1,0 0 0,0 1 0,-1-1 1,4 1-1,19 5-6751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49:15.677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0 147 24575,'4'-5'0,"-1"1"0,1-1 0,-1 0 0,0 0 0,-1 0 0,4-10 0,11-18 0,-13 28 0,0-1 0,0 1 0,1 0 0,-1 0 0,1 1 0,1-1 0,-1 1 0,1 0 0,-1 0 0,1 1 0,0 0 0,1 0 0,-1 0 0,0 1 0,1 0 0,-1 0 0,1 1 0,0-1 0,0 2 0,-1-1 0,1 1 0,0 0 0,0 0 0,7 1 0,-12 0 0,1-1 0,-1 0 0,1 1 0,-1 0 0,1-1 0,-1 1 0,0 0 0,1 0 0,-1 0 0,0 1 0,0-1 0,0 1 0,0-1 0,0 1 0,0-1 0,0 1 0,2 3 0,-2-1 0,1 0 0,-1 0 0,0 0 0,0 0 0,0 1 0,0-1 0,-1 1 0,2 8 0,-1 4 0,-1 1 0,0-1 0,-4 34 0,-1-23 0,-2 0 0,0 0 0,-15 36 0,2-3 0,18-59 0,1 1 0,-1-1 0,0 1 0,1-1 0,-1 1 0,1-1 0,0 1 0,0-1 0,0 1 0,0-1 0,2 5 0,-2-6 0,0-1 0,0 1 0,0-1 0,1 0 0,-1 1 0,0-1 0,1 0 0,-1 1 0,0-1 0,1 0 0,-1 0 0,0 1 0,1-1 0,-1 0 0,0 0 0,1 1 0,-1-1 0,1 0 0,-1 0 0,0 0 0,1 0 0,-1 0 0,1 0 0,0 0 0,19-5 0,83-54 5,-74 41-279,0 1 0,1 1 0,1 2 0,54-18 0,-57 26-6552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49:15.990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23 0 24575,'0'5'0,"0"16"0,0 9 0,-5 14 0,-1 4 0,0-1 0,1-8-8191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49:16.976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0 325 24575,'2'10'0,"-1"0"0,1-1 0,1 1 0,0 0 0,1-1 0,-1 0 0,2 0 0,-1 0 0,8 9 0,-3-1 0,24 43 0,80 108 0,-61-104 0,-51-62 0,0-1 0,0 1 0,1 0 0,-1 0 0,0-1 0,1 1 0,-1-1 0,1 1 0,0-1 0,0 0 0,-1 0 0,1 1 0,0-1 0,0-1 0,0 1 0,2 1 0,-2-2 0,-1 0 0,0 0 0,1 0 0,-1 0 0,1-1 0,-1 1 0,0 0 0,1 0 0,-1-1 0,0 1 0,0-1 0,1 0 0,-1 1 0,0-1 0,0 0 0,0 1 0,0-1 0,1 0 0,-1 0 0,-1 0 0,1 0 0,0 0 0,0 0 0,0-1 0,0 1 0,0-2 0,4-5 0,-1 0 0,-1-1 0,1 1 0,-1-1 0,-1 0 0,0 0 0,2-14 0,2-70 0,-5 71 0,-2-122 0,2 146 0,-1 1 0,1 0 0,0-1 0,0 1 0,0-1 0,0 1 0,0-1 0,0 0 0,0 0 0,1 1 0,0-1 0,-1 0 0,5 3 0,-6-4 0,0-1 0,1 0 0,-1 1 0,1-1 0,-1 0 0,1 1 0,-1-1 0,1 0 0,-1 0 0,1 0 0,-1 1 0,1-1 0,-1 0 0,1 0 0,0 0 0,-1 0 0,1 0 0,-1 0 0,1 0 0,-1 0 0,1 0 0,-1 0 0,1 0 0,0-1 0,0 1 0,0-1 0,0 0 0,0 0 0,0 0 0,0 0 0,0 0 0,0 0 0,-1 0 0,1-1 0,0 1 0,-1 0 0,1 0 0,0-1 0,-1 1 0,0 0 0,1-3 0,5-28 0,-2 0 0,-2 0 0,0-1 0,-5-41 0,3 68 0,-1-10-136,0 0-1,-1 0 1,0 0-1,-2 0 1,0 0-1,0 0 1,-2 1-1,0 0 0,-15-27 1,6 18-6690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49:18.027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97 0 24575,'-1'2'0,"1"0"0,-1 0 0,1 0 0,-1 0 0,0 0 0,0 0 0,0 0 0,0 0 0,0-1 0,0 1 0,0 0 0,-3 2 0,-20 21 0,14-15 0,4-4 0,3-3 0,1 0 0,-1 0 0,0 0 0,0 0 0,0-1 0,-1 0 0,1 1 0,-1-1 0,-4 2 0,8-4 0,0 0 0,0 0 0,0 0 0,0 0 0,-1 1 0,1-1 0,0 0 0,0 0 0,0 0 0,0 0 0,-1 0 0,1 0 0,0 0 0,0 0 0,0 0 0,-1 0 0,1 0 0,0 0 0,0 0 0,0 0 0,0 0 0,-1 0 0,1 0 0,0 0 0,0 0 0,0 0 0,0 0 0,-1 0 0,1-1 0,0 1 0,0 0 0,0 0 0,0 0 0,-1 0 0,1 0 0,0 0 0,0 0 0,0-1 0,0 1 0,0 0 0,2-9 0,10-9 0,-10 16 0,0 0 0,-1 0 0,1 1 0,0-1 0,0 0 0,0 1 0,0-1 0,0 1 0,0-1 0,0 1 0,0 0 0,1 0 0,-1 0 0,0 0 0,1 1 0,-1-1 0,1 1 0,-1-1 0,5 1 0,-5 0 0,-1 1 0,1-1 0,0 1 0,-1-1 0,1 1 0,0 0 0,-1 0 0,1 0 0,-1 0 0,0 0 0,1 0 0,-1 0 0,0 0 0,1 1 0,-1-1 0,0 1 0,0-1 0,0 1 0,0-1 0,0 1 0,-1-1 0,1 1 0,0 0 0,-1-1 0,1 1 0,-1 0 0,0-1 0,1 4 0,1 12 0,-1-1 0,0 1 0,-1 0 0,0-1 0,-2 1 0,0 0 0,-5 18 0,-5 41 0,12-71 0,1 0 0,-1 1 0,1-1 0,0 0 0,0 0 0,1 0 0,-1 0 0,1-1 0,0 1 0,0 0 0,5 7 0,-4-7 0,0-1 0,0 1 0,-1 0 0,0 1 0,0-1 0,0 0 0,-1 1 0,1-1 0,-2 1 0,1-1 0,0 8 0,-3-1-195,0-1 0,-1 1 0,0-1 0,-1 0 0,0 0 0,-8 14 0,-12 20-6631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49:18.626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 0 24575,'4'10'0,"3"7"0,-1 12 0,4 4 0,0 2 0,-2 0 0,-2-1 0,3 3 0,-1 0 0,-1-2 0,-2-11 0,-2-9-8191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49:21.282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5021 60 24575,'-1'-2'0,"1"1"0,0-1 0,-1 0 0,0 0 0,1 1 0,-1-1 0,0 0 0,0 1 0,0-1 0,0 1 0,0-1 0,0 1 0,-1 0 0,1-1 0,0 1 0,-1 0 0,1 0 0,-1 0 0,1 0 0,-1 0 0,0 0 0,1 0 0,-1 1 0,0-1 0,0 1 0,-1-1 0,-9-3 0,0 1 0,-19-3 0,29 6 0,-86-9 0,-178 6 0,140 5 0,-544 48-813,4 55-340,435-66 1026,-373 56-55,591-93 369,1 1 0,-1 0 0,1 1 0,0 0 0,0 1 0,-17 9 0,-61 46 693,19-10-845,-81 41-241,-3-7 0,-4-7 1,-237 80-1,248-110 196,-2-6 0,-2-7-1,-2-7 1,-181 9 0,204-34 10,128-2 14,0 0 0,0 0 0,0 0 0,1 0 0,-1 1 0,0-1 0,0 1 0,0 0 0,0 0 0,0 0 0,1 0 0,-1 0 0,0 1 0,1-1 0,-1 1 0,-2 2 0,2 0 63,0 0-1,0 0 0,1 0 1,-1 0-1,1 1 0,0-1 1,0 1-1,-2 8 0,2-4-76,0 1 0,0 0 0,1-1 0,0 1 0,0 0 0,2 0 0,-1 0 0,1-1 0,0 1 0,1 0 0,0-1 0,5 14 0,6 11 0,1-1 0,19 33 0,-20-41 0,166 295 0,33 69 0,-145-246 0,45 91 0,18-13 0,-88-161 0,4-1 0,2-3 0,2-2 0,59 48 0,-85-84 0,0-1 0,1 0 0,1-2 0,0-1 0,1-2 0,0 0 0,56 15 0,-11-10 0,0-4 0,77 6 0,68-6-417,0-9 0,368-40 0,-372 6 268,308-82-1,186-129-150,-627 208 328,436-167 970,-392 159-723,2 6-1,157-24 1,433-101-275,-628 137 0,-25 7 0,243-72 0,-292 83 0,1 0 0,-2-1 0,1-1 0,-1-1 0,0 0 0,-1 0 0,13-12 0,-20 15 0,1 0 0,-1 0 0,0-1 0,-1 0 0,1 0 0,-1 0 0,0 0 0,-1-1 0,0 1 0,0-1 0,0 0 0,-1 0 0,0 0 0,0-1 0,-1 1 0,1-10 0,-1-12 0,-2-1 0,-1 0 0,-2 1 0,-1-1 0,-1 1 0,-1 0 0,-23-54 0,-10-6 0,-55-90 0,65 127 0,-57-92 0,-110-137 0,173 249 0,-26-35 0,-69-74 0,12 20 0,72 78 0,-1 1 0,-60-51 0,-81-47 0,162 127 0,0 1 0,-2 0 0,1 1 0,-20-8 0,26 14 0,0 1 0,-1 1 0,0 0 0,1 0 0,-1 1 0,0 1 0,0-1 0,-20 2 0,-79 5-1365,85-4-5461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51:40.5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958 1924 24575,'20'2'0,"0"0"0,0 1 0,31 8 0,21 4 0,183 7 0,4-18 0,-176-4 0,868-2-593,-505-17 593,-391 13 0,-1-3 0,-1-2 0,0-3 0,-1-1 0,0-3 0,54-28 0,-80 32 49,-1-2-1,0 0 1,-1-2 0,-1 0-1,-1-2 1,-1 0-1,0-2 1,19-27-1,-17 18-22,-3 0 0,0-1 0,-2-1 0,-2-1 0,24-70 0,-32 77-26,-1 0 0,-2-1 0,-1 0 0,-1 0 0,-1 0 0,-1 0 0,-2 0 0,-6-46 0,0 38 0,-2-1 0,-1 1 0,-2 0 0,-1 1 0,-35-65 0,12 39 0,-2 2 0,-2 1 0,-3 2 0,-3 3 0,-1 1 0,-3 2 0,-2 3 0,-2 2 0,-64-40 0,66 51 0,-2 3 0,-1 2 0,-1 2 0,-1 3 0,-1 3 0,-1 2 0,-1 3 0,0 2 0,-1 3 0,-100-5 0,-218 16 0,218 2 0,-11 3-293,0 7 0,-178 36 0,-555 135-1463,872-176 1743,-132 35-56,127-30 57,0 1 1,-42 23-1,69-31 95,0 1 0,0 1-1,1 0 1,-11 9 0,18-14-35,0 1 0,0-1 1,1 1-1,-1 0 0,1 0 0,0 1 1,0-1-1,0 0 0,0 1 1,1-1-1,-1 1 0,1-1 0,0 1 1,0 0-1,0 0 0,0 7 1,1-4 89,0 1 0,1-1 0,0 0 1,1 0-1,-1 0 0,2 0 1,-1 0-1,1 0 0,5 10 0,5 6-117,21 28-1,-24-37 48,177 266-35,9 11-40,-106-162 7,8 13 0,140 155 0,-201-257 0,2-2 0,2-1 0,1-2 0,1-2 0,2-2 0,1-2 0,2-1 0,51 20 0,-48-28-273,1-3 0,1-2 0,0-2 0,100 10 0,-107-20-6553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52:08.3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0 200 24575,'1'0'0,"-1"1"0,0 0 0,0 0 0,1 0 0,-1 0 0,0-1 0,1 1 0,-1 0 0,1 0 0,-1-1 0,1 1 0,-1 0 0,1-1 0,-1 1 0,1 0 0,0-1 0,-1 1 0,1-1 0,0 1 0,0-1 0,-1 1 0,2 0 0,24 8 0,-14-4 0,3 1 0,-1-1 0,1-1 0,-1 0 0,1 0 0,1-2 0,18 1 0,95-3 0,-63-2 0,52 0 0,146-23 0,147-23 0,-340 41 0,369-52 0,-316 38 0,195-10 0,129 25 0,5-14 0,-218 11 0,-145-3 0,-59 6 0,32-1 0,-32 5-1365,-4 2-5461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52:43.8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24575,'1644'0'-1365,"-1617"0"-5461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52:56.9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220 88 24575,'2256'0'0,"-2208"2"0,50 9 0,13 2 0,291-9 0,-262-6 0,-322 3 0,-744-24 0,803 6 0,-21 0 0,125 14 0,-1 1 0,-19-7 0,19 4 0,1 1 0,-21-1 0,-48 2 0,-66-6 0,-123-11 0,-3 21 0,99 2 0,-436-3 0,599 0 0,0 1 0,0 1 0,0 0 0,0 2 0,0 0 0,-20 8 0,60-7 0,94 16 0,160 7 0,533-20 0,-472-11 0,231 3 0,-402-14 0,-10-1 0,191 15 0,-154 1 0,-180-2 0,-21-3 0,-28-2 0,-415-12 0,341 18 0,-1307 1 0,1377 1 0,0 2 0,-76 18 0,69-12 0,-64 7 0,-16-3 0,-45 2 0,150-14-189,-1 1 0,-29 6 0,39-6-609,-10 2-6028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53:01.4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0 135 24575,'4'0'0,"0"0"0,0-1 0,0 0 0,0 0 0,-1 0 0,1 0 0,0-1 0,3-1 0,11-5 0,52-16 6,1 2 0,1 4-1,1 3 1,88-6 0,301 4-360,391 94-1942,-820-73 2254,493 51-51,-507-54 174,0-1 1,0-1-1,0 0 0,26-6 0,-40 5 29,0 1 0,0-1 0,0 0 0,0 0 0,0 0 0,0-1 1,-1 0-1,1 0 0,-1 0 0,0 0 0,1-1 0,-2 1 0,1-1 0,0 0 0,-1 0 0,0-1 0,0 1 1,0-1-1,4-7 0,2-16-1327,-3 2-5609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6:53:02.7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24575,'10'0'0,"17"0"0,43 0 0,66 0 0,69 0 0,56 9 0,71 14-3517,55 2 3517,39 2-2334,4-4 2334,-37-6 0,-28 4 0,-47 4-1691,-58-4 1691,-69-4-597,-67-6 545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03:51.784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739 87 24575,'-572'0'0,"719"0"62,572 6-328,-6 40-1232,243 121 569,-737-109 870,-99-25 1354,155 24 0,-243-54-1224,-25-3-66,0 0 0,0 1 0,0-1 0,0 2-1,9 2 1,-11-1-5,-8-2 0,-10-1 0,-48-12 0,-69-22 0,11 3 0,-537-95 0,437 104 0,-265 6 0,20 6 0,326 1 0,-220-44 0,271 35 0,-110-8 0,115 15 0,51 5 0,-45-1 0,40 6 0,-4 1 0,-46-7 0,75 6 0,0-1 0,0-1 0,0 0 0,0 0 0,1-1 0,-1-1 0,1 1 0,-18-12 0,28 15 0,-1 1 0,1 0 0,-1 0 0,0-1 0,1 1 0,-1 0 0,1-1 0,-1 1 0,1-1 0,-1 1 0,1-1 0,0 1 0,-1-1 0,1 1 0,-1-1 0,1 1 0,0-1 0,0 1 0,-1-1 0,1 0 0,0 1 0,0-1 0,0 1 0,-1-1 0,1 0 0,0 1 0,0-1 0,0 0 0,0 1 0,1-2 0,-1 1 0,1 0 0,0 1 0,0-1 0,0 0 0,0 0 0,0 1 0,0-1 0,0 0 0,0 1 0,0-1 0,0 1 0,0-1 0,0 1 0,0 0 0,2-1 0,49-6 0,-49 7 0,90-4 6,1 5 0,112 15 0,186 45-151,-141-19-618,489 51 580,-243-34 169,-341-41-65,167 26 237,-274-38 164,0-2-1,89-5 1,-49-1-279,-10 2-43,-333 2 0,-364-4 0,293-12 0,-86-1 0,-192 16 0,600-1 0,-25-1 0,27 1 0,1 0 0,-1 0 0,0 0 0,0 0 0,1 0 0,-1 0 0,0 0 0,0 0 0,1 0 0,-1 0 0,0-1 0,0 1 0,1 0 0,-1-1 0,0 1 0,1 0 0,-1-1 0,1 1 0,-1-1 0,0 1 0,1-1 0,-1 1 0,1-1 0,-1 1 0,1-1 0,-1 0 0,1 1 0,-1-2 0,2 1 0,-1 1 0,0-1 0,1 1 0,-1-1 0,0 0 0,1 1 0,-1-1 0,1 1 0,0-1 0,-1 1 0,1-1 0,-1 1 0,1 0 0,-1-1 0,1 1 0,0 0 0,-1-1 0,1 1 0,0 0 0,0 0 0,-1 0 0,2 0 0,21-5 0,-16 4 0,19-7 0,0 0 0,29-15 0,15-5 0,-24 15 0,0 2 0,1 1 0,0 3 0,1 2 0,64 2 0,682 5 0,-110 57 0,-463-35 0,-206-20 0,-30-1 0,4-2 0,-54 9 0,-90 2 0,-70-11 0,126-2 0,21 2 0,36 1 0,1-2 0,-1-2 0,0-1 0,-55-12 0,-209-41 0,153 33 0,100 15-682,-107-4-1,136 12-6143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03:57.478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 0 24575,'5'14'0,"2"0"0,0 0 0,0-1 0,1 0 0,13 16 0,-8-12 0,170 217 0,29 41 0,-33 2-241,-13 8-1,199 470 1,-163-243 231,-182-459 8,145 469-49,-72-207 703,-82-275-632,-1 1-1,-2-1 0,-1 2 0,-3-1 1,-1 1-1,-3 46 0,0-81-19,0 1 0,0-1 0,1 0 0,0 0 0,0 0 0,1 0 0,0 0 0,0-1 0,0 1 0,1 0 0,0-1 0,1 0 0,-1 0 0,1 0 0,0 0 0,8 8 0,40 47 0,99 89 0,-127-127 0,808 754-2265,-750-700 2265,305 284 0,-311-296 0,-48-46 0,-29-22 0,-12-11 0,-61-54 566,-103-73 1,-98-44 565,92 84-1132,42 25 0,126 67 0,-10-7 0,21 16 0,11 11 0,50 60 0,104 99 0,-116-129 0,2-2 0,1-2 0,74 43 0,-97-66 0,1-1 0,41 15 0,-55-24 0,0-1 0,0 0 0,1 0 0,-1-2 0,1 1 0,-1-2 0,1 0 0,16-1 0,-11-2 0,-1-1 0,0 0 0,0-1 0,0 0 0,-1-2 0,1 0 0,-2-1 0,1 0 0,-1-1 0,0-1 0,-1-1 0,0 0 0,-1 0 0,0-2 0,-1 0 0,15-19 0,-15 15 0,-1 0 0,0-1 0,-1 0 0,-1-1 0,-1-1 0,0 1 0,-2-1 0,0 0 0,-1-1 0,-1 1 0,-1-1 0,-1 0 0,-1-33 0,-1 52 1,-6-62 339,6 59-495,-2 0 0,1 0 0,0 0 0,-1 0 0,0 0 0,0 1-1,-1-1 1,1 1 0,-1-1 0,-4-5 0,-6-1-6671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06:07.9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1 349 24575,'4'0'0,"22"-5"0,20-16 0,17-9 0,7-9 0,16-8 0,12-9 0,4-1 0,-10 4 0,-22 12-8191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06:08.1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29 0 24575,'-4'0'0,"-3"19"0,1 26 0,1 19 0,2 19 0,1 13 0,0 6 0,2 4 0,5-16 0,6-18 0,12-17 0,1-17-8191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06:08.8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24575,'6'129'-28,"38"213"0,-26-232-184,192 931-754,-201-1006 966,2-1 0,27 59 0,-30-81 142,-7-12-133,-1 0 0,0 0 0,0 0 0,0 0-1,1-1 1,-1 1 0,0 0 0,0 0 0,0 0-1,0 0 1,1 0 0,-1 0 0,0 0-1,0 0 1,0-1 0,0 1 0,0 0 0,1 0-1,-1 0 1,0 0 0,0 0 0,0-1 0,0 1-1,0 0 1,0 0 0,0 0 0,0 0-1,0-1 1,0 1 0,0 0 0,1 0 0,-1 0-1,0-1 1,0 1 0,0 0 0,0 0 0,-1-1-1,2-33 666,-1 23-603,12-359-57,-6 316-14,3 0 0,3 1 0,1 0-1,36-88 1,-41 121 0,1 0 0,1 1 0,1 0 0,1 1 0,0 0 0,15-16 0,-24 31 0,0 0 0,0 0 0,0 0 0,1 0 0,-1 1 0,1-1 0,-1 1 0,1 0 0,0 0 0,0 0 0,0 1 0,0-1 0,6-1 0,-8 3 0,1 0 0,-1 0 0,1 0 0,0 1 0,-1-1 0,1 1 0,-1-1 0,1 1 0,-1 0 0,1 0 0,-1 0 0,0 0 0,0 0 0,1 1 0,-1-1 0,0 1 0,0-1 0,0 1 0,0 0 0,-1-1 0,1 1 0,3 4 0,1 4 0,0 0 0,0 0 0,-1 0 0,0 1 0,-1-1 0,0 1 0,0 0 0,2 19 0,1 8 0,0 48 0,-6-62 0,-1 0 0,-5 45 0,3-59 0,1 0 0,-2 0 0,1 0 0,-2-1 0,1 0 0,-1 1 0,-1-1 0,1-1 0,-11 15 0,13-20-97,-1 0-1,0 0 1,0-1-1,0 1 1,0-1-1,0 0 1,0 0-1,-1 0 1,1 0-1,-1-1 1,1 1-1,-1-1 0,-3 1 1,-21 4-6729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05:53.7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34 24575,'53'129'0,"-20"-45"0,-18-48 0,31 65 0,-41-91 0,1 0 0,1 0 0,0 0 0,0-1 0,1 0 0,0-1 0,12 10 0,-17-16 0,0 1 0,0-1 0,0 0 0,1 0 0,-1-1 0,0 1 0,1-1 0,-1 1 0,1-1 0,0 0 0,-1 0 0,1-1 0,0 1 0,-1-1 0,1 0 0,0 0 0,0 0 0,-1 0 0,1-1 0,0 0 0,-1 1 0,1-1 0,0-1 0,-1 1 0,1 0 0,-1-1 0,6-3 0,3-3 0,0-1 0,-1-1 0,0 0 0,-1 0 0,15-19 0,2-4 0,-2-2 0,-1-1 0,-1-1 0,-2 0 0,-2-2 0,-2 0 0,19-62 0,-36 100 0,1-3 0,0 0 0,1 0 0,-1 0 0,1 0 0,0 0 0,0 0 0,3-4 0,-5 8 0,1-1 0,-1 1 0,1-1 0,-1 1 0,0 0 0,1-1 0,-1 1 0,1 0 0,-1-1 0,1 1 0,-1 0 0,1 0 0,0 0 0,-1 0 0,1-1 0,-1 1 0,1 0 0,-1 0 0,1 0 0,-1 0 0,1 0 0,0 0 0,0 1 0,1-1 0,-1 1 0,1 0 0,-1-1 0,1 1 0,-1 0 0,1 0 0,-1 0 0,0 1 0,0-1 0,1 0 0,-1 0 0,1 2 0,15 21 0,-2 0 0,0 1 0,-2 1 0,-1 0 0,12 39 0,-3-13 0,77 179 0,113 318 0,-201-514 0,-1 0 0,-2 1 0,-2-1 0,2 59 0,-8-74 0,0 1 0,-1-1 0,-1 0 0,-1 0 0,-1 0 0,-1 0 0,0-1 0,-2 1 0,-13 26 0,1-13 0,-1-1 0,-1-1 0,-2-1 0,-1-1 0,-1-1 0,-1-2 0,-2 0 0,-1-2 0,0-1 0,-2-1 0,-35 17 0,54-32 20,0-1 0,-1 0 0,0-1 0,0-1 0,-19 4 0,26-7-134,0-1 0,0 1-1,0-1 1,1 0 0,-1 0 0,0-1-1,0 0 1,0 0 0,1-1 0,-1 0-1,1 0 1,-13-6 0,-23-19-6712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05:54.3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1 123 24575,'9'0'0,"14"0"0,16 0 0,21 0 0,20-5 0,15-2 0,21-3 0,9-6 0,-2-5 0,-8-4 0,-18 3 0,-26 5-8191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05:54.6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1 144 24575,'9'0'0,"14"0"0,11 0 0,20 0 0,10 0 0,4-4 0,0-12 0,2-8 0,-10-4 0,-10 2 0,-15 1 0,-12 5-8191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05:55.8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15 24575,'0'13'0,"1"-1"0,1 1 0,0-1 0,1 1 0,6 14 0,1 7 0,178 742 0,-160-649 0,83 229 0,-107-347 0,-2-2 0,1 1 0,0-1 0,1 0 0,-1 0 0,1 0 0,1-1 0,-1 1 0,11 10 0,-15-17 0,1 1 0,-1-1 0,0 0 0,1 0 0,-1 0 0,0 1 0,1-1 0,-1 0 0,0 0 0,1 0 0,-1 0 0,1 1 0,-1-1 0,0 0 0,1 0 0,-1 0 0,1 0 0,-1 0 0,1 0 0,-1 0 0,0 0 0,1-1 0,-1 1 0,1 0 0,-1 0 0,0 0 0,1 0 0,-1 0 0,0-1 0,1 1 0,-1 0 0,0 0 0,1-1 0,-1 1 0,0 0 0,1 0 0,-1-1 0,0 1 0,0 0 0,1-1 0,-1 1 0,0 0 0,0-1 0,0 1 0,1-1 0,-1 1 0,0 0 0,0-1 0,0 0 0,6-27 0,-5 24 0,23-318 0,-13 124 0,17-111 0,-12 208 0,-5 71 0,-10 29 0,-1 1 0,1-1 0,-1 0 0,1 0 0,-1 0 0,1 0 0,0 1 0,0-1 0,-1 0 0,1 1 0,0-1 0,0 0 0,0 1 0,0-1 0,0 1 0,1-1 0,-1 1 0,0 0 0,0-1 0,0 1 0,0 1 0,0-1 0,1 0 0,-1 0 0,0 0 0,0 0 0,0 1 0,0-1 0,0 0 0,0 1 0,-1-1 0,1 1 0,2 0 0,21 22 0,17 30 0,-3 1 0,56 105 0,-43-68 0,-44-80 0,119 192 0,-116-190 0,0 1 0,15 13 0,-24-25 0,1-1 0,-1 0 0,0 0 0,1 0 0,-1 0 0,0 0 0,1 0 0,-1 0 0,1 0 0,-1 0 0,1-1 0,0 1 0,-1-1 0,1 1 0,0-1 0,2 1 0,-3-1 0,0-1 0,0 1 0,0 0 0,0-1 0,0 1 0,-1 0 0,1-1 0,0 1 0,0-1 0,-1 1 0,1-1 0,0 0 0,0 1 0,-1-1 0,1 0 0,-1 1 0,1-1 0,-1 0 0,1 0 0,-1 1 0,1-1 0,-1-1 0,3-6 0,-1 0 0,0 0 0,-1 0 0,1 0 0,-1-12 0,1-63 0,-4 1 0,-13-93 0,-39-158 0,-4 43-1365,33 190-5461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05:56.2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24575,'5'5'0,"6"11"0,6 12 0,5 21 0,4 16 0,2 7 0,-4 1 0,-6-3 0,-6-3 0,-5-8 0,2-15 0,-2-10 0,-2-10-8191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05:56.6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491 0 24575,'0'72'0,"-3"-1"0,-4 0 0,-24 115 0,4-86 0,-44 107 0,-59 89 0,122-278 0,-32 58 0,36-69 0,-1 0 0,0 0 0,0-1 0,-1 1 0,1-1 0,-2-1 0,-11 10 0,17-14 0,0 0 0,-1 0 0,1-1 0,0 1 0,-1 0 0,1-1 0,0 1 0,-1-1 0,1 1 0,0-1 0,-1 0 0,1 1 0,-1-1 0,1 0 0,-1 0 0,1 0 0,-1 0 0,1-1 0,0 1 0,-1 0 0,-1-1 0,1 0 0,0-1 0,-1 1 0,1-1 0,0 1 0,0-1 0,0 0 0,0 0 0,0 0 0,0 0 0,1-1 0,-3-2 0,-27-54-1365,2-11-5461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05:56.8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24575,'0'5'0,"10"11"0,22 36 0,20 25 0,11 7 0,-1 10 0,-5-2 0,-4-12 0,-6-10 0,0-12 0,-5-11 0,6-13 0,-6-13-8191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05:57.0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24575,'5'0'0,"1"10"0,5 12 0,0 8 0,4 8 0,-2 7 0,3 1 0,-2-3 0,-4-3 0,3-10 0,-3-4 0,3-2 0,-1-5-8191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05:57.9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5 230 24575,'-4'0'0,"7"-5"0,13-6 0,14-7 0,6-4 0,7-3 0,0-8 0,3-2 0,-1 4 0,-9 3 0,-10 6-8191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05:58.2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 0 24575,'0'19'0,"0"21"0,0 47 0,0 32 0,0 16 0,0 8 0,0-5 0,0-13 0,-4-16 0,-3-29-8191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05:58.8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24575,'-1'163'0,"3"179"0,0-319 0,0 1 0,2-1 0,0 1 0,1-1 0,2-1 0,0 1 0,2-1 0,16 31 0,-23-49 0,1 1 0,0-1 0,0 1 0,0-1 0,1 0 0,6 7 0,-9-11 0,-1 1 0,1-1 0,0 1 0,-1-1 0,1 1 0,0-1 0,-1 1 0,1-1 0,0 0 0,0 1 0,-1-1 0,1 0 0,0 0 0,0 1 0,-1-1 0,1 0 0,0 0 0,0 0 0,0 0 0,0 0 0,-1 0 0,1 0 0,0 0 0,0-1 0,0 1 0,-1 0 0,1 0 0,0-1 0,0 1 0,-1 0 0,1-1 0,0 1 0,0-1 0,-1 1 0,1-1 0,-1 1 0,1-1 0,0 1 0,-1-1 0,1 0 0,-1 1 0,1-1 0,-1 0 0,0 0 0,1 1 0,-1-1 0,0 0 0,1 0 0,-1 1 0,0-2 0,9-30-1365,-3-4-5461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05:59.1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1 424 24575,'1'1'0,"1"-1"0,0 0 0,-1 1 0,1 0 0,0-1 0,-1 1 0,1 0 0,-1 0 0,1 0 0,-1 0 0,0 0 0,1 0 0,-1 0 0,0 1 0,0-1 0,0 0 0,0 1 0,0-1 0,0 1 0,0-1 0,0 3 0,5 3 0,23 33 0,43 46 0,-56-70 0,0-1 0,1 0 0,0-1 0,2-1 0,23 14 0,-38-25 0,-1 0 0,1 0 0,0-1 0,0 1 0,0-1 0,0 0 0,0 0 0,0 0 0,0-1 0,8 1 0,-10-1 0,0-1 0,0 1 0,0-1 0,0 1 0,0-1 0,0 0 0,0 0 0,-1 0 0,1 0 0,0 0 0,-1 0 0,1-1 0,-1 1 0,1 0 0,-1-1 0,1 1 0,-1-1 0,0 0 0,0 1 0,0-1 0,0 0 0,0 0 0,0 0 0,0-2 0,5-15 0,-1 0 0,-1 0 0,0 0 0,-2 0 0,0-1 0,-1 1 0,-3-21 0,3 7 0,0-60 0,-19-174 0,16 256-195,1 1 0,-2 0 0,1 0 0,-1 0 0,-1 0 0,-5-10 0,-1 6-6631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06:00.0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340 271 24575,'-2'0'0,"0"0"0,0-1 0,1 1 0,-1-1 0,1 0 0,-1 0 0,0 1 0,1-1 0,-1 0 0,1 0 0,-1 0 0,1 0 0,0-1 0,0 1 0,-1 0 0,1-1 0,0 1 0,0 0 0,0-1 0,0 1 0,1-1 0,-1 0 0,0 1 0,1-1 0,-1-1 0,-3-8 0,0 0 0,-2-17 0,5 24 0,-11-79 0,11 74 0,0 1 0,1-1 0,1 0 0,-1 0 0,1 1 0,1-1 0,3-12 0,-5 20 0,1 0 0,-1 0 0,0-1 0,1 1 0,-1 0 0,1 0 0,0 0 0,-1 0 0,1 0 0,0 0 0,0 0 0,0 0 0,-1 1 0,1-1 0,0 0 0,0 0 0,0 1 0,0-1 0,0 0 0,1 1 0,-1-1 0,0 1 0,0 0 0,0-1 0,2 1 0,-1 0 0,0 0 0,0 0 0,0 0 0,1 1 0,-1-1 0,0 1 0,0 0 0,0-1 0,0 1 0,0 0 0,0 0 0,3 3 0,3 1 0,-1 1 0,0 0 0,0 0 0,-1 0 0,10 14 0,-8-8 0,-1 0 0,0 0 0,-1 0 0,-1 1 0,0 0 0,0 0 0,-1 0 0,-1 1 0,-1-1 0,1 1 0,-2 0 0,0 22 0,-2-17 0,-1 0 0,-1 0 0,0-1 0,-1 1 0,-1-1 0,-1 0 0,-1 0 0,-13 25 0,4-13 0,-2 0 0,-25 34 0,34-53 0,-1 0 0,1 0 0,-2-1 0,0 0 0,0 0 0,0-2 0,-25 15 0,34-22 0,0 0 0,-1 0 0,1 0 0,0 0 0,-1 0 0,1-1 0,-1 1 0,1-1 0,-1 0 0,1 0 0,-1 0 0,1 0 0,-1 0 0,1 0 0,0-1 0,-1 1 0,-2-2 0,1 1 0,0-1 0,1 0 0,-1 0 0,1-1 0,-1 1 0,1-1 0,0 1 0,0-1 0,-4-5 0,-4-6 0,1-1 0,1 0 0,-15-31 0,18 33 0,-14-26 0,-19-60 0,37 94 0,0 0 0,1 0 0,0 0 0,0 0 0,0-1 0,1 1 0,-1 0 0,2-9 0,-1 13 0,0 1 0,0-1 0,1 0 0,-1 0 0,0 0 0,1 1 0,-1-1 0,1 0 0,-1 0 0,1 1 0,-1-1 0,1 0 0,-1 1 0,1-1 0,-1 0 0,1 1 0,0-1 0,0 1 0,-1-1 0,1 1 0,1-1 0,0 0 0,1 1 0,-1 0 0,0-1 0,0 1 0,0 0 0,1 0 0,-1 0 0,0 1 0,0-1 0,1 0 0,-1 1 0,3 0 0,137 49 0,30 8 0,-134-49 30,1-2 0,0-1 0,57 1 0,-68-7-278,-1-2 1,1 0-1,-1-2 1,1-1-1,39-13 1,28-18-6579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06:00.5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598 1 24575,'-3'0'0,"1"0"0,-1 0 0,1 1 0,0-1 0,-1 0 0,1 1 0,0 0 0,-1 0 0,1 0 0,0 0 0,0 0 0,0 0 0,-1 0 0,1 1 0,1-1 0,-1 1 0,0-1 0,0 1 0,0 0 0,1 0 0,-1 0 0,1-1 0,0 2 0,-3 3 0,-26 47 0,-43 100 0,26-50 0,2-11 0,-4-2 0,-78 107 0,124-192 0,-1 0 0,1-1 0,-1 1 0,0-1 0,0 0 0,-1-1 0,1 1 0,-8 4 0,10-8 0,1 1 0,-1 0 0,1-1 0,-1 1 0,0-1 0,1 0 0,-1 0 0,1 0 0,-1 1 0,0-1 0,1-1 0,-1 1 0,0 0 0,1 0 0,-1-1 0,0 1 0,1-1 0,-1 1 0,1-1 0,-1 0 0,1 1 0,-1-1 0,1 0 0,0 0 0,-1 0 0,1 0 0,0 0 0,0 0 0,0-1 0,0 1 0,0 0 0,-2-3 0,-4-7 0,0 0 0,0-1 0,1 0 0,1 0 0,0-1 0,1 1 0,0-1 0,-2-15 0,-13-110 0,18 131 0,-1-13 0,-1-13 0,0 0 0,2 0 0,6-66 0,-5 97 0,1 0 0,-1 0 0,0 0 0,0 0 0,1 0 0,0 0 0,-1 0 0,1 1 0,0-1 0,0 0 0,0 0 0,0 0 0,0 1 0,0-1 0,1 0 0,-1 1 0,0-1 0,1 1 0,1-2 0,-1 3 0,-1-1 0,0 1 0,0 0 0,1 0 0,-1 0 0,0 0 0,1 0 0,-1 0 0,0 0 0,0 0 0,1 1 0,-1-1 0,0 0 0,0 1 0,1-1 0,-1 1 0,0-1 0,0 1 0,0 0 0,0-1 0,0 1 0,1 1 0,7 5 0,-1 1 0,0 1 0,0-1 0,-1 1 0,8 14 0,74 131 65,-56-93-780,64 90 0,-65-111-6111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06:01.2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24575,'9'0'0,"0"2"0,0-1 0,0 1 0,0 1 0,0-1 0,-1 2 0,1-1 0,-1 1 0,0 0 0,0 1 0,0 0 0,-1 0 0,1 1 0,-1-1 0,-1 2 0,10 10 0,8 10 0,-2 1 0,33 55 0,-31-41 0,-1 0 0,-3 1 0,-1 1 0,22 81 0,-33-95 0,-2 0 0,-1 1 0,-1 0 0,-2 0 0,-1 0 0,-1 0 0,-2 0 0,-8 44 0,10-75 0,-1 9 0,-1 0 0,0 0 0,0 0 0,-1 0 0,-1 0 0,1 0 0,-1-1 0,-8 12 0,11-19 0,0 0 0,0 0 0,0 0 0,0 0 0,0 0 0,0 0 0,0-1 0,0 1 0,-1 0 0,1-1 0,0 1 0,-1-1 0,1 1 0,0-1 0,-1 0 0,1 1 0,0-1 0,-1 0 0,1 0 0,-1 0 0,1 0 0,-2 0 0,0-1 0,-1 0 0,1 0 0,0 0 0,0-1 0,0 1 0,0 0 0,0-1 0,-4-4 0,-7-4 0,2-2 0,-1 1 0,2-2 0,-1 1 0,-12-21 0,-43-77 0,67 109 0,-82-158 0,69 130 0,2 0 0,1-1 0,-10-50 0,19 78 0,0 0 0,1 0 0,0 1 0,-1-1 0,1 0 0,0 0 0,0 0 0,0 0 0,0 1 0,0-1 0,1 0 0,-1 0 0,0 0 0,1 1 0,-1-1 0,1 0 0,0 0 0,0 1 0,-1-1 0,1 1 0,0-1 0,2-1 0,-2 2 0,1 1 0,0-1 0,0 1 0,-1 0 0,1-1 0,0 1 0,0 0 0,-1 0 0,1 0 0,0 0 0,0 1 0,-1-1 0,1 0 0,0 1 0,0-1 0,-1 1 0,1 0 0,0-1 0,-1 1 0,1 0 0,-1 0 0,3 2 0,18 11 0,-1 0 0,31 29 0,-37-30 0,0 0 0,1-1 0,0 0 0,1-1 0,0-1 0,1-1 0,19 8 0,55 6-1365,6-7-5461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06:01.6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24575,'4'0'0,"12"0"0,18 0 0,7 0 0,1 0 0,0 0 0,-4 0 0,-3 0 0,-3 0 0,-7 0-8191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06:01.9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24575,'0'14'0,"10"34"0,7 23 0,7 23 0,3 20 0,-3 5 0,5-3 0,-4-8 0,0-2 0,0-10 0,-5-16 0,-4-22-8191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06:02.4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30 24575,'0'-5'0,"4"-2"0,8 1 0,5 1 0,5 2 0,4 1 0,2 1 0,5 0 0,-2 1-8191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06:02.6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06:02.9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24575,'0'0'-8191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06:03.8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0 134 24575,'5'0'0,"6"0"0,21-10 0,14-7 0,9-7 0,5-3 0,-3 3 0,-7 5 0,-11 6-8191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06:04.2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24575,'0'5'0,"5"30"0,6 52 0,6 27 0,0 21 0,3 13 0,-3-5 0,0-17 0,-2-15 0,-3-23 0,-5-20 0,-3-18 0,-2-7 0,-2-11-8191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06:05.0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24575,'158'651'0,"-145"-587"0,-6-26 0,13 56 0,-16-82 0,0 0 0,0-1 0,1 1 0,0-1 0,10 14 0,-14-23 0,0-1 0,0 0 0,0 0 0,0 1 0,0-1 0,0 0 0,0 0 0,0 0 0,0 0 0,1 0 0,-1 0 0,0 0 0,1-1 0,-1 1 0,3 0 0,-3 0 0,0-1 0,0 0 0,0 0 0,0 0 0,0-1 0,0 1 0,-1 0 0,1 0 0,0 0 0,0-1 0,0 1 0,0 0 0,0-1 0,-1 1 0,1-1 0,0 1 0,0-1 0,-1 1 0,1-1 0,0 0 0,3-3 0,-1 0 0,0-1 0,0 1 0,0-1 0,-1 0 0,0 1 0,0-1 0,2-6 0,5-18 0,-2-1 0,-1 0 0,3-38 0,0-96 0,-8 122 0,2-112 0,-3 149 0,0 1 0,0-1 0,0 1 0,1-1 0,0 1 0,2-8 0,-3 11 0,0 0 0,1 1 0,-1-1 0,0 1 0,1-1 0,-1 0 0,1 1 0,-1-1 0,1 1 0,-1-1 0,1 1 0,-1 0 0,1-1 0,-1 1 0,1 0 0,0-1 0,-1 1 0,1 0 0,0-1 0,-1 1 0,1 0 0,-1 0 0,1 0 0,0 0 0,0 0 0,-1 0 0,1 0 0,0 0 0,-1 0 0,1 0 0,0 0 0,-1 0 0,1 0 0,0 1 0,-1-1 0,1 0 0,-1 0 0,1 1 0,0-1 0,-1 0 0,1 1 0,-1-1 0,1 1 0,-1-1 0,2 1 0,10 10 0,1 0 0,-1 1 0,-1 0 0,0 0 0,15 25 0,-11-17 0,22 29 0,98 123 0,-111-146 0,1 0 0,1-2 0,1-1 0,33 22 0,-52-39 0,0-2 0,0 1 0,1-1 0,-1 0 0,1-1 0,0 0 0,0 0 0,0-1 0,12 2 0,-18-4 0,1 0 0,0 0 0,-1 0 0,1 0 0,0-1 0,-1 1 0,1-1 0,-1 0 0,1 0 0,-1-1 0,1 1 0,-1-1 0,0 1 0,0-1 0,0 0 0,0 0 0,0 0 0,0-1 0,0 1 0,-1-1 0,1 0 0,-1 0 0,0 1 0,1-1 0,-1-1 0,2-3 0,5-13 0,-1 0 0,-1 0 0,0 0 0,-1-1 0,-2 0 0,4-27 0,-4-2 0,-2-80 0,-5 92-227,-1 0-1,-2 0 1,-2 0-1,-1 1 1,-22-54-1,18 58-6598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06:05.8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54 513 24575,'-4'11'0,"0"1"0,1-1 0,0 1 0,1-1 0,0 1 0,0 21 0,1-11 0,-2 69 0,3-61 0,-1-1 0,-8 51 0,9-80 0,0 1 0,0 0 0,0-1 0,0 1 0,0-1 0,0 1 0,-1-1 0,1 1 0,0 0 0,0-1 0,0 1 0,-1-1 0,1 1 0,0-1 0,-1 1 0,1-1 0,0 1 0,-1-1 0,1 0 0,-1 1 0,0 0 0,-3-10 0,-2-28 0,3-16 0,3-1 0,2 0 0,2 0 0,13-58 0,-3 44 0,4 0 0,44-110 0,-50 149 0,1 0 0,1 1 0,32-45 0,-45 70 0,1 1 0,-1 0 0,1 0 0,0 0 0,-1 0 0,1 0 0,0 0 0,1 0 0,-1 0 0,0 1 0,0-1 0,1 1 0,-1 0 0,1 0 0,-1 0 0,1 0 0,0 0 0,-1 0 0,1 1 0,0-1 0,-1 1 0,1 0 0,4 0 0,-3 1 0,0 0 0,0 1 0,0-1 0,-1 1 0,1 0 0,0 0 0,-1 1 0,1-1 0,-1 1 0,0 0 0,0 0 0,0 0 0,0 0 0,3 5 0,12 16 0,0 1 0,27 55 0,20 64 0,-19-40 0,-36-82-109,-1-2-310,1-1 1,13 21-1,-10-22-6407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06:06.5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1079 1 24575,'-5'9'0,"-16"23"0,-14 25 0,-20 22 0,-15 22 0,-25 17 0,-19 18 0,-21 9 0,5 0 0,14-16 0,26-24 0,25-31 0,23-23 0,13-20 0,8-15 0,2-10 0,-1-17 0,4-5-8191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06:06.8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24575,'48'84'0,"-10"-21"0,45 87 0,152 253 0,-179-317 0,5-2 0,106 115 0,-139-171 0,1-1 0,1-1 0,0-2 0,50 30 0,-58-42 0,1-1 0,0 0 0,0-2 0,1-1 0,0-1 0,1 0 0,48 5 0,48-9-1365,-70-4-5461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06:07.3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1 283 24575,'93'249'0,"-83"-218"0,-6-22 0,-2-11 0,-4-20 0,-10-73 0,-21-223 0,32 305 0,0 1 0,2-1 0,-1 1 0,1 0 0,1-1 0,6-21 0,-8 33 0,1 0 0,-1-1 0,0 1 0,1 0 0,0-1 0,-1 1 0,1 0 0,0 0 0,-1 0 0,1-1 0,0 1 0,0 0 0,0 0 0,0 0 0,0 1 0,0-1 0,0 0 0,1 0 0,-1 0 0,0 1 0,0-1 0,1 1 0,-1-1 0,0 1 0,0-1 0,3 1 0,-2 0 0,1 0 0,-1 1 0,0-1 0,1 1 0,-1 0 0,0-1 0,1 1 0,-1 0 0,0 1 0,0-1 0,0 0 0,0 1 0,3 2 0,7 6 0,-1 1 0,-1 0 0,15 21 0,18 30 0,-2 3 0,-4 1 0,39 93 0,-65-135-1365,-1-7-5461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06:10.2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0 749 24575,'156'-5'0,"3"-8"0,68-14-451,64-11-1353,-203 26 1581,948-109-529,509 50-939,14 72 41,-648 4 1294,366-35 488,-1118 24-111,2683-46 452,-1656 54-797,-726-3-974,1281-52 498,-1162 18-1100,938-80 801,-1114 88 1108,1178-87 2106,-1307 94 1588,-242 16-1935,-24 1-1030,-11 0-845,-21-4-4588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06:10.8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24575,'15'10'0,"23"22"0,6 10 0,4 4 0,5-2 0,2-9 0,1-9 0,-3-10 0,-12-8-8191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06:11.0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48 1 24575,'15'19'0,"23"35"0,15 19 0,18 20 0,2-1 0,-2-6 0,-9-14 0,-14-13 0,-16-8 0,-18-7 0,-30 3 0,-37 8 0,-24-1 0,-22 1 0,-5-10 0,7-8 0,19-9-8191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06:11.4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1 425 24575,'5'0'0,"15"0"0,10 0 0,10 0 0,11-10 0,8-17 0,7-23 0,-7-18 0,-14-17 0,-14-12 0,-12 9-8191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06:11.8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24575,'0'60'0,"19"449"0,-12-450 0,3 0 0,2-1 0,2-1 0,3 0 0,3-1 0,40 81 0,-51-121 0,0-1 0,0 0 0,1 0 0,1-2 0,22 23 0,-25-29 0,0 0 0,1-1 0,-1 0 0,1 0 0,1-1 0,-1 0 0,1-1 0,-1 0 0,1 0 0,19 3 0,-7-4 0,0-1 0,0-1 0,0-1 0,0-1 0,0-1 0,0-1 0,0-1 0,0-1 0,-1-1 0,0 0 0,0-2 0,0-1 0,-1 0 0,0-1 0,29-21 0,-38 21 0,0 0 0,-1 0 0,0-1 0,0 0 0,-1-1 0,-1 0 0,0 0 0,-1-1 0,0 0 0,-1-1 0,0 1 0,4-19 0,-9 31 0,1-6 0,1-1 0,0 1 0,0-1 0,7-11 0,-9 18 0,0 1 0,-1-1 0,1 0 0,-1 0 0,1 1 0,0-1 0,0 0 0,0 1 0,-1-1 0,1 1 0,0-1 0,0 1 0,0-1 0,0 1 0,0-1 0,0 1 0,0 0 0,1-1 0,0 2 0,-1-1 0,0 0 0,0 0 0,0 1 0,1-1 0,-1 1 0,0-1 0,0 1 0,0 0 0,0-1 0,0 1 0,0 0 0,0 0 0,0-1 0,0 1 0,0 0 0,-1 0 0,1 0 0,1 2 0,1 3-195,0 0 0,0 0 0,0 0 0,0 0 0,-1 0 0,2 11 0,2 11-6631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06:13.9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 33 24575,'5'117'0,"37"201"0,-29-240 0,-8-30 0,-5-47 0,1 0 0,-1 0 0,0 1 0,0-1 0,0 0 0,0 0 0,0 0 0,-1 0 0,1 0 0,0 0 0,0 0 0,-1 0 0,1 0 0,-1 0 0,0 2 0,0-3 0,1 0 0,-1 0 0,0-1 0,1 1 0,-1 0 0,0 0 0,1-1 0,-1 1 0,1 0 0,-1-1 0,1 1 0,-1-1 0,1 1 0,-1 0 0,1-1 0,-1 1 0,1-1 0,0 0 0,-1 1 0,1-1 0,0 1 0,-1-1 0,1 1 0,0-1 0,-1-1 0,-7-14 0,0-1 0,1 0 0,1 0 0,0-1 0,-5-30 0,-8-97 0,18 132 0,0 9 0,-3-35 0,2-67 0,2 96 0,1 0 0,0 0 0,0 0 0,1 1 0,0-1 0,1 1 0,0-1 0,1 1 0,0 0 0,0 0 0,1 0 0,9-11 0,-13 18 0,1 0 0,0-1 0,0 1 0,0 1 0,1-1 0,-1 0 0,0 0 0,1 1 0,-1-1 0,1 1 0,0 0 0,-1 0 0,1 0 0,0 0 0,0 0 0,-1 1 0,1-1 0,0 1 0,0 0 0,0 0 0,0 0 0,0 0 0,0 0 0,-1 1 0,1-1 0,0 1 0,0 0 0,0 0 0,-1 0 0,5 2 0,4 3 0,0 0 0,-1 1 0,0 0 0,0 1 0,17 17 0,28 35 0,-3 2 0,62 97 0,-61-81 0,83 92 0,-130-163 0,0-1 0,0 0 0,0-1 0,1 0 0,0 0 0,0 0 0,0-1 0,1 0 0,0 0 0,0-1 0,-1 0 0,17 4 0,-17-6 0,1 0 0,-1-1 0,0 0 0,0 0 0,0-1 0,0 0 0,0 0 0,0 0 0,0-1 0,0 0 0,0-1 0,0 0 0,-1 0 0,1 0 0,9-7 0,6-5 0,0-2 0,-1 0 0,-1-1 0,0-1 0,-2-1 0,0-1 0,-1 0 0,-1-1 0,15-28 0,-29 45 0,1 0 0,-1 0 0,0 0 0,-1 0 0,1-1 0,-1 1 0,0-1 0,0 1 0,0-1 0,-1 0 0,0 1 0,0-1 0,-2-11 0,0 10 0,-1 0 0,1 0 0,-1 0 0,0 0 0,-1 0 0,0 1 0,0 0 0,0-1 0,-10-9 0,-2-1 0,0 1 0,-1 0 0,-1 2 0,-1 0 0,0 1 0,0 1 0,-1 1 0,-42-18 0,58 28 0,0-1 0,0 1 0,0 0 0,0 0 0,0 1 0,0-1 0,0 1 0,-1 0 0,1 0 0,0 0 0,-7 1 0,9 0 0,-1 0 0,1 0 0,0 0 0,-1 0 0,1 1 0,0-1 0,0 1 0,0-1 0,0 1 0,0 0 0,0 0 0,0 0 0,1 0 0,-1 0 0,1 0 0,-1 0 0,1 0 0,0 1 0,0-1 0,-1 3 0,-3 9 0,0 0 0,1 1 0,1 0 0,-2 25 0,1 64 0,4-69 0,-1-16 0,0 56 0,11 108 0,-9-175 0,0 0 0,1 0 0,-1-1 0,2 1 0,-1-1 0,1 0 0,0 1 0,6 9 0,-7-15 0,0 1 0,1 0 0,-1-1 0,1 1 0,-1-1 0,1 0 0,0 0 0,-1 0 0,1 0 0,0 0 0,0-1 0,0 0 0,1 1 0,-1-1 0,0 0 0,1 0 0,-1-1 0,0 1 0,1-1 0,-1 1 0,6-1 0,5-1 0,0-1 0,-1 0 0,1-1 0,0 0 0,-1-1 0,0 0 0,24-12 0,2-4 0,47-33 0,-48 27 0,0-2 0,-3-1 0,34-35 0,-55 50 0,-1-1 0,0-1 0,-1 0 0,0 0 0,-2-1 0,0-1 0,-1 0 0,0 0 0,9-32 0,-16 43 0,-1 0 0,0 0 0,0 0 0,0 0 0,-1 0 0,0 0 0,0 0 0,-1 0 0,1 0 0,-2 0 0,1 0 0,-4-9 0,4 13 0,-1 0 0,0 0 0,1 0 0,-1 0 0,0 0 0,0 1 0,-1-1 0,1 1 0,0 0 0,-1-1 0,1 1 0,-1 0 0,0 0 0,0 1 0,0-1 0,0 1 0,0-1 0,0 1 0,0 0 0,-1 0 0,1 0 0,0 1 0,-1-1 0,1 1 0,0-1 0,-1 1 0,-4 1 0,4-1 0,0 1 0,0-1 0,0 1 0,0 0 0,0 0 0,0 1 0,0-1 0,0 1 0,1 0 0,-1 0 0,0 0 0,1 0 0,0 1 0,0-1 0,-1 1 0,2 0 0,-1 0 0,0 0 0,0 0 0,1 1 0,-4 5 0,-2 7 0,0 1 0,1-1 0,-9 31 0,1 5 0,2 1 0,2 0 0,-6 89 0,17-137 0,0 0 0,0 0 0,0-1 0,1 1 0,-1 0 0,1-1 0,0 1 0,2 6 0,-2-10 0,-1 0 0,0 0 0,1-1 0,-1 1 0,1-1 0,-1 1 0,1 0 0,-1-1 0,1 1 0,-1-1 0,1 1 0,0-1 0,-1 1 0,1-1 0,-1 0 0,1 1 0,0-1 0,0 0 0,-1 0 0,1 1 0,1-1 0,0 0 0,0 0 0,-1 0 0,1-1 0,0 1 0,-1 0 0,1-1 0,-1 1 0,1-1 0,0 0 0,-1 0 0,1 1 0,-1-1 0,0 0 0,2-1 0,8-7 0,-1 0 0,0-1 0,-1 0 0,0-1 0,-1 1 0,0-2 0,9-15 0,3-11 0,16-42 0,15-69 0,-50 146 0,1-1 0,-1 1 0,1 0 0,0 1 0,-1-1 0,2 0 0,-1 0 0,0 1 0,0-1 0,1 1 0,-1 0 0,1 0 0,0 0 0,0 0 0,3-2 0,-4 3 0,0 1 0,0-1 0,0 1 0,1-1 0,-1 1 0,0 0 0,0-1 0,0 1 0,0 0 0,0 1 0,0-1 0,0 0 0,0 1 0,1-1 0,-1 1 0,0-1 0,0 1 0,-1 0 0,1 0 0,0 0 0,0 0 0,0 0 0,0 1 0,-1-1 0,3 3 0,2 1 0,-1 1 0,1 0 0,-1 0 0,-1 1 0,1-1 0,-1 1 0,5 11 0,17 55 0,-22-59 0,0 1 0,2-1 0,-1 0 0,2 0 0,0-1 0,10 16 0,-16-28 0,-1 0 0,1 0 0,0 0 0,-1 0 0,1 0 0,0 0 0,0 0 0,0 0 0,0 0 0,-1-1 0,1 1 0,0 0 0,0 0 0,0-1 0,1 1 0,-1-1 0,0 1 0,0-1 0,0 0 0,0 1 0,0-1 0,1 0 0,-1 0 0,0 0 0,0 0 0,0 0 0,1 0 0,-1 0 0,0 0 0,0 0 0,0 0 0,1-1 0,-1 1 0,0 0 0,0-1 0,0 1 0,0-1 0,0 0 0,0 1 0,0-1 0,1-1 0,2-1 0,-1-1 0,-1 1 0,1-1 0,0 0 0,-1 0 0,0 0 0,0 0 0,0-1 0,0 1 0,1-5 0,2-17 0,0 1 0,2-46 0,3-21 0,-1 66 0,-8 25 0,-1 0 0,1 1 0,-1-1 0,1 1 0,-1-1 0,1 1 0,-1-1 0,1 1 0,-1-1 0,1 1 0,0-1 0,-1 1 0,1 0 0,0-1 0,-1 1 0,1 0 0,0 0 0,-1-1 0,1 1 0,1 0 0,1 1 0,-1-1 0,0 1 0,1 0 0,-1 0 0,0 0 0,0 1 0,0-1 0,1 0 0,-1 1 0,-1-1 0,1 1 0,0 0 0,0 0 0,-1 0 0,1 0 0,-1 0 0,3 3 0,32 49 0,58 118 0,-61-109 0,40 92 0,-67-146 0,-4-11 0,-3-16 0,-32-473 0,33 482-195,0-1 0,1 1 0,0 0 0,0 0 0,1 0 0,5-14 0,-1 7-6631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06:14.7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06:14.9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24575,'5'0'0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06:16.6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1448 230 24575,'-9'1'0,"0"0"0,-1 0 0,2 1 0,-1 1 0,-15 5 0,3-1 0,-8 2 0,-140 47 0,168-55 0,-28 13 0,29-14 0,-1 0 0,1 0 0,-1 0 0,1 1 0,-1-1 0,1 0 0,-1 0 0,1 1 0,-1-1 0,1 0 0,-1 1 0,1-1 0,0 0 0,-1 1 0,1-1 0,0 1 0,-1-1 0,1 1 0,0-1 0,0 1 0,-1-1 0,1 1 0,0-1 0,0 1 0,0-1 0,0 1 0,0-1 0,-1 1 0,1-1 0,0 1 0,0 0 0,1-1 0,-1 1 0,0-1 0,0 1 0,0-1 0,0 1 0,0-1 0,1 1 0,-1-1 0,0 1 0,0-1 0,1 1 0,-1-1 0,0 1 0,1-1 0,0 1 0,3 2 0,0-1 0,0 1 0,0-1 0,1 0 0,-1 0 0,1 0 0,0-1 0,-1 0 0,8 2 0,57 4 0,-46-5 0,81 4-215,0-5 1,0-4-1,-1-5 0,0-5 0,111-27 0,491-173-1073,-633 187 1288,87-43 0,-140 55-20,-19 14 20,0 0 0,0 0-1,0-1 1,0 1-1,0 0 1,0 0 0,0 0-1,0-1 1,-1 1-1,1 0 1,0 0 0,0 0-1,0-1 1,0 1-1,0 0 1,0 0 0,0 0-1,-1 0 1,1-1-1,0 1 1,0 0-1,0 0 1,0 0 0,-1 0-1,1 0 1,0 0-1,0 0 1,0 0 0,-1 0-1,1-1 1,0 1-1,0 0 1,0 0 0,-1 0-1,1 0 1,0 0-1,0 0 1,-1 0 0,1 0-1,0 0 1,0 1-1,0-1 1,-1 0 0,1 0-1,0 0 1,0 0-1,-46 7 193,-172 47 462,109-24-539,-190 45-261,-421 87-1043,236-55-1297,105-23 1896,65-15 430,83-19-478,101-17 479,129-33 159,-1 0 0,1 0 0,0 1 0,0-1 0,0 0 0,0 1 0,0-1 0,0 1 0,0-1 0,1 1 0,-1 0 0,0-1 0,0 1 0,0 0 0,1-1 0,-1 1 0,-1 1 0,3-1 0,-1-1 0,1 1 0,-1-1 0,1 1 0,-1-1 0,1 1 0,0-1 0,-1 1 0,1-1 0,0 1 0,-1-1 0,1 0 0,0 0 0,-1 1 0,1-1 0,0 0 0,0 0 0,-1 0 0,1 0 0,0 1 0,0-1 0,0-1 0,42 6 0,42-2 0,165-3 0,99-8-98,73-12-295,618-73-16,-11-36-1112,-817 97 1260,-189 27 261,36-10 0,-56 12 0,-10 2 0,-46 3 0,-144 17 0,-121 15-30,-1190 221 406,1296-201 1731,202-51-1969,0-1 1,1 2 0,-1-1 0,1 1-1,-1 1 1,-16 10 0,26-15-122,0 0 0,0 1 0,-1-1 0,1 0 0,0 1 0,0-1 1,0 1-1,0-1 0,0 0 0,0 1 0,-1-1 0,1 1 0,0-1 1,0 1-1,0-1 0,0 0 0,1 1 0,-1-1 0,0 1 0,0-1 1,0 0-1,0 1 0,0-1 0,0 0 0,1 1 0,-1-1 0,0 1 0,0-1 1,1 0-1,-1 1 0,0-1 0,0 0 0,1 0 0,-1 1 0,0-1 1,1 0-1,-1 0 0,0 1 0,1-1 0,-1 0 0,0 0 0,1 0 1,-1 0-1,1 0 0,-1 1 0,0-1 0,1 0 0,-1 0 0,1 0 1,9 3 307,0 0 1,-1-1 0,21 2 0,180 7 195,108-18-1012,645-106-2162,1-68 3141,-581 105-371,-312 61 418,-6 2 210,92-8 0,-152 20-745,0 1 0,0 0 0,0 0 0,0 0 0,-1 1 0,1 0 0,0-1 0,0 2 0,5 1 0,-9-2 0,1 0 0,-1 0 0,1 0 0,-1 0 0,0 0 0,1 1 0,-1-1 0,0 0 0,0 1 0,0-1 0,0 1 0,0-1 0,0 1 0,-1 0 0,1-1 0,0 1 0,-1 0 0,1-1 0,-1 1 0,0 0 0,0 0 0,0 0 0,0 2 0,1 1 121,-1 1 0,1-1 0,0 0 0,0 0 0,0 0 0,1 1 0,0-1 0,0-1 0,0 1 0,0 0 0,1 0 0,0-1 0,0 0 0,0 1 0,1-1 0,7 7 0,-5-7 50,0 0 1,0 0-1,1 0 1,-1-1-1,1 0 1,0 0-1,0-1 0,0 0 1,0 0-1,0 0 1,14 0-1,47 0-1536,-39-2-5461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06:42.1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24575,'17'14'0,"31"28"0,-24-18 0,267 291-808,-18 26-570,-82-98 915,230 240 709,-398-459-234,1 0 0,2-2 1,51 36-1,-72-55 29,1 0 1,-1 0-1,1-1 0,-1 1 1,1-1-1,0 0 0,0-1 1,0 1-1,0-1 0,0 0 1,0-1-1,0 0 0,11 0 1,-12-1 18,-1 0-1,1-1 1,0 1 0,-1-1-1,0 0 1,1 0 0,-1-1 0,0 1-1,0-1 1,0 0 0,-1 0-1,1 0 1,-1 0 0,1-1 0,-1 1-1,0-1 1,4-8 0,3-4 39,-1-1 1,0 0 0,-2-1 0,0 0-1,8-32 1,11-101 2,2-217-102,-24-6 0,-3 158 0,-1 202 0,1-1 0,0 0 0,4-16 0,-5 30 0,0 0 0,0 1 0,0-1 0,0 0 0,0 0 0,0 1 0,1-1 0,-1 0 0,0 0 0,0 1 0,1-1 0,-1 0 0,1 1 0,-1-1 0,1 0 0,-1 1 0,1-1 0,-1 1 0,1-1 0,-1 1 0,1-1 0,-1 1 0,1-1 0,0 1 0,-1-1 0,1 1 0,0 0 0,0 0 0,-1-1 0,1 1 0,0 0 0,0 0 0,-1 0 0,1 0 0,0 0 0,0 0 0,0 0 0,-1 0 0,1 0 0,0 0 0,0 0 0,-1 0 0,1 1 0,0-1 0,0 0 0,-1 0 0,1 1 0,0-1 0,-1 1 0,1-1 0,1 1 0,12 10 0,0 1 0,-1 0 0,-1 1 0,16 20 0,117 150 0,41 86-613,232 418-2512,-34 22 3187,-246-430-294,-110-215-230,31 108-1,-52-145 410,-1 0 1,-1 0-1,-2 1 0,0-1 1,-2 1-1,-2-1 0,-6 54 1,3-61 33,-1 0 1,0 0-1,-2-1 1,0 0-1,-1 0 1,-1 0-1,-1-1 1,0-1-1,-2 1 1,-24 28-1,19-29 19,0 0 0,0-1 0,-2-1 0,0-1 0,0-1 0,-1 0 0,-1-2 0,0 0 0,-1-1 0,0-2 0,0 0 0,-1-1 0,0-1 0,-37 4 0,49-9 127,1-1 1,0 0-1,0 0 0,0-1 0,-1 0 0,1-1 1,0 0-1,1-1 0,-1 0 0,0-1 0,1 0 1,0 0-1,0-1 0,0 0 0,0-1 0,1 1 1,0-2-1,0 1 0,0-1 0,1 0 0,0-1 1,1 0-1,0 0 0,0 0 0,0-1 0,1 0 1,-4-9-1,-4-13 17,2-1 0,0 1 0,3-1 0,0-1 1,2 0-1,2 0 0,1 0 0,1-1 0,4-44 0,3 11-314,3 0 0,4 0-1,31-106 1,-23 111 150,3 2 1,3 1-1,2 0 1,2 2-1,58-81 0,-54 93-10,1 2 0,2 2-1,2 1 1,2 2 0,1 1-1,79-51 1,-78 61 154,1 2 1,0 2-1,2 2 0,1 1 0,0 3 1,1 2-1,83-15 0,-48 14-6,-1-3 0,0-4 0,135-57 0,-210 77-215,-1 1-1,1-1 1,-1 0-1,1 0 1,-1-1-1,0 1 1,0-2-1,-1 1 1,1-1-1,-1 1 1,0-1-1,0-1 0,8-10 1,-5-5-6729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06:42.3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84 24575,'5'0'0,"6"0"0,6 0 0,10 0 0,10-9 0,8-9 0,6-10 0,-5-1-8191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06:42.5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73 24575,'5'0'0,"11"0"0,22-5 0,23-6 0,12-16 0,-7-3-8191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06:43.1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0 431 24575,'1'16'0,"0"0"0,1 0 0,1 0 0,1 0 0,0 0 0,1-1 0,11 25 0,7 6 0,30 45 0,-27-49 0,-2 1 0,-16-27 0,0 0 0,2-1 0,0 0 0,0-1 0,14 14 0,-20-26 0,-6-9 0,-12-29 0,-13-38 0,-20-83 0,40 127 0,1 9 0,1-1 0,1 0 0,1 1 0,1-1 0,0 0 0,3-27 0,-1 48 0,0-1 0,0 0 0,1 1 0,-1-1 0,0 1 0,1-1 0,-1 1 0,1-1 0,-1 1 0,1-1 0,0 1 0,-1-1 0,1 1 0,0 0 0,0-1 0,0 1 0,0 0 0,0 0 0,0 0 0,1 0 0,-1 0 0,0 0 0,1 0 0,-1 0 0,0 0 0,1 1 0,-1-1 0,1 0 0,-1 1 0,1-1 0,0 1 0,-1 0 0,1 0 0,-1-1 0,1 1 0,-1 0 0,1 0 0,0 0 0,-1 1 0,3-1 0,5 2 0,0 1 0,0 0 0,0 0 0,0 1 0,15 8 0,35 24 0,101 81 0,-44-29 0,-99-76 0,10 8 0,1-2 0,50 26 0,-75-43 0,-1 0 0,1 0 0,0 0 0,0 0 0,0 0 0,0 0 0,0-1 0,1 1 0,-1-1 0,0 0 0,0 0 0,0 0 0,0-1 0,0 1 0,0-1 0,0 1 0,5-3 0,-5 2 0,0-1 0,-1 0 0,1 0 0,-1 0 0,1 0 0,-1 0 0,0-1 0,0 1 0,0-1 0,0 1 0,0-1 0,-1 0 0,1 1 0,1-6 0,2-8 0,-1-1 0,0 0 0,-1 0 0,0 0 0,-1-20 0,-1 21 0,1-18 0,-1 6 0,2 0 0,11-52 0,-13 74 0,1-1 0,0 0 0,1 1 0,0 0 0,0-1 0,0 1 0,1 0 0,-1 1 0,2-1 0,-1 0 0,0 1 0,1 0 0,0 0 0,0 1 0,1-1 0,11-6 0,3 2 0,0 1 0,0 1 0,0 1 0,29-5 0,-10 3 0,58-18-341,-1-4 0,-2-4-1,91-48 1,-14-2-6485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06:43.5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487 1 24575,'1'29'0,"2"1"0,9 44 0,-1-8 0,47 714 0,-57-760 0,0 25 0,-6 74 0,5-115 0,-1 1 0,0-1 0,0 1 0,0-1 0,0 1 0,-1-1 0,0 0 0,1 0 0,-2 0 0,-3 7 0,5-10 0,0 0 0,-1 0 0,1 0 0,0 0 0,0-1 0,-1 1 0,1 0 0,0-1 0,-1 1 0,1-1 0,-1 1 0,1-1 0,0 1 0,-1-1 0,1 0 0,-1 0 0,1 0 0,-1 0 0,1 0 0,-1 0 0,1 0 0,-1-1 0,1 1 0,-1 0 0,1-1 0,-1 1 0,1-1 0,0 0 0,-1 1 0,1-1 0,0 0 0,0 0 0,-1 0 0,-1-2 0,-7-6 0,-1 0 0,2-1 0,-1 0 0,1-1 0,1 0 0,0-1 0,0 0 0,-9-21 0,-3-1 0,-326-578-626,305 532 626,38 73 0,5 5 0,10 15 0,251 339 0,-237-319-10,207 251-587,-186-233 504,2-2 0,2-2 1,75 53-1,-104-86 169,1 0 1,0-1-1,1-1 1,1-1 0,29 9-1,-35-15-72,1 0 1,0-1-1,0-2 0,0 0 0,0-1 1,1 0-1,22-4 0,-10-2-594,54-13 0,20-16-5310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06:43.7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24575,'0'5'0,"5"6"0,15 6 0,15 5 0,6-1 0,10-4 0,6-5 0,4-5 0,9-3 0,8-3 0,15-6 0,15-7 0,4-11 0,-17-1-8191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06:44.1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24575,'0'15'0,"2"-1"0,-1 1 0,2-1 0,0 0 0,1 0 0,7 19 0,43 80 0,-41-86 0,38 65 0,87 121 0,87 70 0,-205-260 0,0-1 0,2-1 0,27 21 0,-45-39 0,-1-1 0,1 1 0,0-1 0,-1 0 0,1 0 0,0 0 0,1 0 0,-1-1 0,0 1 0,0-1 0,1 0 0,-1-1 0,0 1 0,1-1 0,-1 0 0,8 0 0,-7-2 0,-1 1 0,1-1 0,-1 0 0,1 0 0,-1 0 0,0 0 0,0-1 0,0 1 0,-1-1 0,1 0 0,0-1 0,-1 1 0,0-1 0,0 1 0,5-8 0,3-6-455,-1-1 0,11-22 0,14-44-6371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06:44.6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24575,'1'8'0,"0"0"0,0 0 0,1 0 0,0 0 0,0-1 0,1 1 0,0-1 0,0 0 0,1 1 0,6 8 0,0 1 0,199 303-28,-142-225-146,415 564-838,-398-548 1060,61 74 151,-140-179-189,0-1 0,0 1 0,1-1 0,7 5 0,-13-10-10,0 0 0,0 1 0,1-1 0,-1 0 0,0 0 0,0 0 0,0 1 0,1-1 0,-1 0 0,0 0 0,1 0 0,-1 0 0,0 0 0,0 1 0,1-1 0,-1 0 0,0 0 0,1 0 0,-1 0 0,0 0 0,1 0 0,-1 0 0,0 0 0,0 0 0,1 0 0,-1 0 0,0 0 0,1 0 0,-1 0 0,0-1 0,1 1 0,-1 0 0,0 0 0,0 0 0,1 0 0,-1-1 0,0 1 0,0 0 0,1 0 0,-1 0 0,0-1 0,0 1 0,0 0 0,1 0 0,-1-1 0,0 1 0,0 0 0,0 0 0,0-1 0,0 1 0,1 0 0,-1-1 0,0 1 0,0 0 0,0-1 0,0 1 0,0 0 0,0 0 0,0-1 0,0 1 0,0 0 0,0-1 0,-1 1 0,1-18 0,-2 1 0,0 0 0,-1 0 0,-8-26 0,0-4 0,-89-498 152,99 536-105,-1-8 56,0 1 0,1 0-1,0-1 1,2 1-1,0-1 1,4-20-1,-5 36-102,0 1 0,0-1 0,0 1 0,0-1 0,0 0 0,0 1 0,0-1 0,0 1 0,1-1 0,-1 1 0,0-1 0,0 1 0,1-1 0,-1 1 0,0-1 0,1 1 0,-1-1 0,0 1 0,1-1 0,-1 1 0,1-1 0,-1 1 0,1 0 0,-1-1 0,1 1 0,-1 0 0,1-1 0,-1 1 0,1 0 0,-1 0 0,1 0 0,0 0 0,-1-1 0,1 1 0,-1 0 0,1 0 0,-1 0 0,1 0 0,0 0 0,-1 0 0,2 1 0,0 0 0,0 0 0,0 1 0,0-1 0,0 1 0,-1-1 0,1 1 0,0 0 0,2 3 0,9 15 0,0 1 0,-1 0 0,-2 1 0,0 1 0,-1-1 0,-2 1 0,0 1 0,-1-1 0,3 35 0,-8-46 0,0-1 0,-1 0 0,-1 1 0,1-1 0,-2 0 0,0 0 0,0 0 0,-1 0 0,-1 0 0,1 0 0,-2-1 0,1 0 0,-2 0 0,1 0 0,-1 0 0,-1-1 0,0 0 0,0 0 0,0-1 0,-15 12 0,-13 11-455,-2-2 0,-66 39 0,22-22-6371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06:45.3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4718 3316 24575,'443'-191'-7570,"198"-84"5829,363-157-1585,1351-629 1536,-1349 585 1515,-248 101-60,-271 114 326,-430 229 109,-1-4 0,69-56-1,-120 88-83,0-1 0,0 0-1,-1 0 1,1 0-1,-1 0 1,-1 0 0,6-10-1,-9 15-3,1-1 0,-1 0 0,0 0-1,1 0 1,-1 1 0,0-1 0,0 0-1,0 0 1,1 0 0,-1 0 0,0 0 0,0 0-1,0 1 1,0-1 0,-1 0 0,1 0 0,0 0-1,0 0 1,0 0 0,-1 1 0,1-1 0,0 0-1,-1 0 1,1 0 0,-1 1 0,1-1 0,-1 0-1,1 1 1,-1-1 0,0 0 0,1 1 0,-1-1-1,0 1 1,1-1 0,-2 0 0,-2-1 74,-1 1 1,1 0-1,0 0 0,-1 0 1,1 0-1,-1 1 0,1-1 0,-1 1 1,0 0-1,-4 1 0,-20 2 389,-44 11 0,-270 90 0,-173 96-475,-216 128 0,-217 128 0,-246 136 0,-209 129-425,-114 80-1276,66-4 941,215-94-579,290-146 1004,300-161 335,258-143 332,351-227 111,0 1-1,-66 63 1,103-89-429,-1 1 1,1-1 0,0 1-1,-1-1 1,1 1-1,0 0 1,0 0-1,0 0 1,0-1-1,0 1 1,0 0-1,1 0 1,-1 0-1,0 0 1,1 0-1,0 0 1,-1 1-1,1-1 1,0 2-1,1-2-12,0-1 0,0 1 0,0-1 0,1 1 0,-1-1-1,0 0 1,1 0 0,-1 0 0,0 0 0,1 0-1,-1 0 1,1 0 0,0 0 0,-1 0 0,1-1-1,0 1 1,-1 0 0,1-1 0,0 0 0,0 1-1,-1-1 1,4 0 0,15 2-2,-1-1 0,0-1 0,22-2 0,125-19 0,392-99 0,284-103 0,1597-488 0,-326 92 0,-1618 480 6,-179 53 19,-145 44-19,-160 39 250,-1 1 1,1 0 0,23 0 0,-34 2-162,0 0 0,0 0 0,1 0 0,-1 0 0,0 0 0,0 0 1,1 0-1,-1 0 0,0 0 0,1 0 0,-1 0 0,0 1 0,0-1 0,1 0 0,-1 0 0,0 0 1,0 0-1,1 0 0,-1 0 0,0 1 0,0-1 0,0 0 0,1 0 0,-1 0 0,0 1 1,0-1-1,0 0 0,0 0 0,1 0 0,-1 1 0,0-1 0,0 0 0,0 0 0,0 1 0,0-1 1,0 0-1,0 0 0,0 1 0,0-1 0,0 0 0,0 1 0,0-1 0,0 0 0,0 0 1,0 1-1,0-1 0,0 0 0,0 0 0,0 1 0,0-1 0,0 0 0,0 0 0,-1 1 1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14:38.5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13453 2218 23675,'-5'87'0,"-10"0"0,-11 0 0,-10-1 0,-11 0 0,-10-1 0,-9-1 0,-11 0 0,-9-2 0,-11-1 0,-9-1 0,-9-2 0,-9-1 0,-10-2 0,-8-2 0,-9-1 0,-9-3 0,-7-1 0,-9-3 0,-7-3 0,-7-1 0,-8-3 0,-6-3 0,-6-3 0,-7-2 0,-6-3 0,-5-3 0,-4-3 0,-6-3 0,-4-3 0,-4-3 0,-4-4 0,-2-2 0,-4-4 0,-2-4 0,-2-2 0,-2-4 0,-1-4 0,0-3 0,-1-3 0,0-4 0,0-3 0,1-3 0,1-4 0,2-4 0,2-2 0,3-4 0,2-4 0,3-2 0,4-4 0,4-3 0,5-3 0,4-3 0,5-3 0,6-3 0,5-3 0,6-2 0,7-3 0,7-3 0,6-3 0,8-1 0,8-3 0,7-3 0,9-1 0,8-3 0,8-1 0,10-2 0,8-2 0,10-1 0,9-2 0,10-1 0,9-1 0,11-2 0,9 0 0,10-1 0,11-1 0,10 0 0,10-1 0,10 0 0,11 0 0,10 0 0,11 0 0,10 1 0,10-1 0,10 2 0,11 0 0,10 0 0,9 2 0,11 1 0,9 1 0,10 1 0,9 2 0,10 1 0,8 2 0,10 1 0,8 3 0,8 1 0,9 3 0,7 2 0,8 2 0,8 3 0,6 2 0,7 3 0,7 2 0,6 3 0,5 3 0,6 3 0,5 3 0,4 3 0,5 3 0,4 4 0,4 2 0,3 4 0,2 3 0,3 3 0,2 4 0,2 3 0,1 4 0,1 2 0,0 5 0,0 2 0,-1 5 0,0 2 0,-1 4 0,-2 3 0,-2 4 0,-2 3 0,-4 3 0,-2 4 0,-4 2 0,-4 4 0,-4 3 0,-6 3 0,-4 3 0,-5 3 0,-6 3 0,-7 3 0,-6 2 0,-6 3 0,-8 2 0,-7 3 0,-7 2 0,-9 2 0,-7 3 0,-9 1 0,-9 3 0,-8 1 0,-10 2 0,-9 1 0,-9 2 0,-9 1 0,-11 1 0,-9 1 0,-11 2 0,-9 0 0,-10 0 0,-11 2 0,-10-1 0,-11 1 0,-10 0 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14:41.8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1215 146 24575,'-37'1'0,"14"0"0,0-1 0,1-1 0,-1-1 0,-34-8 0,30 4 0,-1 1 0,1 1 0,-29 0 0,-84 4 0,69 1 0,7-1 0,-3-1 0,0 3 0,-131 21 0,186-20 0,0 1 0,1 0 0,0 0 0,0 1 0,0 1 0,-15 10 0,-56 48 0,64-49 0,11-9 0,-1 0 0,1 1 0,1 0 0,-1 0 0,1 1 0,0-1 0,1 1 0,0 0 0,0 1 0,1-1 0,0 1 0,0 0 0,1 0 0,0 0 0,-2 18 0,2-3 0,1 1 0,2 0 0,0 0 0,1 0 0,2 0 0,1-1 0,9 36 0,0-17 0,1-1 0,2 0 0,28 50 0,-30-65 0,2 0 0,0-1 0,1 0 0,35 37 0,100 66 0,-115-102 0,80 43 0,-97-61 0,0-1 0,0 0 0,1-2 0,0 0 0,0-2 0,33 4 0,133-2 0,-162-6 0,324-4 0,247 4 0,-199 31 0,-253-17 0,297 25 0,-308-27 0,133 5 0,-213-16 0,97-12 0,-130 7 0,0 0 0,-1 0 0,0-2 0,0-1 0,0 0 0,-1-1 0,0-1 0,20-14 0,2-8 0,-2-1 0,-1-2 0,34-40 0,33-31 0,-96 97 0,-1 0 0,0 0 0,0 0 0,-1-1 0,0 0 0,-1 0 0,1-1 0,-2 1 0,1-1 0,-2 0 0,1 0 0,1-11 0,0-6 0,-1 0 0,-2 0 0,0-42 0,-3 60 0,0 1 0,0 0 0,0-1 0,-1 1 0,0 0 0,-1 0 0,0 0 0,0 0 0,-1 1 0,0-1 0,-6-8 0,-6-6 0,-1 0 0,-22-21 0,18 21 0,-19-19 0,-2 1 0,-53-38 0,-101-59 0,185 129 0,-38-23 0,-1 1 0,-2 2 0,0 3 0,-2 2 0,0 3 0,-1 2 0,-1 2 0,-80-12 0,-408-14 0,-8 43 0,206 2 0,290-3 0,-21-1 0,-112 13 0,170-9 0,-25 3 0,-65 18 0,50-6-273,0-2 0,0-3 0,-2-3 0,-88 4 0,122-14-6553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14:44.3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0 194 24575,'1'5'0,"0"-1"0,0 0 0,0 1 0,0-1 0,0 0 0,1 0 0,0 0 0,0 0 0,4 6 0,-2-3 0,76 119 0,-17-30 0,-38-58 0,-15-25 0,-1 0 0,-1 1 0,0 1 0,8 19 0,-16-33 0,0-1 0,0 0 0,0 1 0,0-1 0,0 0 0,1 1 0,-1-1 0,0 0 0,0 1 0,0-1 0,0 0 0,0 1 0,0-1 0,0 0 0,0 1 0,0-1 0,0 0 0,-1 1 0,1-1 0,0 0 0,0 1 0,0-1 0,0 0 0,0 1 0,-1-1 0,1 0 0,0 1 0,0-1 0,0 0 0,-1 0 0,1 1 0,0-1 0,0 0 0,-1 0 0,1 0 0,0 1 0,-1-1 0,1 0 0,0 0 0,-1 0 0,1 0 0,-1 0 0,1 1 0,0-1 0,0 0 0,0 0 0,-1 0 0,1 0 0,0 0 0,0 0 0,0 0 0,-1 1 0,1-1 0,0 0 0,0 0 0,0 0 0,0 0 0,-1 1 0,1-1 0,0 0 0,0 0 0,0 1 0,0-1 0,0 0 0,0 0 0,0 0 0,0 1 0,0-1 0,0 0 0,0 0 0,0 1 0,0-1 0,0 0 0,0 0 0,0 1 0,0-1 0,0 0 0,0 0 0,0 0 0,0 1 0,0-1 0,0 0 0,0 0 0,0 1 0,0-1 0,1 0 0,-1 0 0,0 0 0,0 0 0,0 1 0,0-1 0,1 0 0,-1 0 0,0 0 0,56 75 0,-18-27 0,70 90 0,-105-134 0,0 1 0,1 0 0,0-1 0,0 0 0,6 6 0,-9-10 0,0 1 0,0-1 0,-1 1 0,1-1 0,0 1 0,0-1 0,0 0 0,0 1 0,-1-1 0,1 0 0,0 0 0,0 0 0,0 0 0,0 0 0,0 1 0,0-1 0,0-1 0,0 1 0,0 0 0,-1 0 0,1 0 0,0 0 0,0-1 0,0 1 0,0 0 0,0-1 0,-1 1 0,1-1 0,0 1 0,0-1 0,-1 1 0,1-1 0,0 0 0,-1 1 0,1-1 0,0 0 0,-1 1 0,1-1 0,-1 0 0,1 0 0,-1 0 0,1-1 0,4-8 0,0 0 0,-1-1 0,0 1 0,0-1 0,-2 0 0,4-21 0,2-71 0,-7 86 0,0-140 0,-1 157 0,0 0 0,0 0 0,0 0 0,0 0 0,0-1 0,0 1 0,0 0 0,0 0 0,0 0 0,-1 0 0,1 0 0,0-1 0,0 1 0,0 0 0,0 0 0,0 0 0,0 0 0,0 0 0,0-1 0,0 1 0,0 0 0,0 0 0,0 0 0,1 0 0,-1 0 0,0-1 0,0 1 0,0 0 0,0 0 0,0 0 0,0 0 0,0 0 0,0 0 0,0-1 0,0 1 0,1 0 0,-1 0 0,0 0 0,0 0 0,0 0 0,0 0 0,0 0 0,0 0 0,1 0 0,-1 0 0,0 0 0,0 0 0,0-1 0,0 1 0,0 0 0,1 0 0,-1 0 0,0 0 0,0 0 0,0 0 0,0 0 0,1 1 0,-1-1 0,0 0 0,0 0 0,0 0 0,0 0 0,1 0 0,10 13 0,17 34 0,-17-29 0,59 85 0,-59-88 0,2 0 0,0-2 0,0 1 0,25 17 0,-34-28 0,-1-1 0,1 1 0,-1-1 0,1 0 0,0 0 0,0-1 0,0 1 0,0-1 0,0 0 0,0 0 0,0 0 0,0-1 0,1 1 0,-1-1 0,0 0 0,0 0 0,0 0 0,1-1 0,-1 0 0,0 0 0,0 0 0,0 0 0,0 0 0,0-1 0,7-4 0,-5 3 0,-1-1 0,0-1 0,0 1 0,0-1 0,-1 0 0,0 0 0,0 0 0,0 0 0,0-1 0,-1 1 0,0-1 0,0 0 0,0 0 0,-1 0 0,0-1 0,1-7 0,2-13 0,-2 0 0,0-1 0,-2 1 0,-1-1 0,-6-40 0,4 55 0,-1 1 0,0-1 0,-1 1 0,-1 0 0,-8-18 0,-37-56 0,36 63 0,-46-61 0,7 11 0,-26-41-1365,55 85-5461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14:44.9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24575,'5'4'0,"6"17"0,6 19 0,15 21 0,7 11 0,-4-3 0,-8-8 0,-7-14-8191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14:45.7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24575,'5'0'0,"16"14"0,18 24 0,13 16 0,7 7 0,8 13 0,2 4 0,3-2 0,-5-10 0,-9-10 0,-10-15 0,-9-15 0,-10-12-8191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14:46.1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246 1 24575,'-5'0'0,"-1"9"0,0 14 0,-4 16 0,-5 26 0,1 12 0,-8 6 0,-4 5 0,-3-4 0,-2-7 0,6-6 0,1-16 0,5-12 0,6-13-8191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14:46.4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24575,'0'9'0,"4"19"0,8 27 0,0 15 0,-1 4 0,2 0 0,-1-8 0,-2-16-8191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14:48.5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2125 319 24575,'-34'-2'0,"-49"-8"0,7 0 0,34 7 0,0 1 0,-1 2 0,1 3 0,0 1 0,0 2 0,0 1 0,1 3 0,-53 19 0,-495 217 0,445-182 0,83-37 0,-62 38 0,99-50 0,1 1 0,1 1 0,0 1 0,1 1 0,-24 27 0,-89 123 0,-15 16 0,131-164 0,-14 16 0,-37 52 0,66-82 0,-1 0 0,1 0 0,0 0 0,0 0 0,1 0 0,0 1 0,0-1 0,1 1 0,-1 12 0,2 7 0,3 38 0,0-15 0,-3-37 0,1 1 0,0-1 0,1 0 0,6 22 0,-5-27 0,0-1 0,0 0 0,0-1 0,1 1 0,0 0 0,1-1 0,-1 0 0,1 0 0,0 0 0,6 4 0,79 81 0,-64-61 0,1-2 0,2-1 0,1-1 0,49 33 0,-47-42 0,1 0 0,1-2 0,1-2 0,0-1 0,0-2 0,1-1 0,62 6 0,21-5 0,124-7 0,-177-3 0,115-4 0,0-8 0,0-8 0,-2-7 0,-1-9 0,233-77 0,212-118-861,-532 196 766,352-113 95,-371 125 0,-48 16-94,-4 2 264,-1-2 1,0 0 0,21-11-1,-35 16-148,-1-1 0,1 0-1,0 0 1,-1-1-1,0 1 1,0-1 0,0 0-1,0 0 1,-1-1 0,1 1-1,-1-1 1,0 0 0,-1 1-1,1-1 1,-1 0 0,2-7-1,1-5-21,-2 0 0,0 0 0,-1-1 0,0-21 0,-6-72 0,2 88 0,1-9 0,-2 0 0,-1 1 0,-2-1 0,0 1 0,-3 0 0,-13-33 0,-45-70 0,56 114 0,-2 2 0,0-1 0,0 2 0,-28-28 0,-2 4 0,-2 2 0,-1 2 0,-100-61 0,39 44-217,-189-66 0,-126-1-217,32 37 434,272 64 0,-162-7 0,262 26 72,-1 1 1,1 1-1,-1 0 1,0 2-1,1 0 0,0 1 1,0 0-1,0 2 0,-23 10 1,-32 16 69,43-20-141,0 1-1,0 2 0,2 1 1,-35 25-1,61-40-3,0 1 1,0-1-1,0 0 0,1 1 0,-1 0 1,1-1-1,-1 1 0,1 0 0,0 0 0,-1 0 1,1 0-1,0 0 0,0 0 0,0 0 1,1 0-1,-1 0 0,1 1 0,-2 3 1,3-4 9,-1 0 0,0 0 0,1 0 1,-1 0-1,1-1 0,0 1 0,0 0 1,-1 0-1,1-1 0,0 1 1,1 0-1,-1-1 0,0 1 0,0-1 1,1 1-1,-1-1 0,3 2 0,6 4-247,1 0-1,-1-1 1,2 0-1,-1-1 1,16 5-1,57 19-6585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14:49.8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1 358 24575,'1'25'0,"1"1"0,1-1 0,1 1 0,11 33 0,39 95 0,-25-76 0,-15-37 0,-2-4 0,2 0 0,31 57 0,-43-90 0,0 0 0,0-1 0,1 0 0,-1 1 0,1-1 0,0 0 0,0 0 0,0-1 0,0 1 0,1-1 0,-1 1 0,1-1 0,-1 0 0,1-1 0,0 1 0,0 0 0,0-1 0,4 1 0,-5-2 0,0 0 0,0 0 0,0 0 0,0 0 0,1 0 0,-1-1 0,0 1 0,0-1 0,0 0 0,0 0 0,-1 0 0,1-1 0,0 1 0,0-1 0,-1 1 0,1-1 0,-1 0 0,1 0 0,-1 0 0,0 0 0,0 0 0,0-1 0,0 1 0,2-4 0,2-4 0,0 0 0,-1 0 0,0-1 0,0 0 0,-1 0 0,-1 0 0,0-1 0,-1 1 0,3-23 0,-4 8 0,0 0 0,-2 0 0,-5-36 0,1 34 0,0 1 0,-2 0 0,-1 0 0,-17-38 0,23 60 0,-8-18 0,10 22 0,0 1 0,0 0 0,0-1 0,0 1 0,0 0 0,0-1 0,0 1 0,0-1 0,0 1 0,0 0 0,0-1 0,0 1 0,0 0 0,0-1 0,0 1 0,0-1 0,0 1 0,0 0 0,0-1 0,1 1 0,-1 0 0,0-1 0,0 1 0,0 0 0,1 0 0,-1-1 0,0 1 0,1 0 0,-1 0 0,0-1 0,0 1 0,1 0 0,-1 0 0,0-1 0,1 1 0,-1 0 0,0 0 0,1 0 0,-1 0 0,1 0 0,-1 0 0,0 0 0,1 0 0,-1 0 0,0 0 0,1 0 0,-1 0 0,1 0 0,-1 0 0,0 0 0,1 0 0,-1 0 0,0 0 0,1 1 0,61 13 0,-36-8 0,45 7 0,-63-12 0,-1-1 0,0 1 0,0-2 0,1 1 0,-1-1 0,0 0 0,0 0 0,0-1 0,0 0 0,0 0 0,7-4 0,-11 4 0,1 0 0,-1-1 0,0 1 0,0-1 0,0 0 0,0 0 0,0 0 0,-1 0 0,1 0 0,-1-1 0,0 1 0,0-1 0,0 0 0,0 1 0,-1-1 0,1 0 0,-1 0 0,0 0 0,0 0 0,0-8 0,0-2 0,0 0 0,-2 0 0,1 0 0,-2 0 0,-3-13 0,-3-8-170,-2 1-1,-1 1 0,-1-1 1,-3 2-1,0 0 0,-2 1 1,-32-44-1,27 46-6655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14:50.6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476 1 24575,'1'0'0,"1"1"0,-1-1 0,1 1 0,-1-1 0,1 1 0,-1 0 0,0 0 0,1-1 0,-1 1 0,0 0 0,1 0 0,-1 0 0,0 0 0,0 1 0,2 1 0,16 24 0,-16-22 0,16 27 0,0 1 0,-3 1 0,-1 0 0,13 42 0,-13-23 0,-1 1 0,7 68 0,-19-102 0,0 1 0,-1-1 0,-1 0 0,-1 1 0,-6 31 0,5-43 0,0 0 0,-1 1 0,0-1 0,-1 0 0,0-1 0,0 1 0,-1 0 0,0-1 0,-1 0 0,1-1 0,-2 1 0,1-1 0,-15 12 0,7-8 0,0-1 0,-1-1 0,0-1 0,0 0 0,-1-1 0,-1 0 0,1-1 0,-1-1 0,0-1 0,0 0 0,-18 1 0,22-4 0,0 0 0,0-1 0,1 0 0,-1-1 0,0 0 0,0-1 0,1 0 0,-1-1 0,1-1 0,-1 0 0,1-1 0,1 0 0,-1-1 0,1 0 0,-17-12 0,11 4 0,2-1 0,0-1 0,0 0 0,2-1 0,0-1 0,1 0 0,1 0 0,0-1 0,2 0 0,0-1 0,-10-36 0,17 53 0,1 0 0,0 0 0,1 0 0,-1-1 0,1 1 0,-1 0 0,1 0 0,0-1 0,0 1 0,0 0 0,1 0 0,-1-1 0,1 1 0,-1 0 0,1 0 0,0 0 0,1 0 0,1-4 0,-1 4 0,0 1 0,1 0 0,-1 0 0,1 0 0,-1 0 0,1 1 0,0-1 0,-1 1 0,1-1 0,0 1 0,0 0 0,0 0 0,0 0 0,0 1 0,0-1 0,1 1 0,-1 0 0,6 0 0,16-1 0,0 2 0,0 1 0,0 1 0,30 7 0,99 33 0,-58-14 0,-77-24 0,98 23 0,-100-25 0,0 0 0,0-1 0,0-2 0,32-1 0,-44 0-65,0 0 0,0 0 0,0 0 0,0-1 0,0 0 0,0 0 0,0 0 0,-1 0 0,1-1 0,-1 0 0,0 0 0,1 0 0,-1-1 0,-1 1 0,1-1 0,0 0 0,-1 0 0,0 0 0,0 0 0,3-7 0,17-29-6761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14:51.0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509 1 24575,'-4'14'0,"-12"29"0,-18 46 0,-7 60 0,-1 19 0,-4 20 0,1-13-1044,9-27 1044,5-28 0,8-30 256,4-31-256,-1-29 0,-11-40 0,-9-32 0,-3-33 0,5-4-7403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14:51.2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24575,'4'0'0,"12"10"0,18 12 0,21 12 0,12 11 0,8 1 0,2-1 0,-4-9 0,-4-11 0,1-9 0,-12-7-8191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14:51.8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103 0 24575,'11'0'0,"16"0"0,43 5 0,-62-4 0,1 1 0,-1 0 0,1 1 0,-1 0 0,0 0 0,0 1 0,0-1 0,13 10 0,-6-1 0,0 1 0,-1 0 0,0 1 0,-1 0 0,-1 1 0,0 1 0,-1 0 0,15 31 0,-13-21 0,-1 2 0,-1-1 0,-2 2 0,-1-1 0,5 32 0,-11-51 0,0 0 0,-1 1 0,-1 0 0,1-1 0,-1 1 0,-1-1 0,0 1 0,0 0 0,-1-1 0,0 0 0,-1 1 0,1-1 0,-2 0 0,0 0 0,0-1 0,0 1 0,-1-1 0,0 0 0,-1 0 0,0 0 0,0-1 0,-1 0 0,0 0 0,-9 7 0,-3 1 0,-1 0 0,0-2 0,-36 18 0,49-27 0,0-1 0,-1 0 0,1 0 0,-1-1 0,1 0 0,-1 0 0,0-1 0,1 0 0,-1 0 0,0-1 0,0 0 0,0 0 0,0-1 0,0 0 0,-9-2 0,7-1 0,1-1 0,0 1 0,1-1 0,-1-1 0,1 1 0,0-1 0,0-1 0,1 0 0,0 0 0,0 0 0,-7-12 0,4 6 0,2 0 0,-1-1 0,2 0 0,0 0 0,1-1 0,-6-20 0,11 33 0,0 0 0,0-1 0,1 1 0,-1 0 0,1 0 0,-1-1 0,1 1 0,0 0 0,0-1 0,0 1 0,0 0 0,0-1 0,1 1 0,-1 0 0,1-1 0,-1 1 0,1 0 0,0 0 0,0 0 0,2-4 0,-2 5 0,0 1 0,0-1 0,0 0 0,0 1 0,0-1 0,0 1 0,0-1 0,0 1 0,0-1 0,0 1 0,0-1 0,0 1 0,1 0 0,-1 0 0,0 0 0,1 0 0,2 0 0,0 0 0,0 0 0,-1 1 0,1 0 0,0 0 0,5 2 0,18 8 0,-1 2 0,-1 1 0,0 1 0,30 23 0,-27-18 0,0-1 0,60 29 0,-79-44-195,1-1 0,-1 0 0,1-1 0,0 0 0,0 0 0,19 0 0,-6-2-6631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14:53.8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2802 320 24575,'-4'4'0,"-1"-1"0,0 1 0,1-1 0,-2 0 0,1-1 0,-9 4 0,-19 11 0,-166 133 0,152-112 0,-3-1 0,0-3 0,-2-2 0,-2-2 0,-63 26 0,-298 90 0,1-48 0,-11 3 0,101 11 0,307-106 0,-1 2 0,1 0 0,0 1 0,1 1 0,0 0 0,0 1 0,-24 23 0,26-19 0,-2-1 0,0-1 0,0 0 0,-1-1 0,0-1 0,-26 12 0,27-15 0,1 1 0,0 0 0,0 1 0,-17 16 0,-48 53 0,37-35 0,36-37 0,0 1 0,1 0 0,0 0 0,1 0 0,0 1 0,0 0 0,1 0 0,0 0 0,0 0 0,1 1 0,0-1 0,1 1 0,0 0 0,1 0 0,0 0 0,0 0 0,1 0 0,0 0 0,1 0 0,0 0 0,1 0 0,0 0 0,0-1 0,1 1 0,7 14 0,1-1 0,2-1 0,1-1 0,0 0 0,2-1 0,0 0 0,36 32 0,-36-38 0,1 0 0,0-2 0,1 0 0,0-1 0,1-1 0,0 0 0,0-2 0,1 0 0,0-1 0,1-1 0,29 5 0,16-2 0,0-3 0,92-2 0,-66-8-55,0-4 0,-1-3 1,173-46-1,260-116-327,-120 36 239,-266 100 143,195-27 0,-269 54 107,-1-4-1,0-2 0,0-2 0,-2-4 1,-1-2-1,85-47 0,59-48-106,47-27 0,-201 119 0,153-90 0,-167 93 0,0-2 0,-2-1 0,43-44 0,-57 48 0,-1-1 0,-1 0 0,20-35 0,38-87 0,-34 60 0,-13 35 0,-10 16 0,29-68 0,-44 92 0,-1 0 0,1-1 0,-2 1 0,0-1 0,0 0 0,-1 0 0,-1 0 0,0 0 0,0 0 0,-4-19 0,0 11 0,-1 0 0,-1 1 0,-1 0 0,-1 0 0,-11-21 0,15 34 0,1-1 0,-1 1 0,-1 0 0,1 0 0,-1 0 0,0 1 0,0 0 0,-1 0 0,0 0 0,0 0 0,0 1 0,0 0 0,-1 0 0,1 1 0,-1 0 0,0 0 0,-12-3 0,-2 3 0,0 1 0,-36 1 0,49 1 0,-781 4-435,-198 1-169,976-6 634,-26 3 320,35-2-334,1 1 1,0-1 0,0 0 0,0 0 0,0 1-1,0-1 1,0 1 0,0-1 0,0 1-1,0-1 1,0 1 0,0 0 0,0 0 0,1-1-1,-1 1 1,0 0 0,0 0 0,1 0-1,-1 0 1,0 0 0,1 0 0,-1 0-1,1 0 1,0 0 0,-1 0 0,1 0 0,0 0-1,-1 1 1,1 2-187,0 0-1,0 0 1,1 0 0,-1-1 0,1 1-1,1 4 1,10 28-6656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14:54.5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24575,'15'10'0,"23"17"0,35 43 0,13 23 0,3 7 0,-4-6 0,-13-13 0,-17-15 0,-14-20 0,-14-22 0,-7-24 0,-6-13-8191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14:55.3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1 191 24575,'0'7'0,"1"-1"0,0 1 0,0-1 0,1 1 0,-1-1 0,2 0 0,-1 0 0,4 8 0,30 46 0,-22-38 0,108 162 0,-108-156 0,-1 1 0,-1 0 0,-2 0 0,12 52 0,-19-65 0,0 1 0,-3-17 0,0 0 0,0-1 0,0 1 0,0 0 0,0 0 0,0 0 0,0 0 0,0 0 0,0 0 0,0 0 0,0 0 0,0 0 0,0 0 0,0 0 0,0 0 0,-1 0 0,1 0 0,0-1 0,0 1 0,0 0 0,0 0 0,0 0 0,0 0 0,0 0 0,0 0 0,0 0 0,0 0 0,0 0 0,0 0 0,-1 0 0,1 0 0,0 0 0,0 0 0,0 0 0,0 0 0,0 0 0,0 0 0,0 0 0,0 0 0,0 0 0,0 0 0,0 0 0,-1 0 0,1 0 0,0 1 0,0-1 0,0 0 0,0 0 0,0 0 0,0 0 0,0 0 0,0 0 0,0 0 0,0 0 0,0 0 0,0 0 0,0 0 0,0 0 0,0 0 0,0 0 0,0 1 0,0-1 0,0 0 0,0 0 0,0 0 0,0 0 0,0 0 0,0 0 0,0 0 0,-15-28 0,-4-21 0,2-1 0,3-1 0,-12-72 0,25 117 0,0-1 0,1 0 0,0 0 0,0 1 0,0-1 0,3-10 0,-2 15 0,-1-1 0,1 1 0,0 0 0,0 0 0,0 0 0,0 0 0,0 0 0,0 0 0,1 0 0,-1 0 0,1 1 0,-1-1 0,1 0 0,0 1 0,0-1 0,0 1 0,0 0 0,0 0 0,0-1 0,0 1 0,0 0 0,3 0 0,2-1 0,-1 1 0,1 0 0,-1 0 0,1 1 0,-1 0 0,1 0 0,-1 0 0,1 1 0,7 2 0,63 18 0,-35-7 0,-34-12 0,2 1 0,-1-1 0,0 0 0,19 1 0,-25-3 0,-1 0 0,1 0 0,0 0 0,-1 0 0,1-1 0,0 1 0,-1-1 0,1 0 0,-1 0 0,1 0 0,-1 0 0,1 0 0,-1-1 0,0 1 0,0-1 0,0 1 0,1-1 0,-1 0 0,1-2 0,3-3 0,-1-1 0,0 0 0,-1 0 0,0-1 0,-1 1 0,1-1 0,-2 0 0,1 0 0,2-15 0,5-88 0,-9 96 0,1-95-1365,-3 71-5461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14:56.1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228 116 24575,'1'1'0,"-1"-1"0,0 1 0,0-1 0,1 0 0,-1 0 0,0 1 0,1-1 0,-1 0 0,0 1 0,1-1 0,-1 0 0,0 0 0,1 0 0,-1 1 0,0-1 0,1 0 0,-1 0 0,1 0 0,-1 0 0,1 0 0,-1 0 0,0 0 0,1 0 0,-1 0 0,1 0 0,-1 0 0,1 0 0,-1 0 0,0 0 0,1 0 0,-1 0 0,1 0 0,-1-1 0,0 1 0,1 0 0,7-16 0,-2-25 0,-6 41 0,0-9 0,0 5 0,0 0 0,0 0 0,1 0 0,-1 0 0,1 0 0,0 0 0,0 0 0,0 0 0,1 0 0,-1 1 0,4-7 0,-5 10 0,0 0 0,0 0 0,0 0 0,1 0 0,-1 0 0,0 0 0,0 0 0,0-1 0,0 1 0,1 0 0,-1 0 0,0 0 0,0 0 0,0 0 0,0 0 0,1 0 0,-1 0 0,0 0 0,0 0 0,0 0 0,1 0 0,-1 0 0,0 0 0,0 0 0,0 0 0,0 0 0,1 0 0,-1 1 0,0-1 0,0 0 0,0 0 0,0 0 0,1 0 0,-1 0 0,0 0 0,0 0 0,0 1 0,0-1 0,0 0 0,0 0 0,1 0 0,-1 0 0,0 0 0,0 1 0,0-1 0,0 0 0,0 0 0,0 0 0,0 1 0,0-1 0,0 0 0,0 0 0,0 0 0,0 0 0,0 1 0,0-1 0,0 0 0,0 0 0,3 15 0,1 27 0,-3 67 0,-2-75 0,1 0 0,2-1 0,9 59 0,10-36 0,-15-43 0,-1-1 0,-1 1 0,5 21 0,-8-30 0,-1 0 0,1 0 0,-1 0 0,0-1 0,0 1 0,-1 0 0,1 0 0,-1 0 0,0 0 0,0 0 0,0 0 0,0-1 0,-1 1 0,0 0 0,1-1 0,-5 6 0,4-7 0,0 0 0,0 1 0,0-1 0,0 0 0,0-1 0,0 1 0,-1 0 0,1-1 0,-1 1 0,1-1 0,-1 0 0,0 1 0,0-1 0,1-1 0,-1 1 0,0 0 0,0-1 0,0 1 0,0-1 0,0 0 0,0 0 0,0 0 0,-4-1 0,0 0 0,0-1 0,0 0 0,0 0 0,0 0 0,0-1 0,1 0 0,-1 0 0,1-1 0,-7-5 0,2 0 10,1 0 0,0 0 0,0-1 0,1-1 0,0 0 0,1 0 0,1 0 0,-12-24 0,0-7-647,-17-55-1,33 90 458,-31-103-6646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14:56.7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441 1 24575,'2'0'0,"1"0"0,-1 0 0,1 1 0,0 0 0,-1-1 0,1 1 0,-1 0 0,1 0 0,-1 0 0,0 0 0,1 1 0,-1-1 0,0 1 0,0-1 0,0 1 0,0 0 0,0 0 0,0 0 0,-1 0 0,1 0 0,2 4 0,2 4 0,-1 1 0,0 0 0,6 18 0,-8-19 0,17 52 0,-3 1 0,16 115 0,-11 138 0,-21-285 0,-2-1 0,-1 1 0,-12 58 0,9-71 0,0 1 0,-2-1 0,0 0 0,-1-1 0,0 0 0,-2 0 0,-15 21 0,20-30 0,-3 3 0,0-1 0,0 0 0,-1-1 0,-10 10 0,17-17 0,0 0 0,-1-1 0,1 1 0,-1-1 0,1 1 0,-1-1 0,1 0 0,-1 0 0,0 0 0,1 0 0,-1 0 0,0-1 0,0 1 0,0-1 0,0 0 0,1 0 0,-1 0 0,0 0 0,0 0 0,0 0 0,0-1 0,0 0 0,-5-1 0,0-2 0,0-1 0,0 1 0,1-1 0,-1-1 0,1 1 0,0-1 0,1 0 0,-1-1 0,-7-11 0,-6-9 0,-20-38 0,31 49 0,-59-105 0,-76-186 0,141 301 0,-2-6 0,0 0 0,0 0 0,1-1 0,1 1 0,0-1 0,1 1 0,-2-27 0,4 38 0,0 0 0,0 0 0,0-1 0,0 1 0,0 0 0,0 0 0,0 0 0,1 0 0,-1-1 0,0 1 0,1 0 0,-1 0 0,1 0 0,-1 0 0,1 0 0,0 0 0,-1 0 0,1 0 0,0 0 0,0 0 0,0 0 0,-1 1 0,1-1 0,0 0 0,0 0 0,0 1 0,0-1 0,0 1 0,1-1 0,-1 1 0,0-1 0,0 1 0,0 0 0,0-1 0,0 1 0,1 0 0,-1 0 0,0 0 0,0 0 0,0 0 0,1 0 0,-1 0 0,0 1 0,0-1 0,2 1 0,6 2 0,-1 0 0,0 0 0,0 1 0,14 10 0,-20-13 0,57 40 0,68 60 0,18 14 0,-120-97 0,1-2 0,0-1 0,57 24 0,-17-18-1365,-8-7-5461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14:57.5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58 339 24575,'-1'0'0,"-1"-1"0,0 1 0,0 0 0,1-1 0,-1 0 0,0 1 0,0-1 0,1 0 0,-1 0 0,1 0 0,-1 0 0,1 0 0,-1 0 0,1 0 0,0-1 0,-1 1 0,1 0 0,0-1 0,0 1 0,0-1 0,0 1 0,0-1 0,0-2 0,-3-2 0,2-1 0,-1 0 0,1 0 0,-2-10 0,1 2 0,0 0 0,2 0 0,0 0 0,0 0 0,2-1 0,0 1 0,0 0 0,7-24 0,-7 33 0,1 1 0,0-1 0,0 0 0,0 1 0,1-1 0,0 1 0,0 0 0,1 0 0,-1 0 0,1 0 0,0 0 0,0 1 0,1 0 0,0 0 0,-1 0 0,1 0 0,0 1 0,1 0 0,-1 0 0,0 0 0,1 1 0,0 0 0,-1 0 0,9-2 0,-11 4 0,1-1 0,-1 1 0,1 0 0,0 0 0,-1 0 0,1 0 0,0 1 0,-1-1 0,1 1 0,-1 0 0,1 0 0,-1 1 0,1-1 0,-1 1 0,0-1 0,0 1 0,0 0 0,0 0 0,0 0 0,0 1 0,0-1 0,-1 1 0,1 0 0,-1-1 0,0 1 0,3 4 0,6 10 0,-2 0 0,0 1 0,12 34 0,-8-21 0,16 41 0,-18-39 0,2-1 0,1-1 0,2 0 0,1-1 0,21 28 0,-12-27 0,-4-5 0,22 35 0,-38-53 0,-2 0 0,1 1 0,-1-1 0,0 1 0,-1 0 0,0 0 0,0 1 0,-1-1 0,1 11 0,-3-17 0,0-1 0,0 1 0,0 0 0,0 0 0,0 0 0,-1-1 0,1 1 0,-1 0 0,0 0 0,0-1 0,0 1 0,0-1 0,0 1 0,0-1 0,-1 1 0,1-1 0,-1 0 0,-4 5 0,3-4 0,-1 0 0,0 0 0,0-1 0,0 1 0,-1-1 0,1 0 0,-1 0 0,1 0 0,-1-1 0,-6 2 0,-4-1 0,0 0 0,0 0 0,0-2 0,-1 0 0,1-1 0,-17-2 0,21 1-273,0-1 0,1 1 0,0-2 0,-13-4 0,-1-5-6553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15:00.1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1107 0 24575,'-157'6'0,"130"-3"0,1 1 0,0 1 0,-48 17 0,-259 134 0,297-138 0,-15 8 0,1 2 0,1 2 0,-48 39 0,83-57 0,0 1 0,0 0 0,1 1 0,1 0 0,0 1 0,1 1 0,1-1 0,0 2 0,1 0 0,1 0 0,1 0 0,0 1 0,-5 24 0,2 12 0,2 0 0,-1 61 0,8 111 0,2-201 0,0 53 0,3-1 0,4 0 0,3 0 0,41 144 0,-11-104 0,72 144 0,-77-190 0,4-2 0,3-2 0,54 67 0,-86-120 0,1 0 0,1-1 0,0 0 0,0-1 0,1 0 0,1-1 0,0-1 0,0-1 0,1 0 0,0 0 0,1-2 0,0 0 0,0-1 0,0-1 0,35 6 0,-10-6 0,0-3 0,1-2 0,-1-1 0,0-2 0,44-9 0,202-58 0,-200 45 0,-8 4 0,10-1 0,124-50 0,-203 67 0,0 0 0,0-1 0,0 0 0,17-13 0,-25 16 0,1 0 0,-1 0 0,0 0 0,-1 0 0,1-1 0,-1 1 0,1-1 0,-1 0 0,0 0 0,0 1 0,-1-1 0,1-1 0,-1 1 0,0 0 0,0 0 0,1-6 0,-1-29 0,-1 0 0,-6-46 0,1 7 0,2-24 0,-5-91 0,4 157 0,-1-1 0,-2 2 0,-13-43 0,11 54 0,-1 1 0,-1 0 0,0 1 0,-2 0 0,-1 1 0,-1 0 0,-28-31 0,-12-3 0,-71-55 0,119 104 0,-36-28 0,-1 1 0,-2 3 0,-1 2 0,-2 1 0,0 3 0,-2 2 0,0 3 0,-2 1 0,0 3 0,-75-12 0,102 24-682,-36 0-1,34 4-6143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15:01.5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1340 331 24575,'3'-5'0,"1"0"0,0 1 0,0-1 0,0 1 0,0 0 0,0 0 0,1 1 0,0-1 0,0 1 0,6-3 0,3-3 0,15-9 0,1 2 0,1 1 0,0 1 0,1 2 0,63-15 0,-88 25 0,19-6 0,-26 8 0,0 0 0,0 0 0,0 0 0,0 0 0,-1 0 0,1 0 0,0 0 0,0 0 0,0 0 0,0 0 0,0 0 0,0 0 0,0 0 0,0 0 0,0 0 0,0 0 0,0 0 0,0 0 0,0 0 0,0-1 0,0 1 0,0 0 0,-1 0 0,1 0 0,0 0 0,0 0 0,0 0 0,0 0 0,0 0 0,0 0 0,0 0 0,0 0 0,0-1 0,0 1 0,0 0 0,0 0 0,0 0 0,0 0 0,0 0 0,0 0 0,0 0 0,0 0 0,1 0 0,-1 0 0,0 0 0,0 0 0,0-1 0,0 1 0,0 0 0,0 0 0,0 0 0,0 0 0,0 0 0,0 0 0,0 0 0,0 0 0,0 0 0,0 0 0,0 0 0,0 0 0,1 0 0,-1 0 0,0 0 0,0 0 0,0 0 0,0 0 0,0 0 0,0 0 0,0 0 0,-17-3 0,-557 14 0,320 6-272,-212 9-411,385-26 683,59-4 0,22 4 0,0 0 0,-1 0 0,1 0 0,0 0 0,0-1 0,0 1 0,-1 0 0,1 0 0,0 0 0,0 0 0,0 0 0,-1-1 0,1 1 0,0 0 0,0 0 0,0 0 0,-1 0 0,1-1 0,0 1 0,0 0 0,0 0 0,0-1 0,0 1 0,0 0 0,0 0 0,0-1 0,0 1 0,0 0 0,-1 0 0,1 0 0,0-1 0,0 1 0,0 0 0,1-1 0,0-1 0,1 0 0,-1 1 0,1-1 0,0 0 0,0 1 0,0-1 0,-1 1 0,2 0 0,-1-1 0,0 1 0,2-1 0,49-23 96,1 3-1,0 1 1,2 4-1,103-21 1,-33 19 142,146-4 1,-253 22-239,100 0 0,-103 5 0,-16-4 0,0 0 0,0 0 0,0 0 0,0 0 0,0 0 0,1 0 0,-1 0 0,0 0 0,0 1 0,0-1 0,0 0 0,0 0 0,0 0 0,0 0 0,0 0 0,0 0 0,0 0 0,1 1 0,-1-1 0,0 0 0,0 0 0,0 0 0,0 0 0,0 0 0,0 1 0,0-1 0,0 0 0,0 0 0,0 0 0,0 0 0,0 0 0,0 1 0,0-1 0,0 0 0,-1 0 0,1 0 0,0 0 0,0 0 0,0 0 0,0 1 0,0-1 0,0 0 0,0 0 0,0 0 0,0 0 0,0 0 0,-1 0 0,-2 2 0,0 0 0,0 0 0,0 0 0,0 0 0,-1-1 0,-6 2 0,-41 10 0,-1-2 0,-56 4 0,-446 28-878,243-23 799,225-12 64,55-2 15,66-7 0,446-55-24,291-27-1444,-648 70-4259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15:10.1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3331 2089 24575,'290'-1'0,"348"4"0,-293 25 0,-2 22 0,-77-10 0,-166-28 0,0-5 0,1-4 0,0-4 0,121-17 0,234-39 0,-59 2 0,-240 44 0,173 9 0,-152 4 0,92 11 0,-55-1 0,800-7 0,-562-7 0,2901 2 0,-3183-7 0,199-35 0,-213 21 0,-40 10 0,146 6 0,-219 3 0,0-2 0,59-12 0,-57 8 0,0 1 0,50 0 0,-31 10 0,98 17 0,13 2 0,-168-21 0,1-1 0,0 0 0,0-1 0,0 1 0,0-2 0,-1 1 0,1-1 0,-1-1 0,1 0 0,11-5 0,-10 2 0,0 0 0,-1 0 0,0-1 0,-1 0 0,0-1 0,0 1 0,13-18 0,-2 2 0,4-5 0,0-2 0,-3 0 0,19-34 0,-3-9 0,-1-1 0,79-121 0,-99 174 0,0-1 0,14-30 0,-25 41 0,0 1 0,0-1 0,-1-1 0,0 1 0,-1 0 0,0-1 0,0-19 0,-1 8 0,-2-1 0,-1 1 0,-1 0 0,-1-1 0,-1 1 0,-1 1 0,-1-1 0,-1 1 0,-17-34 0,-175-368 0,188 400 0,0 1 0,-21-28 0,27 43 0,0 0 0,-1 1 0,0-1 0,-1 1 0,1 1 0,-1-1 0,-1 1 0,1 1 0,-11-6 0,-12-2 0,1 1 0,-2 1 0,-51-10 0,-104-7 0,106 17 0,-854-71-1814,520 54 1808,20-20-397,214 22 564,-210-3-1,233 31 791,-188 26 0,-367 52-1112,-4-44-139,234-66-144,7-37-213,-59-7 262,196 47 148,0 30 0,-142 50 337,145-12 320,69-12-275,-522 39 579,172-64-427,124-4 52,-191 57 183,299-16-592,-5-24 94,-1048-20-24,1129 16 0,74-1 0,-23-11 0,-60 3 0,295-2 0,0 1 0,0 1 0,1 1 0,-1 1 0,1 1 0,0 1 0,1 1 0,-35 20 0,-3 8 0,-85 68 0,91-64 0,-95 96 0,138-125 0,0 2 0,1-1 0,0 1 0,1 1 0,1-1 0,0 1 0,1 1 0,-4 15 0,-3 22 0,-8 57 0,19-93 0,-76 666 0,76-658 0,-1 12 0,2 0 0,3 53 0,0-78 0,-1-1 0,2 1 0,0 0 0,0-1 0,1 1 0,0-1 0,1 0 0,1-1 0,-1 1 0,2-1 0,11 16 0,11 7 0,0-1 0,2-1 0,1-2 0,2-1 0,0-1 0,2-2 0,1-2 0,1-1 0,0-2 0,2-2 0,0-2 0,61 17 0,-30-17 0,1-3 0,-1-4 0,145 1 0,224-37 0,-337 18 0,410-44-992,151-11-587,194 34 1151,-817 30 1292,0-3 0,65-11-1,-82 11-1341,43-1-1,-45 4-6347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15:17.5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625 1 24575,'-3'0'0,"0"1"0,1-1 0,-1 1 0,0 0 0,1 0 0,-1 0 0,1 0 0,0 0 0,-1 1 0,1-1 0,0 1 0,0-1 0,0 1 0,-4 3 0,-24 30 0,30-34 0,-6 8 0,0 1 0,0 0 0,1 1 0,1-1 0,0 1 0,0 0 0,1 0 0,0 0 0,1 0 0,-1 18 0,0 15 0,5 63 0,1-44 0,-2 602 0,-1-389 0,0-268 0,0 0 0,0-1 0,-1 1 0,0-1 0,0 1 0,-1-1 0,-3 10 0,4-15 0,0-1 0,0 1 0,0 0 0,0 0 0,0-1 0,-1 1 0,1-1 0,-1 1 0,1-1 0,-1 1 0,0-1 0,1 0 0,-1 0 0,0 0 0,0 0 0,0 0 0,0 0 0,0-1 0,0 1 0,0-1 0,0 1 0,0-1 0,0 0 0,0 1 0,0-1 0,0 0 0,-1-1 0,1 1 0,0 0 0,0 0 0,-2-2 0,-13-1 0,0-2 0,1 0 0,0-1 0,0 0 0,0-2 0,1 0 0,0 0 0,0-2 0,1 0 0,-14-12 0,-8-9 0,2-3 0,-43-51 0,57 59 0,1-1 0,1-1 0,2 0 0,-23-53 0,66 144 0,40 67 0,-10-40 0,52 87 0,-103-167 0,3 7 0,1-1 0,21 27 0,-28-40 0,-1-1 0,1 1 0,0-1 0,-1 0 0,1 0 0,0 0 0,0 0 0,0 0 0,1-1 0,-1 1 0,0-1 0,0 0 0,1 0 0,-1 0 0,1-1 0,-1 1 0,1-1 0,-1 1 0,1-1 0,0 0 0,-1-1 0,1 1 0,-1-1 0,1 1 0,-1-1 0,0 0 0,1 0 0,-1-1 0,4-1 0,8-5 0,-1 0 0,1-2 0,-2 1 0,24-22 0,-25 20 0,206-193 0,-170 153-28,53-62-1309,-91 101-5489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15:23.0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845 192 24575,'0'0'0,"0"0"0,-1 0 0,1 0 0,-1 0 0,1 0 0,0 0 0,-1 0 0,1 0 0,-1 0 0,1 0 0,0 1 0,-1-1 0,1 0 0,0 0 0,-1 0 0,1 0 0,0 1 0,-1-1 0,1 0 0,0 0 0,-1 0 0,1 1 0,0-1 0,-1 0 0,1 1 0,0-1 0,0 0 0,0 1 0,-1-1 0,1 0 0,0 1 0,0-1 0,0 0 0,0 1 0,0 0 0,0-1 0,0 1 0,0-1 0,1 1 0,-1 0 0,0-1 0,1 1 0,-1-1 0,0 1 0,1-1 0,-1 0 0,1 1 0,-1-1 0,1 1 0,-1-1 0,1 0 0,-1 1 0,1-1 0,-1 0 0,1 0 0,0 1 0,-1-1 0,1 0 0,-1 0 0,1 0 0,0 0 0,0 0 0,35 6 0,0-2 0,1-1 0,44-3 0,-38 0 0,-1-1 0,1-2 0,51-11 0,82-25 0,55-9 0,-122 36 0,-94 11 0,-32 1 0,-330-13 0,42 0 0,286 12 0,0-1 0,-28-6 0,28 4 0,0 0 0,-30 0 0,-1 7 0,1 3 0,0 1 0,-53 16 0,90-20 0,193-60 0,-124 42 0,64-9 0,-119 24 0,-1 0 0,1-1 0,-1 1 0,1 0 0,0 0 0,-1 0 0,1 0 0,0 0 0,-1 1 0,1-1 0,2 1 0,-3 5 0,-9 6 0,-8 4 0,-2-1 0,1-1 0,-2-1 0,1-1 0,-2 0 0,-22 10 0,13-7 0,-90 43 0,-139 47 0,77-34 0,137-49 0,38-13 0,6-9 0,0 0 0,0 1 0,0-1 0,0 0 0,0 0 0,0 1 0,0-1 0,0 0 0,0 0 0,0 1 0,0-1 0,1 0 0,-1 0 0,0 0 0,0 1 0,0-1 0,1 0 0,-1 0 0,0 0 0,0 1 0,0-1 0,1 0 0,-1 0 0,0 0 0,0 0 0,1 0 0,-1 0 0,0 1 0,1-1 0,9 2 0,1-1 0,0 0 0,-1 0 0,1-1 0,0 0 0,-1-1 0,18-3 0,-1 1 0,841-111-818,-517 62 607,-147 19 211,-163 23 0,-37 7 0,-13 0 0,-32 0 0,-43 2 0,41 1 0,-612 38-165,6 52 0,325-27 165,259-44 0,58-15 0,17-4 0,101-27 0,-44 10 0,154-32 76,3 10-1,295-13 1,-428 49 830,-55 6-680,-36-3-226,1 0 0,-1 0 0,0 0 0,0 0 0,0 0 0,0 0 0,0 0 0,1 0 0,-1 0 0,0 0 0,0 0 0,0 0 0,0 0 0,0 0 0,0 1 0,1-1 0,-1 0 0,0 0 0,0 0 0,0 0-1,0 0 1,0 0 0,0 0 0,0 0 0,0 0 0,1 1 0,-1-1 0,0 0 0,0 0 0,0 0 0,0 0 0,0 0 0,0 0 0,0 1 0,0-1 0,0 0 0,0 0 0,0 0 0,0 0 0,0 0 0,0 1 0,0-1 0,0 0 0,0 0 0,0 0 0,0 0 0,0 0 0,0 0-1,0 1 1,0-1 0,0 0 0,0 0 0,-16 9 2,-34 6-2,0-1 0,-1-3 0,-58 5 0,62-9 0,-163 21 0,-112 18 0,277-35 0,41-7 0,11-1 0,5 0 0,-1-2 0,1 1 0,0-2 0,0 1 0,12-3 0,64-9 0,-60 6 0,205-39 0,70-9 0,-302 53 0,-1 0 0,1 0 0,0 0 0,-1-1 0,1 1 0,0 0 0,-1 0 0,1 0 0,-1 0 0,1 0 0,0 0 0,-1 0 0,1 0 0,0 0 0,-1 0 0,1 0 0,0 1 0,-1-1 0,1 0 0,-1 0 0,1 1 0,-1-1 0,2 1 0,-15 7 0,-80 26-1365,32-12-5461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16:29.3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24575,'3'1'0,"1"0"0,-1 1 0,0-1 0,0 1 0,0 0 0,0 0 0,0 0 0,0 0 0,2 4 0,10 6 0,292 221 0,118 96 0,-377-289 0,-4-4 0,-1 2 0,-1 3 0,44 55 0,-15-3 0,115 119 0,-168-193 0,0 2 0,23 38 0,-25-36 0,0-1 0,25 27 0,-32-40 0,0 0 0,-1 0 0,0 0 0,-1 1 0,0 1 0,-1-1 0,9 20 0,-2 1 0,2-1 0,2 0 0,35 49 0,-15-32 0,55 55 0,-91-101 0,0 0 0,0-1 0,0 1 0,0 0 0,-1 0 0,1 0 0,0-1 0,-1 1 0,1 0 0,-1 0 0,1 0 0,-1 0 0,1 0 0,-1 0 0,0 0 0,1 1 0,-1-1 0,0 0 0,0 0 0,0 0 0,0 2 0,-1-3 0,1 1 0,-1 0 0,0 0 0,0-1 0,0 1 0,0-1 0,0 1 0,0-1 0,0 1 0,0-1 0,0 1 0,0-1 0,0 0 0,0 0 0,0 1 0,0-1 0,0 0 0,0 0 0,0 0 0,0 0 0,0 0 0,0 0 0,0-1 0,0 1 0,0 0 0,-2-1 0,-29-5 0,1-1 0,0-1 0,-33-14 0,-19-6 0,-431-107 0,129 37 0,258 59 0,107 35 0,20 4 0,0 0 0,1 0 0,-1 0 0,0 0 0,0 0 0,0 0 0,0 0 0,0 0 0,0 0 0,0 0 0,0 0 0,0 0 0,0 0 0,0 0 0,0 0 0,0 0 0,0 0 0,0 1 0,0-1 0,1 0 0,-1 0 0,0 0 0,0 0 0,0 0 0,0 0 0,0 0 0,0 0 0,0 0 0,0 0 0,0 0 0,0 1 0,0-1 0,0 0 0,0 0 0,0 0 0,0 0 0,0 0 0,0 0 0,0 0 0,-1 0 0,1 0 0,0 0 0,0 0 0,0 0 0,0 1 0,0-1 0,0 0 0,0 0 0,0 0 0,0 0 0,0 0 0,0 0 0,0 0 0,0 0 0,0 0 0,0 0 0,0 0 0,-1 0 0,1 0 0,0 0 0,30 19 0,-23-14 0,213 140 0,-176-115 0,100 59 0,243 111 0,-383-198 0,45 22 0,1-3 0,74 22 0,-120-42 0,0 1 0,0-1 0,1-1 0,-1 1 0,0 0 0,1-1 0,-1 0 0,1 0 0,-1 0 0,0-1 0,1 1 0,-1-1 0,0 0 0,1 0 0,-1-1 0,0 1 0,0-1 0,0 0 0,0 0 0,0-1 0,-1 1 0,1-1 0,-1 1 0,1-1 0,-1 0 0,0 0 0,0-1 0,-1 1 0,4-5 0,10-19 0,-1 0 0,-1-1 0,-2 0 0,17-59 0,-22 67 0,6-28 0,12-81 0,6-25 0,-26 141 0,0 1 0,1-1 0,0 1 0,1 0 0,1 0 0,8-11 0,-4 8 0,-1-2 0,10-20 0,-9 11-1365,0 2-5461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15:26.7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2233 0 24575,'-6'5'0,"0"0"0,0-1 0,0 1 0,-1-2 0,1 1 0,-1-1 0,-13 6 0,-55 11 0,45-13 0,-222 50 0,-95 25 0,261-56 0,-391 111 0,-86 37 0,460-139 0,80-27 0,0 1 0,1 1 0,-30 18 0,41-21 0,0 1 0,1 0 0,-1 0 0,2 1 0,-1 0 0,2 1 0,-1 0 0,-7 12 0,13-17 0,1-1 0,-1 1 0,1 0 0,0 0 0,0 1 0,0-1 0,1 0 0,0 1 0,0-1 0,0 1 0,1-1 0,0 1 0,0-1 0,0 1 0,1-1 0,0 1 0,0-1 0,0 0 0,0 1 0,1-1 0,0 0 0,0 0 0,1 0 0,-1 0 0,6 8 0,7 7 0,1 0 0,0-1 0,1-1 0,27 22 0,-42-39 0,46 41 0,1-1 0,3-3 0,1-3 0,1-1 0,2-3 0,2-3 0,61 22 0,-21-19-46,1-4 0,2-5 1,0-4-1,104 5 0,417-7-566,-591-16 624,2449-9-12,-2417 9 0,318-3 0,-2-21 0,923-183 289,-1258 197-154,57-19 0,-83 23-90,0-2 0,0 0 0,-1-1 0,0-1 0,27-20 0,21-21-45,42-35 0,-104 84 0,-1-1 0,1 1 0,-1-1 0,1 0 0,-1 1 0,0-1 0,0 0 0,0 0 0,0 0 0,-1-1 0,1 1 0,-1 0 0,1-6 0,-1 6 0,-1 1 0,-1-1 0,1 0 0,0 1 0,-1-1 0,1 0 0,-1 1 0,0-1 0,0 1 0,0-1 0,0 1 0,0-1 0,0 1 0,-1 0 0,1-1 0,-1 1 0,0 0 0,-3-3 0,-61-63 0,-3 3 0,-123-91 0,132 116 0,-2 3 0,-1 2 0,-1 3 0,-2 3 0,-1 3 0,-1 3 0,-118-25 0,48 25 0,0 6 0,-279 2 0,-1338 21 0,1331-6 0,198 14 0,16 1 0,-319-16 0,514 2-211,0 1 1,1 0-1,-1 1 0,-15 5 0,26-7-100,-15 4-6515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15:29.3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41 58 24575,'449'-29'0,"-134"4"0,-294 23 0,-13 1 0,1 0 0,-1 1 0,1 0 0,-1 0 0,0 1 0,17 3 0,-25-4 0,0 0 0,0 1 0,1-1 0,-1 0 0,0 0 0,0 0 0,1 0 0,-1 0 0,0 0 0,0 0 0,1 0 0,-1 0 0,0 1 0,0-1 0,0 0 0,1 0 0,-1 0 0,0 0 0,0 1 0,0-1 0,1 0 0,-1 0 0,0 0 0,0 1 0,0-1 0,0 0 0,0 0 0,0 1 0,0-1 0,1 0 0,-1 0 0,0 1 0,0-1 0,0 0 0,0 0 0,0 1 0,0-1 0,0 0 0,0 0 0,0 1 0,0-1 0,-1 0 0,1 0 0,0 1 0,0-1 0,0 0 0,0 0 0,0 1 0,0-1 0,-1 0 0,1 0 0,0 1 0,0-1 0,0 0 0,-1 0 0,-5 5 0,0-1 0,-1 1 0,1-2 0,-1 1 0,0-1 0,0 0 0,-13 4 0,0 0 0,-143 57 0,-213 73 0,352-129 0,-4 0 0,-30 13 0,43-11 0,18-6 0,9-1 0,21-4 0,0 0 0,0-2 0,52-11 0,-27 4 0,416-63 0,-455 71 0,-24 4 0,-34 7 0,-249 36 0,55-10 0,197-27 0,31-5 0,9-1 0,13 0 0,253-4 0,-269 2 0,10 0 0,1-1 0,0 0 0,-1-1 0,19-5 0,-30 7 0,0 0 0,0 0 0,-1 0 0,1 0 0,0 0 0,0-1 0,0 1 0,0 0 0,0 0 0,0 0 0,-1 0 0,1 0 0,0 0 0,0 0 0,0-1 0,0 1 0,0 0 0,0 0 0,0 0 0,0 0 0,0 0 0,0-1 0,0 1 0,0 0 0,-1 0 0,1 0 0,0 0 0,0-1 0,0 1 0,0 0 0,0 0 0,1 0 0,-1 0 0,0-1 0,0 1 0,0 0 0,0 0 0,0 0 0,0 0 0,0 0 0,0-1 0,0 1 0,0 0 0,0 0 0,0 0 0,1 0 0,-1 0 0,0 0 0,0-1 0,0 1 0,0 0 0,0 0 0,0 0 0,1 0 0,-1 0 0,0 0 0,0 0 0,0 0 0,0 0 0,1 0 0,-1 0 0,-16-4 0,-66-3 0,-120 5 0,118 4 0,37-2 0,43 0 0,5 0 0,23 1 0,107-1 0,-407 0 0,719 0 0,-767 0 0,335-2 0,-1 0 0,1-1 0,0 1 0,-1-2 0,0 0 0,14-7 0,3-1 0,79-26 0,44-20 0,-124 43 0,-26 15 0,1 0 0,-1 0 0,0-1 0,0 1 0,1 0 0,-1 0 0,0 0 0,0 0 0,1-1 0,-1 1 0,0 0 0,0 0 0,0 0 0,1-1 0,-1 1 0,0 0 0,0 0 0,0-1 0,0 1 0,0 0 0,1-1 0,-1 1 0,0 0 0,0 0 0,0-1 0,0 1 0,0 0 0,0-1 0,0 1 0,0 0 0,0 0 0,0-1 0,0 1 0,0 0 0,0-1 0,-1 1 0,1 0 0,0 0 0,0-1 0,0 1 0,0 0 0,0 0 0,-1-1 0,1 1 0,0 0 0,0 0 0,0 0 0,-1-1 0,1 1 0,0 0 0,0 0 0,-1 0 0,1 0 0,0-1 0,0 1 0,-1 0 0,1 0 0,0 0 0,-1 0 0,-21-5 0,21 5 0,-37-3 0,1 2 0,-46 4 0,-79 14 0,93-9 0,10-2 0,9-1 0,-53 12 0,101-16 0,9 1 0,15 1 0,45-4 1,1-2 0,85-16 1,133-39 21,-40 6-1415,-185 42-5434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15:33.6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50 24575,'166'0'0,"169"-22"0,-263 10 0,50-3 0,-119 16 0,-10 2 0,-48 21 0,-84 23 0,-64 5 0,169-44 0,-95 18 0,104-22 0,-2 2 0,27-6 0,0 0 0,0 0 0,-1 0 0,1 0 0,0 0 0,0 0 0,-1 0 0,1 0 0,0 0 0,0 0 0,-1 0 0,1 0 0,0 0 0,0 0 0,0 0 0,-1 1 0,1-1 0,0 0 0,0 0 0,-1 0 0,1 0 0,0 0 0,0 1 0,0-1 0,-1 0 0,1 0 0,0 0 0,0 1 0,0-1 0,0 0 0,0 0 0,0 0 0,-1 1 0,1-1 0,0 0 0,0 0 0,0 1 0,0-1 0,0 0 0,0 1 0,13-1 0,29-8 0,0-3 0,53-19 0,11-5 0,-17 13 0,2 3 0,0 4 0,163-5 0,-223 23 0,-31 0 0,-6 2 0,-51 13 0,-311 57-1365,291-66-5461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15:41.2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21389,'1807'0'0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15:42.5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1 559 24575,'15'1'0,"0"0"0,1 1 0,-1 0 0,0 1 0,0 1 0,0 0 0,25 12 0,-19-6 0,0 2 0,-1 0 0,0 1 0,26 24 0,-10-4 0,-2 2 0,-1 1 0,-2 2 0,33 53 0,-63-89 0,4 7 0,1-1 0,0 0 0,0 0 0,1 0 0,8 7 0,-12-13 0,0 0 0,0 0 0,0 0 0,1 0 0,-1-1 0,0 0 0,1 1 0,-1-1 0,0 0 0,1-1 0,0 1 0,-1-1 0,1 1 0,-1-1 0,1 0 0,-1-1 0,1 1 0,3-1 0,8-2 0,-1-1 0,1 0 0,-1-1 0,0-1 0,-1 0 0,21-13 0,75-57 0,-97 68 0,253-198 0,-138 105 0,4-4 0,144-108 0,-247 193-109,213-169-1147,-222 171-5570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15:46.0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412 284 24575,'0'-2'0,"0"1"0,0 0 0,1 0 0,-1 0 0,0 0 0,1 0 0,-1 0 0,1 0 0,0 0 0,-1 0 0,1 0 0,0 1 0,-1-1 0,1 0 0,0 0 0,0 1 0,0-1 0,0 0 0,0 1 0,0-1 0,0 1 0,1-1 0,27-11 0,-23 10 0,534-146 0,-511 142 0,64-19 0,82-15 0,45 11 0,-325 28 0,4 11 0,1 4 0,-125 35 0,71-13 0,139-32 0,20-2 0,28-1 0,-28-1 0,1007-3 0,-1196-8 0,-1233 37-2063,1374-23 1994,-170 20-217,196-18 286,17-5 0,0 0 0,0 0 0,0 0 0,0 0 0,0 0 0,0 1 0,0-1 0,-1 0 0,1 0 0,0 0 0,0 0 0,0 0 0,0 0 0,0 1 0,0-1 0,0 0 0,0 0 0,0 0 0,0 0 0,0 0 0,0 0 0,1 0 0,-1 1 0,0-1 0,0 0 0,0 0 0,0 0 0,0 0 0,0 0 0,0 0 0,0 0 0,0 1 0,0-1 0,0 0 0,0 0 0,1 0 0,-1 0 0,0 0 0,0 0 0,0 0 0,0 0 0,0 0 0,0 0 0,0 0 0,1 0 0,-1 0 0,0 0 0,0 0 0,0 0 0,0 0 0,0 0 0,0 0 0,0 0 0,1 0 0,-1 0 0,0 0 0,0 0 0,0 0 0,0 0 0,0 0 0,0 0 0,1 0 0,-1 0 0,0 0 0,0 0 0,28 4 0,0-1 0,1-1 0,29-3 0,1 1 0,1281-35-197,-1217 25-5379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15:47.6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24575,'132'0'0,"726"17"0,-432 12 0,-53-17-1365,-338-13-5461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15:49.0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31 871 24575,'0'7'0,"-1"0"0,-1 0 0,1 0 0,-1 0 0,-4 9 0,-4 20 0,6-8 0,1 0 0,2 1 0,3 53 0,-2-80 0,0 1 0,1 0 0,0-1 0,-1 1 0,1 0 0,0-1 0,0 1 0,0-1 0,1 0 0,-1 1 0,1-1 0,-1 0 0,1 0 0,0 0 0,0 0 0,0 0 0,0 0 0,0 0 0,0 0 0,0-1 0,1 0 0,-1 1 0,0-1 0,1 0 0,0 0 0,-1 0 0,1 0 0,4 0 0,5 1 0,-1 0 0,1-1 0,-1-1 0,1 0 0,-1-1 0,13-2 0,8-2 0,0-2 0,-1-1 0,51-20 0,95-54 0,13-19-265,216-155 0,153-153-265,-427 306 530,43-31 0,-169 129 13,0 0-105,0 1-1,0-1 1,0 1 0,0 0-1,1 1 1,0-1-1,-1 1 1,1 1-1,0-1 1,0 1 0,1 0-1,9 0 1,0 3-5851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13:25.624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0 148 24575,'0'4'0,"1"0"0,0 1 0,0-1 0,0 0 0,0 0 0,1 1 0,0-1 0,-1 0 0,1-1 0,5 7 0,29 38 0,-24-34 0,32 40 0,59 57 0,-100-109 0,-1 1 0,1-1 0,0 1 0,0-1 0,0 0 0,0 0 0,0-1 0,0 1 0,0-1 0,0 1 0,1-1 0,-1 0 0,1 0 0,-1 0 0,1-1 0,-1 1 0,1-1 0,-1 0 0,1 0 0,-1 0 0,1-1 0,-1 1 0,1-1 0,-1 0 0,1 0 0,-1 0 0,0 0 0,1 0 0,-1-1 0,0 0 0,0 1 0,4-5 0,9-5 0,0-1 0,-1 0 0,-1-1 0,0-1 0,-1 0 0,19-28 0,-6 3 0,35-69 0,-53 91 0,-1 0 0,-1 0 0,-1-1 0,0 1 0,-2-1 0,3-19 0,-6 36 0,-1 0 0,1 0 0,0 0 0,1-1 0,-1 1 0,0 0 0,0 0 0,0 0 0,1 0 0,-1 0 0,1 0 0,-1-1 0,1 1 0,-1 0 0,1 0 0,-1 0 0,1 0 0,0 0 0,0 1 0,-1-1 0,1 0 0,0 0 0,0 0 0,0 1 0,0-1 0,0 0 0,0 1 0,0-1 0,2 0 0,-1 2 0,0-1 0,0 0 0,1 1 0,-1 0 0,0-1 0,0 1 0,0 0 0,0 0 0,0 0 0,0 1 0,0-1 0,0 0 0,0 1 0,0-1 0,2 3 0,29 30 0,0 1 0,48 70 0,-41-53 0,30 41 0,258 326 0,-289-374 0,69 89 0,-90-110 0,-1 1 0,-2 1 0,19 42 0,-30-60 0,-1 1 0,0 0 0,0 0 0,-1 0 0,1 14 0,-3-19 0,0-1 0,0 0 0,0 1 0,0-1 0,-1 0 0,1 0 0,-1 0 0,0 1 0,0-1 0,0 0 0,0 0 0,-1 0 0,1 0 0,-1 0 0,0-1 0,0 1 0,0 0 0,-3 2 0,-5 4 0,0-1 0,-1-1 0,0 0 0,0 0 0,-1-1 0,-21 8 0,2-4 0,-50 12 0,67-20 0,1 0 0,-1-1 0,1 0 0,-1-1 0,1-1 0,-20-3 0,4-2 0,-51-17 0,75 22-80,0-1 0,0 1-1,1-1 1,-1 0 0,1-1-1,0 1 1,-1-1 0,1 0-1,0 0 1,1 0 0,-1 0 0,0-1-1,1 1 1,0-1 0,0 0-1,-3-5 1,-2-11-6746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13:26.245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19 127 24575,'-5'0'0,"-6"0"0,8 0 0,10 0 0,12-5 0,9-1 0,-1-5 0,0 0 0,0-4 0,1-3 0,-1 1 0,1 3 0,0 5 0,-4-2 0,-7 2-8191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13:26.608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0 39 24575,'5'0'0,"11"0"0,13 0 0,10 0 0,14 0 0,7 0 0,-2 0 0,-6 0 0,-7 0 0,-6-4 0,-10-8 0,-1 0 0,-4 1-8191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13:27.043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0 0 24575,'17'34'0,"78"164"0,-70-140 0,25 90 0,-45-124 0,-1 1 0,-1 0 0,-2 0 0,-1 39 0,1 16 0,-2-79-4,1 1 0,0 0 0,0-1 0,1 1-1,-1-1 1,0 1 0,1 0 0,-1-1 0,1 1 0,-1-1 0,1 1-1,1 1 1,-2-3 8,0 0-1,0 0 1,1 0 0,-1 0-1,0 0 1,1 0 0,-1 0-1,0 0 1,1 0-1,-1 0 1,0 0 0,0 0-1,1 0 1,-1 0 0,0 0-1,1 0 1,-1-1 0,0 1-1,0 0 1,1 0-1,-1 0 1,0 0 0,0-1-1,1 1 1,-1 0 0,0 0-1,0-1 1,0 1-1,0 0 1,1 0 0,-1-1-1,0 1 1,0 0 0,0 0-1,0-1 1,0 0-1,4-5-292,-1-1 0,0 0 0,-1-1 0,3-7 0,4-29-6537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13:27.369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1 108 24575,'1'0'0,"0"0"0,1 1 0,-1-1 0,0 0 0,1 1 0,-1-1 0,0 1 0,0-1 0,1 1 0,-1 0 0,0-1 0,0 1 0,0 0 0,0 0 0,0 0 0,0 0 0,2 2 0,13 21 0,-11-15 0,29 52 0,-28-46 0,2-1 0,-1 0 0,2 0 0,0-1 0,0 0 0,1-1 0,1 0 0,15 13 0,-8-12 0,0 0 0,2-1 0,0-2 0,0 0 0,0 0 0,1-2 0,32 8 0,-41-13 0,-1-1 0,1-1 0,-1 0 0,1 0 0,0-1 0,-1-1 0,14-1 0,-18 0 0,0 1 0,0-1 0,0 0 0,0-1 0,-1 0 0,1 0 0,-1 0 0,0-1 0,0 0 0,0 0 0,0-1 0,7-6 0,-9 5 0,1 1 0,-1-1 0,0-1 0,0 1 0,-1 0 0,0-1 0,0 0 0,0 1 0,-1-1 0,0 0 0,0-1 0,1-13 0,-2 13 0,-1-1 0,0 0 0,0 1 0,0-1 0,-1 0 0,-1 1 0,1-1 0,-1 1 0,-1-1 0,-5-12 0,2 7 0,-1 0 0,-1 1 0,1 0 0,-2 1 0,0 0 0,-1 0 0,0 0 0,0 2 0,-1-1 0,-1 1 0,-24-16 0,-8 2-1365,25 16-5461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13:27.980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512 1 24575,'-9'9'0,"-9"14"0,-5 11 0,-4 11 0,-2 6 0,-1 5 0,-5 2 0,-2-4 0,2-2 0,1-9 0,6-8 0,4-9 0,1-9 0,-1-18 0,-15-32 0,-11-24 0,4-4-8191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13:28.209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0 1 24575,'0'5'0,"15"11"0,13 12 0,23 12 0,11 7 0,9 7 0,13 7 0,-9-1 0,-7-11 0,-10-13 0,-11-9 0,-8-9 0,-6-2 0,-4 0 0,-1-1 0,-2-5 0,-5-3-8191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13:28.527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0 34 24575,'10'-5'0,"22"-1"0,34-5 0,7 0-8191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13:29.043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 0 24575,'0'10'0,"0"22"0,9 20 0,14 25 0,6 19 0,4 12 0,1 3 0,-5-9 0,-3-17 0,-6-17 0,-6-16 0,-10-17 0,-7-14-8191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13:29.473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0 176 24575,'5'-5'0,"16"-6"0,28-16 0,21-3 0,7-2 0,6 6 0,-3 6 0,1 7 0,-5 5 0,-5 5 0,-10 2 0,-16 2-8191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13:30.201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577 1 24575,'1'8'0,"0"0"0,0 0 0,1 1 0,0-1 0,1-1 0,0 1 0,7 14 0,0 1 0,108 247 0,25 63 0,-124-275 0,-14-40 0,1 0 0,10 22 0,-13-40 0,-2-5 0,0-8 0,-4-70 0,-1-29 0,4 98 0,1 0 0,1-1 0,0 1 0,1 0 0,6-20 0,-7 29 0,1 0 0,-1 0 0,1 0 0,-1 0 0,2 0 0,-1 1 0,0-1 0,1 1 0,0 0 0,0 0 0,0 0 0,0 1 0,1-1 0,-1 1 0,1 0 0,0 1 0,0-1 0,0 1 0,0 0 0,0 0 0,1 0 0,-1 1 0,1-1 0,-1 1 0,1 1 0,5-1 0,-4 1 0,0 0 0,0 1 0,0 0 0,0 0 0,0 0 0,0 1 0,-1 0 0,1 0 0,-1 1 0,1-1 0,-1 2 0,0-1 0,0 1 0,0 0 0,-1 0 0,1 0 0,-1 1 0,0 0 0,0 0 0,5 7 0,-5-5 0,0 1 0,0 0 0,-1 0 0,0 0 0,-1 0 0,1 1 0,-1 0 0,-1-1 0,2 11 0,-4-16 0,1 1 0,-1-1 0,0 1 0,0 0 0,0-1 0,-1 1 0,1-1 0,-1 1 0,0-1 0,0 1 0,0-1 0,-1 0 0,1 1 0,-1-1 0,1 0 0,-1 0 0,0 0 0,0 0 0,-1 0 0,1 0 0,-1-1 0,1 1 0,-1-1 0,0 0 0,0 0 0,-3 3 0,-20 7 0,1-1 0,-2 0 0,0-2 0,-42 8 0,-86 20 0,-259 25 0,391-60 0,0 0 0,0-2 0,0-1 0,0-1 0,1-1 0,-1 0 0,0-2 0,1-1 0,0-1 0,1 0 0,-25-13 0,-34-25-1365,13 0-5461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13:30.911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18 1 24575,'0'5'0,"0"6"0,0 11 0,0 6 0,0 9 0,0 7 0,0 1 0,0-3 0,-5-7 0,-1-6 0,0-8-8191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13:32.023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1046 958 24575,'59'0'0,"150"-3"0,42-16-747,85-22-2242,79-29 1558,91-34-1308,-168 31 2519,847-178-1448,-1 37 688,-769 153 117,-80 19 647,-88 17 216,13 3 945,-253 22-875,21-4 358,-28 4-413,-1 0 0,1 0 0,0 0 0,0 0 0,0 0 1,0 0-1,0 0 0,0 0 0,0 0 0,0 0 0,0 0 0,0-1 0,0 1 0,0 0 0,0 0 0,0 0 0,0 0 0,0 0 0,0 0 0,0 0 0,0 0 0,0 0 0,0 0 0,0 0 0,0 0 0,0 0 0,0 0 0,0 0 0,0 0 0,0 0 0,0 0 0,0 0 0,0-1 0,0 1 0,0 0 0,0 0 0,0 0 0,0 0 0,0 0 0,0 0 0,1 0 0,-1 0 0,0 0 0,0 0 0,0 0 0,0 0 0,0 0 0,0 0 0,0 0 0,0 0 0,0 0 0,-15-2 1570,-223-15 3661,-126 10-5359,241 6 558,-1002 61 175,-186 140-3676,969-143 2485,-1660 311-3090,1613-285 3379,53-11 443,68-15 485,213-45-557,-180 47 1026,217-50-884,18-9-224,0 0 0,0 0 0,0 1 0,0-1 0,0 0 0,0 0 0,0 0 0,0 1 0,0-1 0,0 0 0,0 0 0,0 0 0,0 1 0,1-1 1,-1 0-1,0 0 0,0 0 0,0 0 0,0 1 0,0-1 0,0 0 0,0 0 0,1 0 0,-1 0 0,0 1 0,0-1 0,0 0 0,0 0 0,1 0 0,-1 0 0,0 0 1,0 0-1,0 0 0,1 0 0,-1 0 0,0 0 0,0 0 0,0 0 0,0 0 0,1 0 0,-1 0 0,0 0 0,0 0 0,0 0 0,1 0 0,-1 0 0,0 0 0,0 0 1,0 0-1,1 0 0,-1 0 0,24 2 772,37-2 1,360-27-538,-346 21-308,457-43-787,170-24-31,115-27-1800,55-15 1444,-42 0-1038,-70 7 1349,-101 12-506,-129 18 1175,-134 21 1813,-111 17 4338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13:35.520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0 0 24575,'4'50'0,"1"0"0,3 0 0,23 81 0,-17-77 0,-1-4 0,2-1 0,2 0 0,2-2 0,3 0 0,1-1 0,2-1 0,3-1 0,59 73 0,-22-36 0,33 34 0,-92-108 0,-1 0 0,1 0 0,-2 0 0,1 1 0,-1 0 0,-1 0 0,1 0 0,-1 0 0,3 15 0,-6-23 0,0 0 0,0 1 0,0-1 0,0 0 0,0 1 0,0-1 0,0 0 0,0 1 0,0-1 0,0 0 0,0 0 0,0 1 0,0-1 0,0 0 0,0 1 0,0-1 0,0 0 0,0 1 0,0-1 0,-1 0 0,1 0 0,0 1 0,0-1 0,0 0 0,-1 0 0,1 0 0,0 1 0,0-1 0,0 0 0,-1 0 0,1 0 0,0 1 0,0-1 0,-1 0 0,1 0 0,0 0 0,-1 0 0,1 0 0,0 0 0,-1 0 0,1 0 0,0 0 0,0 0 0,-1 0 0,1 0 0,0 0 0,-1 0 0,1 0 0,0 0 0,-1 0 0,1 0 0,-17-3 0,0-1 0,0 0 0,-27-11 0,25 8 0,-15-5 0,20 6 0,-1 0 0,0 2 0,-19-5 0,34 9 0,0 0 0,-1 0 0,1 0 0,-1 0 0,1 0 0,0 0 0,-1-1 0,1 1 0,-1 0 0,1 0 0,0 0 0,-1 0 0,1 1 0,-1-1 0,1 0 0,-1 0 0,1 0 0,0 0 0,-1 0 0,1 0 0,0 1 0,-1-1 0,1 0 0,0 0 0,-1 0 0,1 1 0,0-1 0,-1 0 0,1 1 0,0-1 0,-1 0 0,1 1 0,0-1 0,0 0 0,0 1 0,-1-1 0,1 0 0,0 1 0,0-1 0,0 1 0,0-1 0,0 0 0,0 1 0,0-1 0,0 1 0,0-1 0,0 0 0,0 1 0,0 0 0,3 9 0,1-1 0,1 1 0,-1-1 0,2 0 0,-1-1 0,1 1 0,10 10 0,-11-13 0,10 16 0,2-2 0,1-1 0,0 0 0,31 24 0,-42-38 0,1 0 0,-1 0 0,1-1 0,-1 0 0,1-1 0,0 0 0,15 4 0,-18-6 0,1-1 0,-1 1 0,0-1 0,1 0 0,-1 0 0,0 0 0,1-1 0,-1 0 0,0 0 0,0 0 0,1-1 0,-1 0 0,7-4 0,-1 0 0,-1-1 0,1 0 0,-2-1 0,1 0 0,-1-1 0,0 0 0,-1 0 0,0-1 0,-1 0 0,0 0 0,0-1 0,5-14 0,8-17 0,25-82 0,-44 122 0,13-42 0,-1 6 0,15-70 0,-27 103-97,0 0-1,-1 1 1,0-1-1,0 0 1,0 1-1,-1-1 1,1 1-1,-1-1 1,0 0-1,0 1 1,-1-1-1,0 1 0,-3-8 1,-6-5-6729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13:37.834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0 218 24575,'0'-5'0,"10"-6"0,12-11 0,12-7 0,6-3 0,0 0 0,-1 4 0,-8 3 0,-5 5 0,-5 6-8191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13:38.910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0 842 24575,'0'2'0,"0"0"0,1 0 0,-1-1 0,1 1 0,-1 0 0,1 0 0,-1 0 0,1-1 0,0 1 0,0 0 0,0-1 0,0 1 0,0 0 0,0-1 0,0 1 0,0-1 0,1 0 0,-1 1 0,1-1 0,-1 0 0,1 0 0,-1 0 0,1 0 0,0 0 0,-1 0 0,1-1 0,3 2 0,5 1 0,0 0 0,1-1 0,19 1 0,-23-2 0,22 2 0,1-1 0,-1-2 0,0-1 0,0-1 0,40-8 0,-51 6 0,-1-1 0,-1 0 0,1-1 0,-1-1 0,0-1 0,0-1 0,-1 0 0,0 0 0,-1-2 0,17-14 0,1-7 0,-3-1 0,0-1 0,27-43 0,-49 65 0,0 0 0,0 0 0,-1-1 0,-1 0 0,0 0 0,0-1 0,3-19 0,-5 8 0,0 0 0,-2 1 0,-2-34 0,1 54 0,0-22 0,0 26 0,0 0 0,0-1 0,0 1 0,0 0 0,0-1 0,0 1 0,1 0 0,-1-1 0,0 1 0,0 0 0,0-1 0,0 1 0,0 0 0,1-1 0,-1 1 0,0 0 0,0 0 0,0-1 0,1 1 0,-1 0 0,0 0 0,0-1 0,1 1 0,-1 0 0,0 0 0,1 0 0,-1 0 0,0 0 0,0-1 0,1 1 0,-1 0 0,0 0 0,1 0 0,-1 0 0,0 0 0,1 0 0,-1 0 0,0 0 0,1 0 0,-1 0 0,0 0 0,1 0 0,-1 0 0,0 0 0,1 1 0,-1-1 0,0 0 0,1 0 0,-1 0 0,0 0 0,0 1 0,1-1 0,-1 0 0,0 0 0,0 0 0,1 1 0,-1-1 0,0 0 0,0 0 0,1 1 0,-1-1 0,0 0 0,0 1 0,0-1 0,16 16 0,-2 1 0,0 0 0,14 24 0,1 1 0,106 146 0,32 45 0,-138-200 0,-28-33 0,-1 1 0,0-1 0,1 0 0,-1 1 0,0-1 0,1 1 0,-1-1 0,1 0 0,-1 1 0,1-1 0,-1 0 0,1 1 0,-1-1 0,1 0 0,-1 0 0,1 0 0,-1 1 0,1-1 0,-1 0 0,1 0 0,0 0 0,-1 0 0,1 0 0,-1 0 0,1 0 0,-1 0 0,1 0 0,0 0 0,-1-1 0,1 1 0,-1 0 0,1 0 0,-1 0 0,1-1 0,-1 1 0,1 0 0,-1-1 0,1 1 0,0-2 0,0 0 0,0 0 0,0 0 0,-1 0 0,1 0 0,-1 0 0,1 0 0,-1 0 0,0 0 0,0-2 0,0-21 0,-1 0 0,-2 0 0,0 0 0,-10-36 0,0 2 0,-10-61 0,-17-96 0,39 189 0,1 26 0,0 1 0,0 0 0,0-1 0,0 1 0,0 0 0,0-1 0,1 1 0,-1 0 0,0-1 0,0 1 0,0 0 0,0 0 0,1-1 0,-1 1 0,0 0 0,0 0 0,0-1 0,1 1 0,-1 0 0,0 0 0,0 0 0,1-1 0,-1 1 0,0 0 0,1 0 0,-1 0 0,0 0 0,1 0 0,-1-1 0,0 1 0,1 0 0,-1 0 0,0 0 0,1 0 0,3 2 0,-1-1 0,1 1 0,-1 0 0,0 0 0,0 0 0,0 0 0,0 1 0,0-1 0,3 4 0,47 41 0,68 46 0,-100-79 0,0-1 0,1-1 0,1-1 0,0-1 0,0 0 0,48 11 0,-68-20 0,0-1 0,1 1 0,-1-1 0,0 0 0,0 1 0,0-1 0,0-1 0,0 1 0,0 0 0,0-1 0,0 0 0,0 0 0,0 0 0,4-1 0,-5 0 0,0 1 0,0-1 0,0 1 0,0-1 0,0 0 0,-1 0 0,1 0 0,-1 0 0,1-1 0,-1 1 0,0 0 0,1 0 0,-1-1 0,0 1 0,-1-1 0,1 1 0,0-3 0,4-24 0,-1 1 0,-2-1 0,-1 0 0,-4-50 0,0 33 0,3 30 0,0-11 0,-2 1 0,-1 0 0,-6-29 0,7 49 0,1-1 0,-1 1 0,0 0 0,-1 0 0,0 0 0,0 0 0,0 0 0,0 1 0,-1-1 0,0 1 0,0 0 0,-1 0 0,1 1 0,-1-1 0,0 1 0,0 0 0,-11-6 0,-7-1-1365,4 2-5461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13:39.566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0 0 24575,'5'0'0,"6"10"0,6 12 0,6 12 0,2 20 0,3 11 0,-4-2 0,-6-21 0,-5-18-8191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13:39.993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285 1 24575,'0'9'0,"0"14"0,0 16 0,0 17 0,-5 12 0,-11 10 0,-13 6 0,-5-7 0,-3-7 0,-4-10 0,5-11 0,3-13 0,3-14 0,7-9-8191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13:40.255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 0 24575,'14'20'0,"15"20"0,7 13 0,7 16 0,5 7 0,5 0 0,-2-8 0,-5-7 0,-5-13 0,-11-10 0,-4-7 0,2-3 0,11-3 0,14-4 0,-3-7-8191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13:40.528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0 1 24575,'5'0'0,"6"9"0,2 14 0,-2 6 0,-3 4 0,-2 1 0,2-5 0,0-8-8191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13:40.833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0 203 24575,'0'-5'0,"0"-6"0,10-6 0,12-6 0,13 3 0,24-7 0,11-2 0,4 3 0,-1 2 0,-14 4-8191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13:41.148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0 0 24575,'0'5'0,"0"11"0,0 13 0,5 20 0,6 16 0,6 12 0,6 12 0,-3-5 0,-3-7 0,0-6 0,-4-11 0,-3-11 0,-3-9 0,1-11 0,0-11-8191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13:41.935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 65 24575,'12'237'0,"-6"-191"0,3-1 0,1 0 0,19 51 0,-15-67 0,-4-19 0,-9-10 0,-1 0 0,1 0 0,-1 0 0,0 0 0,1 0 0,-1-1 0,1 1 0,-1 0 0,1 0 0,-1 0 0,0 0 0,1 0 0,-1-1 0,0 1 0,1 0 0,-1 0 0,1-1 0,-1 1 0,0 0 0,0-1 0,1 1 0,-1 0 0,0-1 0,1 1 0,-1 0 0,0-1 0,0 1 0,0-1 0,0 1 0,1-1 0,1-4 0,0-1 0,0 0 0,-1 1 0,0-1 0,0 0 0,0 0 0,0-10 0,-1 10 0,0-1 0,1 1 0,0 0 0,0 0 0,0-1 0,4-7 0,-4 12 0,-1 1 0,1 0 0,0 0 0,0 0 0,0 0 0,0 0 0,0 0 0,0 0 0,0 0 0,0 0 0,1 0 0,-1 1 0,0-1 0,0 0 0,1 1 0,-1-1 0,0 1 0,1-1 0,-1 1 0,1 0 0,-1 0 0,0 0 0,1 0 0,1 0 0,39 4 0,-30-2 0,-8-2 0,5 2 0,0-1 0,0 0 0,0-1 0,0 0 0,0 0 0,14-3 0,-21 3 0,1-1 0,-1 0 0,1-1 0,-1 1 0,1 0 0,-1-1 0,0 1 0,1-1 0,-1 0 0,0 1 0,0-1 0,0 0 0,-1 0 0,1-1 0,0 1 0,-1 0 0,1-1 0,-1 1 0,0 0 0,0-1 0,0 0 0,0 1 0,0-1 0,-1 0 0,1 1 0,-1-4 0,2-5 0,-1 0 0,-1 0 0,0 0 0,-1 0 0,0 0 0,0 1 0,-1-1 0,-5-17 0,-36-83 0,35 92 0,-45-91-1365,30 74-5461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13:42.712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377 157 24575,'-4'0'0,"0"0"0,0-1 0,0 0 0,1 1 0,-1-1 0,0-1 0,1 1 0,-1 0 0,1-1 0,-1 0 0,1 0 0,0 0 0,0 0 0,0 0 0,0-1 0,0 1 0,0-1 0,1 0 0,-1 0 0,1 0 0,-4-6 0,0-2 0,1 0 0,-1 0 0,2 0 0,0-1 0,-4-16 0,7 26 0,1 1 0,-1-1 0,1 1 0,0-1 0,0 1 0,-1 0 0,1-1 0,0 1 0,0-1 0,0 1 0,0-1 0,1 1 0,-1-1 0,1-2 0,0 4 0,-1-1 0,0 1 0,1 0 0,-1 0 0,0-1 0,1 1 0,-1 0 0,0 0 0,1 0 0,-1 0 0,1 0 0,-1-1 0,1 1 0,-1 0 0,0 0 0,1 0 0,-1 0 0,1 0 0,-1 0 0,0 0 0,1 1 0,-1-1 0,1 0 0,-1 0 0,0 0 0,1 0 0,-1 0 0,1 1 0,-1-1 0,0 0 0,1 0 0,-1 1 0,5 2 0,0 0 0,-1 1 0,0 0 0,0 0 0,0 0 0,6 8 0,1 5 0,0 0 0,-1 1 0,-1 1 0,7 20 0,-11-26 0,-1-1 0,0 1 0,-2 0 0,1 0 0,-1 0 0,-1 0 0,-1 20 0,-1-24 0,-1 0 0,0-1 0,0 0 0,-1 1 0,0-1 0,0 0 0,-1 0 0,0-1 0,-1 1 0,0-1 0,0 0 0,0 0 0,-8 6 0,6-4 0,-2-2 0,1 1 0,-1-1 0,-1 0 0,1-1 0,-1 0 0,0 0 0,0-1 0,-17 6 0,23-10 0,0 0 0,-1 0 0,1-1 0,0 1 0,0-1 0,0 0 0,0 0 0,0 0 0,0-1 0,0 1 0,-1-1 0,1 0 0,0 0 0,1-1 0,-1 1 0,0-1 0,0 0 0,1 0 0,-1 0 0,1 0 0,-1-1 0,1 1 0,-5-6 0,-2-3 0,1 0 0,0-1 0,0 0 0,1 0 0,-9-19 0,11 20 0,-34-72 0,36 73 0,0 0 0,1 0 0,0-1 0,0 0 0,-2-20 0,5 31 0,0-1 0,0 0 0,0 0 0,0 0 0,0 1 0,0-1 0,0 0 0,0 0 0,0 1 0,0-1 0,0 0 0,0 0 0,1 1 0,-1-1 0,0 0 0,0 0 0,1 1 0,-1-1 0,1 0 0,-1 1 0,0-1 0,1 0 0,-1 1 0,1-1 0,0 1 0,-1-1 0,1 1 0,-1-1 0,1 1 0,0-1 0,-1 1 0,1 0 0,1-1 0,0 1 0,0 0 0,0 0 0,0 0 0,0 1 0,0-1 0,0 1 0,1-1 0,-1 1 0,0 0 0,0-1 0,3 3 0,19 12 0,-1 0 0,0 1 0,-1 1 0,27 28 0,-5-6 0,-33-29 0,29 25 0,54 35 0,-82-62 0,0 0 0,1-1 0,0-1 0,0 0 0,1 0 0,-1-2 0,1 0 0,0 0 0,23 2 0,-32-6 6,-1 0 1,1 0-1,-1 0 0,1-1 0,-1 1 1,0-1-1,1 0 0,-1-1 0,0 1 1,1-1-1,-1 0 0,0 0 0,6-4 0,-2 0-248,-2 0 0,1 0 0,-1 0 0,1-1 0,7-12 0,19-31-6584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13:43.265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750 1 24575,'-7'16'0,"0"1"0,-7 32 0,-2 3 0,-100 235 0,98-251 0,-2-1 0,-1-2 0,-1 0 0,-2-1 0,-51 53 0,71-81 0,0 0 0,0-1 0,-1 1 0,1-1 0,-1-1 0,0 1 0,0-1 0,0 1 0,0-1 0,0-1 0,-7 3 0,8-4 0,1 1 0,-1-1 0,0 0 0,0 0 0,1 0 0,-1 0 0,0-1 0,0 0 0,1 0 0,-1 0 0,0 0 0,1 0 0,-1-1 0,1 1 0,0-1 0,0 0 0,-5-3 0,-3-5 0,-1 0 0,1 0 0,1-1 0,0-1 0,-16-23 0,-35-71 0,51 86 0,-84-163 0,66 120 0,27 61 0,0 1 0,1-1 0,-1 0 0,1 1 0,-1-1 0,1 0 0,-1 0 0,1 1 0,0-1 0,0 0 0,0 0 0,0 0 0,0 0 0,2-3 0,-2 5 0,0 0 0,0-1 0,1 1 0,-1 0 0,0 0 0,0 0 0,1-1 0,-1 1 0,0 0 0,1 0 0,-1 0 0,0 0 0,1 0 0,-1 0 0,0 0 0,1-1 0,-1 1 0,0 0 0,1 0 0,-1 0 0,1 0 0,-1 1 0,0-1 0,1 0 0,-1 0 0,1 0 0,18 10 0,22 21 0,-2 1 0,-2 3 0,41 45 0,27 27 0,-57-63 60,80 56 0,-104-84-272,0-1 0,1-1 0,0-1-1,1-2 1,1 0 0,27 6 0,-6-7-6614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13:43.826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3 191 24575,'-1'-34'0,"0"16"0,0 0 0,4-27 0,-2 41 0,-1 0 0,1 0 0,0 0 0,0 0 0,1 0 0,-1 0 0,1 0 0,0 0 0,0 1 0,0-1 0,0 0 0,1 1 0,-1 0 0,1 0 0,6-6 0,-7 8 0,0 0 0,-1 0 0,1 0 0,0 0 0,0 0 0,0 0 0,0 0 0,0 1 0,1-1 0,-1 1 0,0-1 0,0 1 0,0 0 0,0 0 0,1 0 0,3 1 0,-2 0 0,1 0 0,0 0 0,-1 1 0,1 0 0,-1 0 0,1 0 0,4 3 0,4 4 0,-1 1 0,0-1 0,20 23 0,-16-12 0,-1 0 0,-1 0 0,-1 1 0,-1 1 0,-1 1 0,0-1 0,-2 2 0,-1-1 0,-1 1 0,-1 0 0,0 1 0,-2-1 0,-2 1 0,0 0 0,-3 48 0,1-68 0,-1 1 0,1-1 0,-1 0 0,-1 1 0,1-1 0,-1 0 0,0 0 0,0 0 0,-1 0 0,1 0 0,-1-1 0,-6 8 0,8-10 0,-1-1 0,0 1 0,1-1 0,-1 1 0,0-1 0,0 0 0,0 0 0,0 0 0,0 0 0,0 0 0,0-1 0,-1 1 0,1-1 0,0 1 0,0-1 0,0 0 0,-1 1 0,1-1 0,0-1 0,0 1 0,-1 0 0,1 0 0,0-1 0,0 1 0,0-1 0,0 0 0,0 0 0,-1 1 0,1-1 0,1-1 0,-1 1 0,0 0 0,-3-3 0,-5-3 0,1-1 0,0-1 0,0 1 0,1-1 0,0-1 0,1 1 0,-9-16 0,4 6 0,2-1 0,0-1 0,-8-23 0,18 43 0,-7-31 0,6 31 0,1 0 0,0 1 0,0-1 0,0 1 0,0-1 0,0 1 0,0-1 0,0 0 0,0 1 0,0-1 0,0 1 0,1-1 0,-1 1 0,0-1 0,0 1 0,1-1 0,-1 1 0,0-1 0,0 1 0,1-1 0,-1 1 0,0-1 0,1 1 0,-1 0 0,1-1 0,-1 1 0,1 0 0,-1-1 0,0 1 0,1 0 0,-1-1 0,1 1 0,0 0 0,-1 0 0,1 0 0,-1 0 0,1-1 0,-1 1 0,1 0 0,-1 0 0,1 0 0,0 0 0,-1 0 0,1 0 0,-1 0 0,1 1 0,-1-1 0,2 0 0,8 3 0,-1 1 0,1 0 0,-1 0 0,0 1 0,0 0 0,0 1 0,-1 0 0,9 8 0,-4-3 0,1-2 0,16 10 0,1-6-1365,-5-4-5461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13:44.345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 1 24575,'0'0'-8191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13:44.847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 1 24575,'0'0'-8191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13:45.717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0 90 24575,'0'-4'0,"10"-8"0,7 0 0,7-4 0,3 1 0,-3-1 0,-5 1-8191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13:46.021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 0 24575,'0'5'0,"0"16"0,0 23 0,5 34 0,6 17 0,6 2 0,1-5 0,-4-9 0,1-14 0,3-19 0,3-22 0,-2-16-8191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13:46.798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790 0 24575,'199'468'0,"-179"-426"0,8 16 0,38 89 0,-65-145 0,0 1 0,0 0 0,0 0 0,-1 0 0,1-1 0,-1 1 0,0 0 0,0 0 0,0 0 0,0 0 0,-1 5 0,1-7 0,-1 0 0,1 0 0,0-1 0,-1 1 0,1 0 0,-1-1 0,1 1 0,0 0 0,-1-1 0,0 1 0,1 0 0,-1-1 0,1 1 0,-1-1 0,0 1 0,1-1 0,-1 0 0,0 1 0,0-1 0,1 1 0,-1-1 0,0 0 0,0 0 0,0 0 0,1 1 0,-1-1 0,0 0 0,0 0 0,0 0 0,0 0 0,1 0 0,-1 0 0,0-1 0,0 1 0,0 0 0,1 0 0,-1-1 0,0 1 0,0 0 0,1-1 0,-1 1 0,0 0 0,0-2 0,-4 0 0,0-1 0,1 0 0,0 0 0,0-1 0,0 1 0,0-1 0,0 0 0,1 0 0,-1 0 0,1 0 0,0-1 0,0 1 0,1-1 0,-4-7 0,0-4 0,0 0 0,1 0 0,-4-22 0,6 23 0,1 1 0,1 0 0,0-1 0,0 1 0,2-1 0,2-17 0,-3 28 0,1 0 0,0 0 0,1 1 0,-1-1 0,0 0 0,1 1 0,0-1 0,0 1 0,0-1 0,0 1 0,0 0 0,4-3 0,-4 4 0,1 0 0,-1 0 0,1 1 0,-1-1 0,1 1 0,-1 0 0,1 0 0,0 0 0,0 0 0,0 0 0,-1 0 0,1 1 0,0 0 0,0-1 0,0 1 0,0 0 0,0 0 0,4 1 0,-2 0 0,-1 0 0,1 0 0,0 1 0,0-1 0,-1 1 0,1 0 0,-1 1 0,0-1 0,0 1 0,0 0 0,0 0 0,0 0 0,5 5 0,-4-3 0,-1 0 0,1 1 0,-1-1 0,-1 1 0,1 0 0,-1 0 0,0 0 0,0 0 0,2 9 0,-4-12 0,0-1 0,-1 1 0,0 0 0,0 0 0,1 0 0,-2 0 0,1 0 0,0-1 0,-1 1 0,1 0 0,-1 0 0,0-1 0,0 1 0,0 0 0,0-1 0,0 1 0,-1-1 0,1 1 0,-1-1 0,1 1 0,-4 2 0,-2 3 0,-1-1 0,-1 1 0,0-1 0,-11 7 0,-14 6 0,0-1 0,-1-1 0,-1-2 0,0-2 0,-47 12 0,-197 31 0,233-50 0,-57 1 0,88-8 0,0-1 0,0 0 0,1-1 0,-1-1 0,1 0 0,-1-1 0,-22-10 0,-159-82-1365,127 64-5461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13:48.457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0 1515 24575,'0'0'0,"1"1"0,-1 0 0,0 0 0,0 0 0,1 0 0,-1-1 0,0 1 0,1 0 0,-1 0 0,1-1 0,-1 1 0,1 0 0,-1-1 0,1 1 0,0 0 0,-1-1 0,1 1 0,0-1 0,-1 1 0,1-1 0,0 1 0,0-1 0,-1 0 0,1 1 0,0-1 0,0 0 0,0 1 0,0-1 0,1 0 0,30 4 0,-30-4 0,35 0 0,0-2 0,61-10 0,89-26 0,88-35-457,69-25-1370,94-28 663,1056-340-2376,-1041 308 3540,-49 16-225,-69 23-677,-69 25 677,-233 83 315,237-76-416,-206 70 855,0 2 1,75-6-1,-83 18 503,-33 5 1640,-46 4-1387,-662 171 398,85 46-1683,483-176 0,-7 3-130,-228 58 0,83-56-912,-79 0 188,-73 5-1522,-411 71 1744,4 40 522,611-111-485,180-46 521,-45 20 0,59-16 74,22-14 0,1-1 0,0 0 0,0 0 0,0 0 0,0 1 0,-1-1 0,1 0 0,0 0 0,0 1 0,0-1 0,0 0 0,0 0 0,0 1 0,0-1 0,0 0 0,0 0 0,0 1 0,0-1 0,0 0 0,0 1 0,0-1 0,0 0 0,0 0 0,0 1 0,0-1 0,0 0 0,0 0 0,0 1 0,0-1 0,1 0 0,-1 0 0,0 1 0,0-1 0,0 0 0,0 0 0,1 0 0,-1 1 0,0-1 0,0 0 0,0 0 0,1 0 0,-1 0 0,0 0 0,0 1 0,1-1 0,-1 0 0,0 0 0,0 0 0,1 0 0,10 2 0,-1 0 0,1-1 0,0 0 0,0-1 0,0 0 0,12-2 0,156-18 0,74-27-99,81-36-297,213-87 397,1-24 154,-38 14-161,1204-304-249,-1695 480 259,103-23 136,130-12 0,-240 38 142,-8 0-132,1 0 0,-1 0 0,1 1 1,0 0-1,-1 0 0,1 0 0,-1 0 0,1 1 0,-1 0 0,1 0 0,-1 0 0,8 3 0,-12-3-85,1-1-1,-1 0 0,1 0 1,-1 1-1,0-1 1,1 1-1,-1-1 0,0 0 1,1 1-1,-1-1 1,0 1-1,1-1 0,-1 1 1,0-1-1,0 1 1,0-1-1,1 1 0,-1-1 1,0 1-1,0-1 1,0 1-1,0-1 0,0 1 1,0-1-1,0 1 1,0-1-1,0 1 0,0-1 1,0 1-1,-1-1 1,1 1-1,0-1 0,0 1 1,0-1-1,-1 1 1,1-1-1,-1 1 0,-1 2 22,0 0 0,0-1 0,0 1-1,-1-1 1,0 0 0,-4 4 0,-31 18 370,-1-1 0,-80 32 0,-86 24-456,-143 20-879,-154 27-2637,-84 18 2637,-1516 425 686,1856-494-577,121-30 578,103-32 192,22-13 0,0 1 0,0-1 0,0 0 0,0 0 0,0 1 0,0-1 0,0 0 0,0 0 0,0 0 0,0 1 0,0-1 0,0 0 0,0 0 0,0 1 0,0-1 0,0 0 0,0 0 0,0 0 0,0 1 0,0-1 0,0 0 0,0 0 0,0 1 0,0-1 0,1 0 0,-1 0 0,0 0 0,0 0 0,0 1 0,0-1 0,1 0 0,-1 0 0,0 0 0,0 0 0,0 1 0,0-1 0,1 0 0,-1 0 0,0 0 0,0 0 0,1 0 0,-1 0 0,0 0 0,0 0 0,0 0 0,1 0 0,-1 0 0,0 0 0,0 0 0,1 0 0,-1 0 0,0 0 0,1 0 0,16 1 0,1 0 0,-1-2 0,32-4 0,180-27 0,113-25-504,96-18-1511,963-211 1281,-474 59 3266,-785 190-3573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13:57.966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 0 24575,'7'17'0,"0"1"0,-1-1 0,0 1 0,2 18 0,3 10 0,77 319 0,-85-341 0,4 15 0,-6-37 0,0 0 0,0 0 0,0 1 0,0-1 0,0 0 0,0 0 0,1 0 0,-1-1 0,0 1 0,1 0 0,0 0 0,-1-1 0,1 1 0,4 1 0,2 1 0,0 0 0,1-1 0,0 0 0,-1 0 0,1-1 0,0 0 0,1-1 0,12 1 0,-5 0 0,1031 65-1626,-207-62 1219,-4-44 488,-431-4-237,32-2-171,5 24 146,-356 25 1090,137 25-1,-80-8-231,541 39-1463,-589-53 799,967 41-3465,2-40 1754,-13-24 923,-11 0 6,560 16 6241,-751 1-3355,-842-1-2117,-1 0 0,0 0 0,1 1 0,-1 0 0,0 0 0,0 1 0,0 0 0,0 0 0,7 4 0,-9-3 0,-1 0 0,1 0 0,-1 0 0,0 1 0,0 0 0,0 0 0,0 0 0,-1 0 0,1 0 0,-1 1 0,0 0 0,4 8 0,18 39 0,-1 2 0,-3 0 0,-3 2 0,-2 0 0,-2 1 0,9 79 0,-16-67 0,15 128 0,-21-192 0,-1 0 0,1 0 0,1 0 0,-1 0 0,1-1 0,0 1 0,0 0 0,5 7 0,-6-10 0,1 0 0,-1-1 0,0 1 0,1-1 0,-1 0 0,1 1 0,0-1 0,-1 0 0,1 0 0,0 0 0,0 0 0,0 0 0,0-1 0,-1 1 0,1 0 0,0-1 0,0 0 0,0 1 0,0-1 0,0 0 0,1 0 0,-1 0 0,4-1 0,0 0 0,0 0 0,1-1 0,-1 0 0,0 0 0,0-1 0,0 1 0,0-1 0,9-6 0,41-37 0,-20 16 0,-32 27 0,1-1 0,-1 1 0,0-1 0,-1 0 0,1 0 0,0 0 0,-1 0 0,4-7 0,-6 9 0,0-1 0,-1 1 0,1-1 0,0 0 0,-1 1 0,1-1 0,-1 0 0,0 1 0,0-1 0,0 0 0,0 1 0,0-1 0,-1 0 0,0 1 0,1-1 0,-1 0 0,0 1 0,-2-5 0,-1-1 0,0 0 0,-1 0 0,0 0 0,0 1 0,-1 0 0,0 0 0,-9-9 0,-6-2 0,-25-17 0,25 20 0,-27-25 0,48 40 0,-1-1 0,0 0 0,0 1 0,0-1 0,1 0 0,-1 0 0,1 1 0,-1-1 0,0 0 0,1 0 0,-1 0 0,1 0 0,0 0 0,-1 0 0,1 0 0,0 0 0,0 0 0,-1 0 0,1-1 0,0 1 0,1 1 0,-1-1 0,0 1 0,1 0 0,-1-1 0,0 1 0,1-1 0,-1 1 0,1-1 0,-1 1 0,0 0 0,1-1 0,-1 1 0,1 0 0,-1 0 0,1-1 0,-1 1 0,1 0 0,-1 0 0,1 0 0,0 0 0,-1 0 0,1-1 0,0 1 0,5 0 0,0 0 0,0 0 0,0 0 0,11 2 0,-1 1 0,1 2 0,-1 0 0,-1 0 0,1 1 0,-1 1 0,0 1 0,0 0 0,-1 1 0,0 1 0,-1 0 0,15 14 0,-24-20 0,-1 0 0,0 1 0,0-1 0,0 0 0,-1 1 0,1 0 0,-1-1 0,0 1 0,0 0 0,-1 0 0,0 0 0,0 0 0,0 0 0,0 1 0,-1-1 0,0 0 0,0 10 0,-3 7 0,0-1 0,-2 0 0,-7 22 0,3-11 0,-14 74 329,-8 28-2023,21-102-5132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14:12.3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1603 24575,'26'-2'0,"1"0"0,0-1 0,47-13 0,-47 10 0,144-35 0,76-24-531,1213-316-4424,-562 175 2329,-616 158 2643,345-14 0,-387 59 1624,-84 14 2412,-151-11-3693,26 6 849,-31-6-1194,1 0 0,-1 0 0,1 0 0,-1 0 0,1 1 0,-1-1 0,1 0 0,-1 1 0,1-1 0,-1 0 0,0 1 0,1-1 0,-1 0 0,1 1 0,-1-1 0,0 1 0,1-1 0,-1 1 0,0-1-1,1 1 1,-1-1 0,0 1 0,0-1 0,0 1 0,0-1 0,1 1 0,-1-1 0,0 1 0,0 0 0,0-1 0,0 1 0,0-1 0,0 1 0,0-1 0,-1 1 0,1-1 0,0 1 0,0 0 0,0-1-1,0 1 1,-1-1 0,1 1 0,0-1 0,-1 1 0,1-1 0,-1 1 0,-1 2-2,-1 0-1,1 0 1,-1-1-1,0 1 0,0-1 1,0 1-1,0-1 1,-6 2-1,-19 11-12,-1-2 0,0-2 0,-1 0 0,0-2 0,-40 6 0,-151 21 0,-94-4-609,-94-1-1826,-150 9 534,-1048 87-1872,1352-101 3438,-17 5 551,253-31 1350,28-5-1124,46-10-418,107-9-24,102-10 104,125-17 310,137-19-803,113-26-1579,966-192-1305,-21-79 980,-1196 261 2081,-112 23 540,-22-3 2212,-247 84-1312,-9 4-299,-21 7 470,8-2-576,-32 14 4,-122 49 2589,-46 5-2723,-91 20-849,-87 17-471,-119 23-379,-326 78-3014,-1139 263 1520,1605-394 1888,97-27-18,-10-10 1779,275-44-250,14-2-132,31-8 534,-7 2-494,414-85-5,-419 88-742,394-73 575,110-20-1107,1738-379-4385,-1741 361 3364,-122 26 491,-97 19 926,39-11 1589,-320 76-933,66-12 2114,-73 16-2402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14:16.9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381 1194 24575,'2'0'0,"1"0"0,-1 0 0,1-1 0,-1 1 0,1-1 0,-1 1 0,0-1 0,4-1 0,9-4 0,162-37-58,183-21 0,-310 56-30,313-46-644,564-102-1356,-99-48 1580,147-32-137,-729 189 424,401-84 1067,-358 44 2849,-245 73-3838,-7 1 143,0-1 0,0-2 0,-2-1 0,0-2 0,56-40 0,-147 101 5,-3-1 0,-1-4 0,-1-2 0,-82 33 0,-280 88-862,90-50 774,-452 81-1,566-147 84,-745 112 0,-104-29 999,367-47-999,618-67 0,-498 80 0,535-73-1365,30-9-5461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30:06.853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 0 24575,'0'0'-8191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30:09.682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0 0 24575,'5'0'0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30:43.7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 1752 24575,'-9'-122'0,"0"35"0,-3-742 0,13 642 0,-1 183 0,1 0 0,-1 0 0,1-1 0,-1 1 0,1 0 0,1 0 0,-1 0 0,0 0 0,1 0 0,0 0 0,0 0 0,0 0 0,1 1 0,-1-1 0,1 1 0,0 0 0,0 0 0,0 0 0,6-5 0,5-1 0,-1 0 0,2 2 0,-1 0 0,17-6 0,-22 9 0,345-120 0,-178 66 0,478-143-1365,-591 187-5461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30:44.3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24575,'107'0'0,"641"18"0,-722-17 0,0 2 0,0 1 0,48 13 0,-71-16 0,0 0 0,0 0 0,0 1 0,0-1 0,0 1 0,0 0 0,0 0 0,-1 0 0,1 0 0,-1 1 0,1-1 0,-1 1 0,0-1 0,0 1 0,0 0 0,2 4 0,-2-2 0,0 0 0,0 0 0,-1 0 0,0 0 0,0 1 0,0-1 0,-1 0 0,0 0 0,0 10 0,-3 6 0,-1 0 0,-1-1 0,-1 1 0,-9 23 0,13-41 0,-166 359 0,113-253 0,4-9-1365,10-21-5461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32:01.977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8 1 24575,'-8'2'0,"10"2"0,18 7 0,23 1 0,1-1 0,1-3 0,-1-1 0,49 0 0,-64-5 0,642 19 0,-402-18 0,-252-2 0,-5-2 0,-1 1 0,1 0 0,-1 1 0,1 1 0,-1 0 0,0 0 0,18 7 0,-28-8 0,1 0 0,-1-1 0,1 1 0,-1 0 0,0 1 0,1-1 0,-1 0 0,0 0 0,0 1 0,0-1 0,0 0 0,0 1 0,0-1 0,0 1 0,0-1 0,-1 1 0,1 0 0,-1-1 0,1 1 0,-1 0 0,1-1 0,-1 1 0,0 0 0,0-1 0,0 1 0,0 0 0,0 0 0,0-1 0,-1 3 0,-1 5 0,0 0 0,-1 0 0,0-1 0,-5 12 0,4-12 0,-30 81 0,-41 162 0,3 100 0,62-295 0,6-38 0,0 0 0,-11 29 0,14-46 0,1 1 0,0-1 0,-1 0 0,0 0 0,1 0 0,-1 0 0,0 0 0,1 0 0,-1 0 0,0 0 0,0-1 0,0 1 0,0 0 0,0 0 0,0-1 0,0 1 0,0 0 0,0-1 0,0 1 0,0-1 0,-1 0 0,1 1 0,0-1 0,0 0 0,0 1 0,-1-1 0,1 0 0,0 0 0,0 0 0,0 0 0,-1 0 0,1-1 0,0 1 0,0 0 0,0-1 0,-1 1 0,1 0 0,-1-2 0,-5-1 0,0 0 0,0-1 0,0 0 0,-11-9 0,-18-18 0,-43-47 0,46 45 0,31 30 0,0 1 0,0 0 0,0 0 0,0 1 0,0-1 0,-1 0 0,1 1 0,-1-1 0,1 1 0,-1 0 0,1 0 0,-5-2 0,7 3 0,-1 0 0,1 0 0,-1 0 0,0 1 0,1-1 0,-1 0 0,1 0 0,-1 0 0,0 0 0,1 0 0,-1 1 0,1-1 0,-1 0 0,1 1 0,-1-1 0,1 0 0,-1 1 0,1-1 0,-1 0 0,1 1 0,-1-1 0,0 2 0,0 0 0,0 0 0,0 0 0,0 0 0,0 0 0,1 0 0,-1 0 0,1 0 0,-1 0 0,1 3 0,-2 10 0,2 1 0,0-1 0,1 0 0,1 0 0,0 0 0,1-1 0,7 24 0,-2-13 0,1-1 0,1-1 0,24 40 0,-27-51 0,1-1 0,0 0 0,0 0 0,1-1 0,0 0 0,15 11 0,-20-18 0,0 0 0,0-1 0,0 1 0,0-1 0,0 0 0,0 0 0,0-1 0,1 1 0,-1-1 0,1 0 0,-1 0 0,1 0 0,0-1 0,-1 0 0,1 0 0,0 0 0,-1 0 0,1-1 0,0 1 0,-1-1 0,9-3 0,-2-1 0,0 0 0,-1-1 0,1 0 0,-1-1 0,-1 0 0,1 0 0,-1-1 0,9-10 0,2-4 0,-1-1 0,18-28 0,-10 6-1365,-8 7-5461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32:12.092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0 115 24575,'0'9'0,"1"0"0,0 0 0,1 0 0,0 0 0,0-1 0,1 1 0,6 14 0,4 2 0,17 27 0,-12-22 0,-6-12 0,0 0 0,1-1 0,1-1 0,1 0 0,0-1 0,33 26 0,-40-36 0,-1 0 0,1-1 0,0 0 0,0 0 0,0-1 0,0 0 0,1 0 0,-1-1 0,1 0 0,0-1 0,-1 0 0,1 0 0,0-1 0,0 0 0,0 0 0,-1-1 0,1 0 0,12-4 0,-11 2 0,-1 0 0,1 0 0,-1-1 0,0-1 0,0 1 0,-1-1 0,0-1 0,0 0 0,0 0 0,0 0 0,-1-1 0,0 0 0,-1-1 0,1 0 0,-1 0 0,5-9 0,-4 2 0,0 0 0,0 0 0,-2-1 0,0 1 0,-1-1 0,5-33 0,-7 23 0,0-1 0,-2 0 0,-4-41 0,3 66 0,1-1 0,0 1 0,-1-1 0,0 1 0,1-1 0,-1 1 0,0 0 0,-1-1 0,1 1 0,0 0 0,0 0 0,-1-1 0,0 1 0,1 0 0,-1 1 0,0-1 0,0 0 0,0 0 0,0 1 0,0-1 0,0 1 0,-4-2 0,-2 0 0,-1 0 0,0 0 0,0 1 0,-18-2 0,-4-2 0,-9 0 0,0 1 0,-1 2 0,-58 4 0,49 0 0,45-1 14,0 0-1,0 0 0,-1 0 0,1 1 1,0 0-1,0 0 0,0 1 1,-9 3-1,12-4-87,-1 1-1,1-1 1,0 1 0,0 0 0,0 0-1,0 0 1,1 0 0,-1 0 0,0 0-1,1 0 1,-1 0 0,1 0 0,0 1-1,0-1 1,0 1 0,0-1 0,0 1-1,1-1 1,-1 4 0,-3 15-6752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32:14.260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235 244 24575,'0'115'0,"0"-474"0,2 407 0,16 81 0,-5-48 0,0 33 0,-1 200 0,-23-521 0,3 90 0,5 63 0,-6-237 0,10 510 0,-2 61 0,1-271 0,-1-1 0,0 1 0,0-1 0,-1 1 0,0-1 0,-6 16 0,7-23 0,1 0 0,-1 1 0,0-1 0,1 0 0,-1 0 0,0 0 0,0 0 0,1 0 0,-1-1 0,0 1 0,0 0 0,0 0 0,0 0 0,0-1 0,0 1 0,0-1 0,-1 1 0,1-1 0,0 1 0,0-1 0,-2 1 0,1-1 0,0-1 0,0 1 0,0 0 0,0-1 0,0 0 0,0 1 0,0-1 0,0 0 0,1 0 0,-1 0 0,0 0 0,0 0 0,1-1 0,-1 1 0,1 0 0,-1-1 0,-1-2 0,-8-8 0,1 0 0,1-1 0,0 0 0,1-1 0,-11-24 0,-26-79 0,43 114 0,-55-178-1365,36 111-5461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32:16.992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275 194 24575,'0'26'0,"-1"-18"0,0 1 0,1 0 0,1-1 0,-1 1 0,1-1 0,4 16 0,-5-24 0,0 0 0,0 0 0,0-1 0,0 1 0,0 0 0,1 0 0,-1 0 0,0 0 0,0-1 0,0 1 0,0 0 0,0 0 0,0 0 0,0 0 0,0 0 0,0-1 0,0 1 0,0 0 0,1 0 0,-1 0 0,0 0 0,0 0 0,0 0 0,0 0 0,0 0 0,1-1 0,-1 1 0,0 0 0,0 0 0,0 0 0,0 0 0,0 0 0,1 0 0,-1 0 0,0 0 0,0 0 0,0 0 0,0 0 0,1 0 0,-1 0 0,0 0 0,0 0 0,0 0 0,0 0 0,1 0 0,-1 0 0,0 0 0,0 1 0,0-1 0,0 0 0,0 0 0,1 0 0,-1 0 0,0 0 0,0 0 0,0 0 0,0 0 0,0 1 0,0-1 0,0 0 0,0 0 0,1 0 0,-1 0 0,0 0 0,0 1 0,4-18 0,4-45 0,-3-124 0,-5 158 0,49 155 0,-23-36 0,7 18 0,-31-109 0,-1-4 0,0-8 0,-2-8 0,-2 0 0,-1 0 0,0 0 0,-1 1 0,-1-1 0,-1 1 0,-1 1 0,0 0 0,-18-28 0,26 45 0,-1 0 0,1 0 0,-1 1 0,1-1 0,-1 0 0,1 0 0,-1 0 0,0 1 0,0-1 0,1 0 0,-1 1 0,0-1 0,0 0 0,0 1 0,1-1 0,-1 1 0,0 0 0,0-1 0,0 1 0,0 0 0,0-1 0,0 1 0,0 0 0,0 0 0,0 0 0,0 0 0,0 0 0,0 0 0,0 0 0,0 0 0,0 0 0,0 0 0,0 1 0,0-1 0,0 0 0,0 1 0,0-1 0,-1 1 0,0 2 0,-1-1 0,1 1 0,-1-1 0,1 1 0,0 0 0,0 0 0,0 0 0,0 0 0,1 0 0,-3 5 0,-6 19 0,2 0 0,-11 52 0,0 62 0,9-66 0,2-35 0,3-32 0,-1-12 0,-2-15 0,8 19 0,-21-82 0,-4-11 0,20 85 0,4 18 0,4 20 0,22 79 0,-11-51 0,-14-59 0,0 1 0,0 0 0,0 0 0,-1 0 0,1 0 0,0 0 0,0 0 0,0 0 0,0 0 0,-1 0 0,1 0 0,0 0 0,0 0 0,0 0 0,-1 0 0,1 0 0,0 0 0,0 0 0,0 0 0,0 0 0,-1 0 0,1 0 0,0 0 0,0 0 0,0 0 0,0 0 0,-1 0 0,1 0 0,0 1 0,0-1 0,0 0 0,0 0 0,0 0 0,-1 0 0,1 0 0,0 0 0,0 1 0,0-1 0,0 0 0,0 0 0,0 0 0,0 0 0,0 1 0,0-1 0,-1 0 0,1 0 0,0 0 0,0 0 0,0 1 0,0-1 0,0 0 0,0 1 0,-13-16 0,-26-43-455,2-3 0,-40-91 0,68 132-6371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32:21.005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28 0 24575,'1'83'0,"2"-1"0,27 145 0,-28-213 0,16 89 0,-23-108 0,-1-10 0,-58-204 0,59 201 0,3 23 0,5 33 0,51 309-1365,-41-274-5461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32:24.362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396 1 24575,'-1'44'0,"-2"-1"0,-2 1 0,-2 0 0,-14 45 0,3-29 0,-2-1 0,-36 70 0,51-119 0,-1 1 0,1-1 0,-2-1 0,-7 11 0,13-19 0,0 1 0,0-1 0,0 0 0,0 1 0,0-1 0,-1 0 0,1 0 0,0 0 0,-1 0 0,1 0 0,0 0 0,-1-1 0,1 1 0,-1 0 0,1-1 0,-1 1 0,0-1 0,1 1 0,-1-1 0,1 0 0,-1 0 0,0 1 0,1-1 0,-1-1 0,0 1 0,1 0 0,-1 0 0,0 0 0,1-1 0,-1 1 0,1-1 0,-1 0 0,1 1 0,-1-1 0,1 0 0,-3-1 0,-6-7 0,1-1 0,1 0 0,-1 0 0,2-1 0,-9-13 0,-15-20 0,5 13 0,14 17 0,0 0 0,-17-28 0,27 33 0,8 6 0,17 9 0,166 84 0,8 2 0,-3-20-1365,-154-62-5461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32:24.693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0 0 24575,'5'5'0,"2"6"0,3 6 0,2 6 0,2 2 0,0 3 0,-4 1 0,-2-4-8191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32:25.478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482 0 24575,'-5'0'0,"-6"5"0,-2 6 0,-7 11 0,-6 7 0,-8 3 0,-7 5 0,-7 7 0,-5 5 0,2-6 0,5-5 0,5-10 0,5-8 0,4-19 0,8-8-8191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32:25.762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 1 24575,'9'5'0,"14"20"0,16 21 0,21 36 0,10 14 0,3 0 0,-6-12 0,-15-15 0,-16-19-8191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32:26.179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0 1 24575,'0'5'0,"0"11"0,0 22 0,0 19 0,0 9 0,0 3 0,0-5 0,0-9 0,0-9 0,0-12-8191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32:27.206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131 1 24575,'0'9'0,"0"18"0,-4 14 0,-8 14 0,-5 8 0,0-3 0,2-6 0,0 2 0,2-4 0,-2-10 0,2-8 0,3-10-8191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32:27.482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 1 24575,'9'4'0,"23"17"0,11 14 0,12 10 0,6 18 0,8 2 0,1 0 0,-11-7 0,-16-13-8191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32:28.116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 0 24575,'17'10'0,"0"1"0,-1 1 0,27 23 0,-7-4 0,11 5 0,51 44 0,-93-75 0,0-1 0,-1 2 0,0-1 0,-1 0 0,1 1 0,-1 0 0,0 0 0,0 0 0,-1 0 0,4 11 0,-5-14 0,0 0 0,0 0 0,1 0 0,-1-1 0,1 1 0,0 0 0,-1-1 0,1 1 0,1-1 0,-1 0 0,0 0 0,0 0 0,1 0 0,-1 0 0,1 0 0,0-1 0,0 1 0,-1-1 0,1 0 0,0 1 0,0-1 0,5 0 0,7 2 0,-1-1 0,0 0 0,25-1 0,-19-1 0,1 0-273,0 0 0,0-1 0,0-2 0,23-5 0,-17 1-6553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32:28.742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151 0 24575,'0'10'0,"0"12"0,5 13 0,1 19 0,0 10 0,-1 13 0,-6 4 0,-8-3 0,-12 0 0,-7-4 0,-4-10 0,-1-10 0,5-10 0,8-13-8191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32:28.986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0 1 24575,'10'4'0,"12"8"0,13 10 0,9 16 0,3 2 0,2 3 0,-2-1 0,-4-2 0,-5-8 0,-9-5 0,-4-2 0,-7-1 0,-6-4-8191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32:29.560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 54 24575,'8'-6'0,"0"0"0,0 0 0,0 1 0,1 0 0,0 1 0,0 0 0,0 0 0,1 1 0,-1 0 0,1 1 0,0 0 0,0 0 0,11 1 0,-15 0 0,0 2 0,1-1 0,-1 1 0,0 0 0,0 0 0,0 1 0,0-1 0,0 1 0,0 1 0,0-1 0,0 1 0,-1 0 0,0 0 0,1 1 0,-1 0 0,0-1 0,-1 2 0,1-1 0,-1 1 0,0-1 0,0 1 0,0 0 0,-1 1 0,1-1 0,4 11 0,-1 0 0,-1 1 0,0 0 0,-1 0 0,-1 0 0,0 1 0,-2-1 0,2 36 0,-6 37 0,1 25 0,1-111 0,1 0 0,-1 0 0,1 0 0,0-1 0,0 1 0,0 0 0,0-1 0,1 1 0,-1-1 0,1 1 0,0-1 0,0 0 0,0 0 0,5 6 0,-5-8 0,0 1 0,0-1 0,-1 1 0,1-1 0,0 0 0,1 0 0,-1 0 0,0 0 0,0 0 0,0-1 0,0 1 0,1-1 0,-1 1 0,0-1 0,1 0 0,-1 0 0,0 0 0,1 0 0,-1 0 0,0-1 0,0 1 0,1-1 0,-1 1 0,0-1 0,0 0 0,4-2 0,2-1-341,0 0 0,-1-1-1,12-9 1,24-24-6485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32:33.788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1532 0 24575,'-59'2'0,"1"3"0,-101 20 0,-111 45 0,182-46 0,-54 14 0,22-9 0,-184 73 0,287-93 0,0 0 0,1 0 0,0 2 0,0 0 0,1 1 0,1 0 0,0 1 0,1 1 0,0 0 0,-19 30 0,10-10 0,2 2 0,1 0 0,-27 76 0,35-76 0,2 1 0,1 0 0,2 1 0,2-1 0,1 1 0,2 0 0,2 0 0,9 67 0,-3-72 0,1-1 0,2 0 0,1 0 0,1-1 0,2-1 0,1 0 0,2-1 0,36 51 0,-13-30 0,1-3 0,2-1 0,86 71 0,20 2 0,-125-100 0,1-1 0,1 0 0,0-2 0,54 23 0,-28-18 0,100 25 0,-76-30 0,1-3 0,96 3 0,162-14 0,-286-4 0,-1-2 0,0-2 0,-1-2 0,0-2 0,0-2 0,64-26 0,174-105 0,-270 134 0,31-12 0,0 2 0,1 2 0,1 1 0,53-8 0,-30 6 0,-64 16 0,0 0 0,0-1 0,0 0 0,0 0 0,-1 0 0,0-1 0,1 0 0,-2 0 0,1-1 0,0 0 0,-1 0 0,0 0 0,0 0 0,0-1 0,-1 0 0,1 0 0,-2 0 0,6-10 0,18-32 0,-2-1 0,-1-1 0,30-99 0,-49 123 0,0 1 0,-2-1 0,-1 1 0,-1-1 0,-1 0 0,-1 0 0,-5-30 0,-4 0 0,-3 0 0,-21-61 0,33 116 0,-9-33 0,-2 0 0,-1 2 0,-34-60 0,42 83 0,-1 1 0,0 1 0,0-1 0,0 1 0,-1 0 0,0 1 0,0 0 0,-1 0 0,1 0 0,-1 1 0,-1 0 0,1 1 0,-1-1 0,1 2 0,-1-1 0,-1 1 0,1 1 0,0-1 0,-16 0 0,-15 1 0,-49 4 0,50 1 0,-48-5 0,77 0 0,-1 0 0,1-1 0,-1-1 0,1 0 0,1 0 0,-1-1 0,0 0 0,1-1 0,-10-7 0,-23-13 0,27 17 0,0-1 0,1 0 0,-22-21 0,24 19 0,-1 1 0,0 1 0,0 0 0,-20-10 0,8 8 0,0 1 0,-1 1 0,-1 2 0,-33-7 0,53 13 0,0-1 0,0 1 0,0-1 0,0-1 0,1 1 0,-10-8 0,-23-11 0,17 13-1365,2 0-5461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32:39.219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217 1 24575,'1'14'0,"0"0"0,1 1 0,7 22 0,3 24 0,-6-27 0,17 63 0,-14-69 0,-2 1 0,-1 0 0,3 37 0,-8-49 0,0-7 0,0 0 0,-1-1 0,0 1 0,-1 0 0,-3 13 0,4-20 0,-1 0 0,0-1 0,0 1 0,0-1 0,-1 1 0,1-1 0,0 0 0,-1 1 0,0-1 0,1 0 0,-1 0 0,0 0 0,0 0 0,0-1 0,0 1 0,-1-1 0,1 1 0,0-1 0,-1 1 0,1-1 0,-1 0 0,1 0 0,-1-1 0,-3 2 0,-24 3 0,1-2 0,-1-1 0,0-1 0,-37-4 0,57 3 0,-5-2 0,32 1 0,-1 0 0,124-11 0,218-48 0,-339 54 0,-20 3 0,-12 0 0,-266-1 0,173 6 0,-85-1 0,547-12-1365,-278 5-5461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30:01.298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56 1385 24575,'-4'-11'0,"0"0"0,0-1 0,2 1 0,-1-1 0,2 1 0,-1-1 0,1-22 0,0 5 0,-28-646 0,27 627 0,0-115 0,3 134 0,1-1 0,2 1 0,9-38 0,-12 63 0,0 0 0,0 0 0,0 0 0,1 0 0,-1 0 0,1 0 0,0 1 0,0-1 0,1 1 0,-1-1 0,1 1 0,-1 0 0,1 0 0,0 0 0,0 0 0,0 1 0,1-1 0,-1 1 0,1 0 0,-1 0 0,1 0 0,0 0 0,0 1 0,0-1 0,0 1 0,6-1 0,29-5 0,-1 2 0,1 2 0,75 3 0,-74 1 0,695 53-531,-319-15 96,0-23 232,-172-26-38,-198 5 181,-1-2 0,0-2-1,52-17 1,-90 24 53,0 0 1,0-1-1,-1 0 0,1 0 0,-1-1 0,7-4 1,-12 7 12,0 0 0,0 0 0,0 0 1,0 0-1,0 0 0,0 0 0,0 0 1,-1-1-1,1 1 0,0 0 0,-1 0 1,1-1-1,-1 1 0,0-1 0,1 1 1,-1 0-1,0-1 0,0 1 0,0-1 1,1 1-1,-2 0 0,1-1 0,0 1 1,0-1-1,0 1 0,-1-1 0,1 1 1,-1 0-1,1-1 0,-1 1 0,1 0 1,-1 0-1,0-1 0,0 1 0,1 0 1,-1 0-1,-2-2 0,-35-38-526,-12-3-5690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30:01.832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 0 24575,'6'1'0,"1"0"0,-1 0 0,0 1 0,1 0 0,-1 0 0,0 0 0,0 1 0,7 4 0,13 5 0,15 5 0,282 107 0,-239-97 0,169 32 0,106-29 0,-239-24 0,-105-5 0,-4-1 0,-1 0 0,0 1 0,0 1 0,1-1 0,-1 1 0,0 1 0,0 0 0,10 5 0,-19-7 0,0-1 0,1 1 0,-1 0 0,0 0 0,0 0 0,0 0 0,0 0 0,0 0 0,0 0 0,0 0 0,0 0 0,0 1 0,0-1 0,-1 0 0,1 1 0,0-1 0,-1 0 0,1 1 0,-1-1 0,0 1 0,1-1 0,-1 0 0,0 1 0,0-1 0,0 1 0,0-1 0,0 1 0,0-1 0,-1 1 0,1-1 0,-1 3 0,-2 4 0,0 0 0,0-1 0,-1 1 0,-8 11 0,11-18 0,-37 52 0,-2-1 0,-59 57 0,92-101 0,-740 747-2010,719-727 1915,4-3 87,-1-1 0,-56 40-1,78-63-75,1 1 0,-1-1 0,1 1-1,-1-1 1,0 0 0,0 0 0,1 0 0,-1 0-1,0-1 1,0 1 0,-5 0 0,6-2-305,1 1 1,-1 0-1,1-1 1,-1 1-1,1-1 0,-1 1 1,1-1-1,0 0 1,-1 1-1,1-1 1,0 0-1,-2-2 1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32:42.108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1409 1 24575,'-29'2'0,"1"2"0,-1 0 0,1 2 0,-43 16 0,40-13 0,-362 112 0,357-112 0,1-1 0,-1-2 0,-50 2 0,-110-8 0,115-2 0,67 3 0,0 1 0,0 0 0,0 1 0,0 0 0,0 1 0,1 0 0,0 1 0,0 1 0,0 0 0,1 1 0,-1 0 0,2 1 0,-1 1 0,-14 12 0,-34 23 0,21-17 0,37-26 0,1 0 0,-1 1 0,1-1 0,-1 0 0,1 1 0,-1-1 0,1 1 0,0 0 0,0-1 0,0 1 0,0 0 0,0 0 0,0 0 0,1 0 0,-1-1 0,0 1 0,1 0 0,0 0 0,-1 3 0,1-1 0,1 0 0,-1-1 0,1 1 0,-1-1 0,1 1 0,0-1 0,0 1 0,1-1 0,-1 0 0,3 4 0,3 4 0,0 0 0,1-1 0,0 0 0,1 0 0,11 9 0,0-3 0,0-1 0,0-1 0,2 0 0,-1-2 0,2-1 0,33 13 0,-5-7 0,104 22 0,-26-18 0,224 6 0,136-31 0,-169-2 0,-153 7 0,329-13 0,-48-8 0,0 21 0,-166 1 0,774-2 0,-999 2 0,89 13 0,53 23 0,-17-2 0,50-1 0,205 38 0,-390-63 0,0-2 0,1-3 0,0-1 0,52-3 0,-92-1 0,-1-1 0,1 0 0,0 0 0,0-1 0,0 0 0,12-5 0,-18 6 0,0 0 0,1 0 0,-1-1 0,0 1 0,0-1 0,0 1 0,0-1 0,0 0 0,0 0 0,0 0 0,-1 0 0,1 0 0,-1 0 0,1 0 0,-1-1 0,0 1 0,0 0 0,0-1 0,0 1 0,-1-1 0,1 1 0,0-1 0,-1-3 0,1 0 0,-1 0 0,0-1 0,0 1 0,-1 0 0,1 0 0,-1 0 0,-1 0 0,1 0 0,-1 1 0,0-1 0,0 0 0,-1 1 0,-5-9 0,4 7 0,-2 1 0,1-1 0,-1 1 0,0 0 0,0 1 0,-1-1 0,1 1 0,-15-7 0,-3 0 0,-1 1 0,-1 1 0,0 1 0,0 2 0,-28-5 0,-76-16 0,2-5 0,1-6 0,-130-59 0,227 85 0,-2 2 0,0 1 0,-50-9 0,-103-5 0,95 14 0,-8-2 0,-110-29 0,-246-93 0,388 113 0,-11 0 0,0 4 0,-1 3 0,-102-6 0,-238 13 0,336 7 0,-562 1 0,614 0 0,1 1 0,0 1 0,0 2 0,-45 12 0,-224 46 0,175-41 0,-303 55 0,376-72-331,-1-1 0,-55-4 0,96 0-41,-14-1-6454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32:53.939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342 0 24575,'0'482'0,"0"-478"0,0 1 0,0-1 0,-1 0 0,1 0 0,-1 0 0,-2 7 0,3-10 0,-1 0 0,1 0 0,-1 0 0,1 0 0,-1-1 0,0 1 0,1 0 0,-1 0 0,0 0 0,0 0 0,0-1 0,0 1 0,1 0 0,-1-1 0,0 1 0,0-1 0,0 1 0,0-1 0,0 0 0,-1 1 0,1-1 0,0 0 0,0 0 0,0 1 0,0-1 0,0 0 0,0 0 0,0 0 0,0 0 0,-2-1 0,-5-1 0,0-1 0,0 1 0,0-1 0,0-1 0,1 0 0,0 0 0,-1 0 0,2-1 0,-1 0 0,-11-11 0,-7-4 0,-19-12 0,-56-30 0,96 60 0,-1 0 0,1-1 0,-1 2 0,1-1 0,-8-1 0,12 3 0,-1 0 0,1 0 0,-1 0 0,1 0 0,0 0 0,-1 0 0,1 0 0,-1 0 0,1 0 0,0 0 0,-1 0 0,1 0 0,-1 0 0,1 1 0,0-1 0,-1 0 0,1 0 0,0 0 0,-1 1 0,1-1 0,0 0 0,-1 0 0,1 1 0,0-1 0,-1 0 0,1 1 0,0-1 0,0 0 0,0 1 0,-1-1 0,1 1 0,0-1 0,0 0 0,0 1 0,0-1 0,0 1 0,0-1 0,0 0 0,0 1 0,-1-1 0,2 1 0,-1-1 0,0 0 0,0 1 0,0-1 0,0 1 0,0-1 0,0 1 0,0-1 0,0 0 0,1 1 0,-1-1 0,10 24 0,6 2 0,1-2 0,1 0 0,1-1 0,39 36 0,-33-33 0,150 132 0,-130-119 0,-38-33 0,1 0 0,-1-1 0,1 0 0,0 0 0,15 7 0,-20-11 0,0 0 0,0 0 0,0 0 0,0 0 0,1-1 0,-1 1 0,0-1 0,1 0 0,-1 0 0,0 0 0,1-1 0,-1 1 0,0-1 0,0 1 0,1-1 0,-1 0 0,0-1 0,0 1 0,4-3 0,5-4 14,-1-1 0,0-1 0,-1 0 0,0 0 0,-1-1 0,0 0-1,0-1 1,9-17 0,-6 10-511,1 1 1,22-24-1,-20 27-6329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31:16.167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 1 24575,'0'2'0,"1"0"0,0 0 0,0 0 0,0 0 0,0 0 0,0 0 0,0 0 0,1-1 0,-1 1 0,0 0 0,1-1 0,0 1 0,-1-1 0,1 1 0,3 1 0,6 7 0,-1 2 0,1 1 0,-2 1 0,0 0 0,-1 0 0,0 0 0,10 29 0,-4-3 0,13 62 0,-17-49 0,-3 0 0,1 100 0,-9-149 0,1 0 0,0 0 0,0 0 0,1 0 0,-1 0 0,1 0 0,0-1 0,0 1 0,1 0 0,-1 0 0,1-1 0,-1 1 0,4 5 0,-2-7 0,0 1 0,-1-1 0,1 0 0,0 1 0,0-1 0,1-1 0,-1 1 0,0 0 0,0-1 0,1 0 0,-1 1 0,1-1 0,0-1 0,-1 1 0,7 0 0,54 5 0,128-6 0,-116-2 0,101-1-1365,-106 2-5461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31:16.721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0 1 24575,'11'0'0,"1"-1"0,1 2 0,0-1 0,16 5 0,-25-5 0,-1 1 0,1 0 0,0 1 0,-1-1 0,0 1 0,1-1 0,-1 1 0,0 0 0,0 0 0,0 0 0,0 1 0,0-1 0,0 1 0,-1 0 0,1-1 0,1 5 0,2 5 0,0 0 0,-1 1 0,-1-1 0,0 1 0,-1 0 0,0 0 0,1 16 0,0-4 0,10 81-455,-5-1 0,-4 119 0,-6-191-6371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32:58.654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1167 0 24575,'-8'1'0,"1"0"0,-1 0 0,1 1 0,0-1 0,-11 6 0,-16 3 0,-274 47 0,217-45 0,-107 10 0,186-21 0,0 1 0,0 0 0,0 1 0,0 0 0,1 1 0,-19 8 0,16-6 0,-16 4 0,-43 9 0,-14 5 0,57-14 0,10-4 0,0 1 0,1 1 0,-28 16 0,44-21 0,-1-1 0,1 1 0,0 0 0,0 1 0,1-1 0,-1 0 0,1 1 0,0-1 0,0 1 0,0 0 0,0 0 0,0 0 0,1 0 0,0 0 0,0 0 0,0 0 0,0 0 0,0 9 0,1 4 0,0 0 0,1-1 0,3 24 0,-2-31 0,1-1 0,-1 1 0,2-1 0,-1 1 0,1-1 0,0 0 0,1 0 0,0-1 0,0 1 0,0-1 0,1 0 0,0-1 0,1 0 0,12 11 0,-3-5 0,1 0 0,0-1 0,1-1 0,0-1 0,28 11 0,89 33 0,70 25 0,-165-67 0,0-1 0,1-2 0,78 4 0,130-10 0,-157-4 0,228 2 0,185-3 0,-331-11 0,36-1 0,751 16 0,-756 13 0,-21 0 0,592-12 0,-403-4 0,-75 17 0,-17 0 0,-253-13 0,1 1 0,0 2 0,45 12 0,-42-8 0,1-2 0,35 3 0,-1-5 0,114-8 0,-172 2 0,-1 0 0,1 0 0,-1-1 0,0 0 0,0-1 0,0 0 0,0 0 0,0 0 0,12-8 0,-16 8 0,0 0 0,-1 0 0,1-1 0,-1 1 0,0-1 0,0 1 0,0-1 0,0 0 0,-1 0 0,1 0 0,-1 0 0,0-1 0,0 1 0,-1-1 0,1 1 0,-1-1 0,0 1 0,0-9 0,1-3 0,-1 1 0,0-1 0,-1 0 0,-5-30 0,4 41 0,0 0 0,-1 0 0,0 0 0,1 0 0,-2 0 0,1 1 0,0-1 0,-1 1 0,0 0 0,0 0 0,0 0 0,-1 0 0,1 0 0,-1 0 0,0 1 0,0 0 0,0 0 0,0 0 0,-5-2 0,-17-7 0,0 2 0,-1 1 0,0 1 0,-44-6 0,35 6 0,-67-21 0,-12-4 0,78 24 0,-51-19 0,45 12 0,0 2 0,-1 2 0,-61-8 0,-140-6 0,113 15 0,-508-66 0,428 53 0,-2 9 0,-270 17 0,-420 71 0,890-71 0,-173 18 0,-280 25 0,89-40 0,214-7 0,65 3 0,-111 15 0,178-12 40,1-1 0,-48-2 0,64-2-226,1-1 1,-1 0-1,0-1 0,1 0 1,0-2-1,-1 0 1,-16-8-1,-14-11-6640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33:01.289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245 111 24575,'0'-13'0,"1"6"0,-1 0 0,0-1 0,0 1 0,-1-1 0,0 1 0,0 0 0,0-1 0,-1 1 0,0 0 0,-1 0 0,-4-9 0,7 16 0,0 0 0,0-1 0,0 1 0,0 0 0,0 0 0,0 0 0,0 0 0,-1 0 0,1 0 0,0 0 0,0 0 0,0 0 0,0 0 0,0 0 0,0 0 0,0 0 0,0-1 0,0 1 0,0 0 0,0 0 0,-1 0 0,1 0 0,0 0 0,0 0 0,0 0 0,0 0 0,0 0 0,0 0 0,0 0 0,0 0 0,-1 0 0,1 0 0,0 0 0,0 0 0,0 0 0,0 0 0,0 0 0,0 0 0,0 1 0,0-1 0,0 0 0,0 0 0,-1 0 0,1 0 0,0 0 0,0 0 0,0 0 0,0 0 0,0 0 0,0 0 0,0 0 0,0 0 0,0 0 0,0 1 0,0-1 0,0 0 0,0 0 0,0 0 0,0 0 0,-3 11 0,1 12 0,4-11 0,0 0 0,1-1 0,1 0 0,-1 1 0,11 19 0,35 53 0,-27-48 0,-17-27 0,12 20 0,0-1 0,26 29 0,-41-54 0,0-1 0,0 1 0,0 0 0,0 0 0,0-1 0,-1 1 0,1 1 0,-1-1 0,0 0 0,0 0 0,0 0 0,0 1 0,0-1 0,-1 0 0,0 1 0,1 3 0,-2-2 0,0-1 0,0 0 0,0 0 0,0 0 0,0 0 0,-1 0 0,0 0 0,0 0 0,0-1 0,0 1 0,-1-1 0,-4 6 0,-9 9 0,-1-2 0,-34 27 0,50-43 0,0 1 0,0-1 0,0 1 0,0 0 0,0-1 0,0 1 0,0 0 0,0 0 0,0 0 0,1 0 0,-1 0 0,0 0 0,0 0 0,1 0 0,-1 0 0,1 0 0,-1 0 0,1 0 0,-1 1 0,1-1 0,0 0 0,-1 2 0,2-2 0,0 0 0,0-1 0,1 1 0,-1 0 0,0 0 0,0-1 0,0 1 0,0-1 0,1 1 0,-1-1 0,0 0 0,1 1 0,-1-1 0,0 0 0,1 0 0,-1 0 0,0 0 0,1 0 0,-1 0 0,0 0 0,2-1 0,28-2 0,-1-1 0,0-2 0,0 0 0,38-15 0,-33 6 0,-35 15 0,1 0 0,-1 0 0,1 0 0,-1 0 0,1 0 0,-1 0 0,1-1 0,-1 1 0,1 0 0,-1 0 0,0-1 0,1 1 0,-1 0 0,0-1 0,1 1 0,-1 0 0,0-1 0,1 1 0,-1 0 0,0-1 0,0 1 0,1-1 0,-1 1 0,0-1 0,0 1 0,0 0 0,1-1 0,-1 1 0,0-1 0,0 1 0,0-1 0,0 1 0,0-1 0,0 1 0,0-1 0,0 0 0,-1 0 0,0 0 0,0 1 0,0-1 0,0 0 0,-1 0 0,1 1 0,0-1 0,0 1 0,0-1 0,0 1 0,-1-1 0,-1 1 0,-42-7 0,32 7 0,-3-2 0,0 2 0,-23 1 0,72-6 0,127-26 0,-159 31 0,16-6 0,-19 3 0,-13 0 0,-36-1 0,0 3 0,-96 10 0,-102 35 0,230-39 0,11-4 0,0 0 0,0 1 0,1 0 0,-1 0 0,1 1 0,-1 0 0,1 1 0,0-1 0,-11 9 0,18-12 0,0 0 0,-1 0 0,1 0 0,0 0 0,0 1 0,0-1 0,0 0 0,0 0 0,0 0 0,-1 0 0,1 1 0,0-1 0,0 0 0,0 0 0,0 0 0,0 0 0,0 1 0,0-1 0,0 0 0,0 0 0,0 0 0,0 1 0,0-1 0,0 0 0,0 0 0,0 0 0,0 1 0,0-1 0,0 0 0,0 0 0,0 0 0,0 0 0,0 1 0,0-1 0,1 0 0,11 4 0,15-6 0,-1 0 0,1-1 0,47-14 0,-43 10 0,157-36 0,323-120 0,-492 155 0,-13 6 0,1 0 0,-1 0 0,0-1 0,0 0 0,0 0 0,0 0 0,-1-1 0,1 0 0,-1 0 0,6-7 0,-11 8 0,-9 4 0,-34 9 0,-81 31 0,66-20 0,-94 34 0,-194 101 0,327-146 0,-34 19 0,50-27 0,-1 1 0,1-1 0,0 0 0,0 1 0,0-1 0,1 1 0,-1 0 0,1 0 0,0 0 0,-1 1 0,-1 2 0,4-5 0,0-1 0,0 1 0,0-1 0,0 1 0,0-1 0,0 1 0,0-1 0,0 1 0,0-1 0,0 1 0,0-1 0,0 1 0,0-1 0,0 1 0,0-1 0,1 1 0,-1-1 0,0 1 0,0-1 0,0 1 0,1-1 0,-1 0 0,0 1 0,1-1 0,-1 1 0,0-1 0,1 0 0,-1 0 0,1 1 0,-1-1 0,0 0 0,1 1 0,-1-1 0,1 0 0,-1 0 0,1 0 0,-1 0 0,1 1 0,-1-1 0,1 0 0,-1 0 0,1 0 0,-1 0 0,1 0 0,-1 0 0,1 0 0,0 0 0,8 1 0,1-1 0,-1 0 0,0 0 0,1 0 0,16-4 0,56-16 0,-79 19 0,519-175-1177,-510 172 989,19-8-6638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33:06.540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937 170 24575,'-145'-11'0,"45"0"0,91 11 0,-295-6 0,297 6 0,0 1 0,0 1 0,0-1 0,1 1 0,-1 0 0,0 1 0,1 0 0,0 0 0,0 0 0,0 1 0,-8 6 0,-3 4 0,0 0 0,-17 22 0,18-19 0,-6 9 0,2 0 0,1 1 0,1 1 0,1 0 0,1 2 0,2 0 0,-19 57 0,21-45 0,1 1 0,3 1 0,-4 52 0,11-88 0,-2 18 0,2 0 0,0 0 0,1 1 0,2-1 0,5 28 0,-1-35 0,1-2 0,0 1 0,12 19 0,-9-18 0,-1 0 0,8 25 0,-13-33 0,0-1 0,0 0 0,1-1 0,0 1 0,1-1 0,11 15 0,47 44 0,-15-18 0,-34-34 0,1-2 0,1 0 0,1 0 0,0-2 0,0 0 0,1-2 0,1 0 0,0 0 0,0-2 0,0-1 0,24 5 0,23 4 0,1-3 0,81 4 0,-125-15 0,209 23 0,-166-15 0,98 29 0,-109-25 0,-1-1 0,2-4 0,85 4 0,176-12 0,-169-4 0,-109 2 0,-1-2 0,-1-1 0,1-2 0,-1-1 0,0-3 0,43-15 0,-77 23 0,37-13 0,39-20 0,-67 28 0,-1-1 0,1 1 0,-2-2 0,1 0 0,-1 0 0,-1-1 0,11-12 0,-8 6 0,-1-1 0,0 0 0,-2-1 0,0 0 0,0-1 0,-2 0 0,0 0 0,-2-1 0,0 0 0,-1 0 0,-1-1 0,-1 1 0,1-36 0,-2 15 0,-2 0 0,-7-61 0,3 76 0,-1 0 0,-2 0 0,0 1 0,-2 0 0,-13-27 0,-4 2 0,-1 2 0,-3 1 0,-2 1 0,-2 1 0,-55-56 0,37 51 0,-2 1 0,-2 4 0,-110-69 0,-21 10 0,162 93 0,0 1 0,-1 1 0,0 2 0,0 0 0,-50-5 0,-292 5 0,82 6 0,-41-20-1365,293 19-5461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33:20.410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1535 90 24575,'-92'0'0,"-588"22"0,614-16 0,-99 13 0,136-14 0,0 2 0,0 0 0,-42 18 0,40-13 0,19-7 0,0-1 0,0 2 0,-20 12 0,28-15 0,1-1 0,0 1 0,0-1 0,1 1 0,-1 0 0,1 0 0,-1 0 0,1 0 0,0 1 0,0-1 0,0 1 0,1-1 0,-1 1 0,1-1 0,0 1 0,0 0 0,-1 4 0,-1 18 0,1 1 0,1-1 0,2 0 0,0 1 0,8 39 0,-6-55 0,0-1 0,1 1 0,0-1 0,1 0 0,0 0 0,0-1 0,1 1 0,1-1 0,10 13 0,10 6 0,41 34 0,-45-41 0,23 23 0,-35-32 0,0 0 0,1-1 0,0-1 0,1 0 0,0 0 0,1-1 0,14 7 0,170 52 0,-22-10 0,-101-28 0,1-4 0,1-4 0,1-3 0,1-3 0,1-4 0,88 2 0,-25-12 0,99 6 0,549 10 0,-536-20 0,950 2 0,-1137-4 0,0-2 0,110-26 0,-158 28 0,55-7 0,-52 9 0,1-2 0,-1 0 0,26-9 0,-39 10 0,27-9 0,-1-1 0,-1-2 0,62-36 0,-93 48 0,0 0 0,0-1 0,0 0 0,-1 1 0,1-1 0,-1 0 0,0-1 0,-1 1 0,1 0 0,0-1 0,-1 0 0,0 1 0,0-1 0,-1 0 0,0 0 0,1 0 0,-1 0 0,0-6 0,0-11 0,0 0 0,-2-1 0,-2-22 0,-1-5 0,4 39 0,0 5 0,0 0 0,0-1 0,0 1 0,0 0 0,-1 0 0,0 0 0,-1 0 0,1 0 0,-1 0 0,0 0 0,-1 0 0,1 1 0,-1-1 0,0 1 0,-7-9 0,-56-65 0,-70-78 0,115 133 0,-2 2 0,0 1 0,-1 0 0,-1 2 0,-1 1 0,-54-29 0,-4 12 0,-2 3 0,0 4 0,-2 4 0,-1 3 0,-1 5 0,-164-9 0,-571 18 0,535 11 0,-267 26 0,218-7 0,-675 66-460,783-55 348,-115 14 132,199-41 72,130-3-1089,8 1-5737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33:23.210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236 33 24575,'1'-3'0,"-1"0"0,0 0 0,1 0 0,-1 1 0,1-1 0,0 0 0,0 1 0,2-4 0,-3 6 0,0-1 0,0 1 0,0 0 0,0 0 0,1-1 0,-1 1 0,0 0 0,0 0 0,0-1 0,1 1 0,-1 0 0,0 0 0,0 0 0,0 0 0,1-1 0,-1 1 0,0 0 0,0 0 0,1 0 0,-1 0 0,0 0 0,0 0 0,1-1 0,-1 1 0,0 0 0,1 0 0,-1 0 0,0 0 0,1 0 0,0 1 0,-1-1 0,1 1 0,-1 0 0,1-1 0,-1 1 0,1 0 0,-1-1 0,1 1 0,-1 0 0,1-1 0,-1 1 0,0 0 0,0 0 0,1-1 0,-1 1 0,0 2 0,3 8 0,-1 1 0,-1 0 0,0 16 0,-1-14 0,1-1 0,4 20 0,-4-29 0,3 26 0,-5-28 0,1-1 0,0 1 0,-1-1 0,1 1 0,-1-1 0,1 1 0,-1-1 0,0 0 0,1 1 0,-1-1 0,0 0 0,0 1 0,0-1 0,0 0 0,0 0 0,-1 0 0,-1 2 0,-7 4 0,0-1 0,0 0 0,-1 0 0,1-1 0,-23 7 0,-59 9 0,34-9 0,37-5 0,20-7 0,1 0 0,0 0 0,0 0 0,0 0 0,-1 0 0,1 0 0,0 0 0,0 0 0,0 1 0,0-1 0,0 0 0,-1 0 0,1 0 0,0 0 0,0 0 0,0 0 0,0 1 0,0-1 0,0 0 0,-1 0 0,1 0 0,0 0 0,0 1 0,0-1 0,0 0 0,0 0 0,0 0 0,0 1 0,0-1 0,0 0 0,0 0 0,0 0 0,0 0 0,0 1 0,0-1 0,0 0 0,0 0 0,0 0 0,0 1 0,0-1 0,0 0 0,0 0 0,0 0 0,1 0 0,-1 1 0,0-1 0,0 0 0,0 0 0,0 0 0,0 0 0,0 0 0,1 1 0,-1-1 0,0 0 0,0 0 0,0 0 0,0 0 0,1 0 0,-1 0 0,0 0 0,4 2 0,0 0 0,0-1 0,0 0 0,0 0 0,0 0 0,5 0 0,54 7 6,1-4 1,102-4-1,134-32-264,78-34-519,-8-33 358,-350 93 419,35-19 0,-52 24 0,-1 0 0,0-1 0,0 1 0,0-1 0,0 1 0,0-1 0,0 0 0,0 0 0,0 0 0,2-2 0,-4 3 0,0 0 0,0 1 0,1-1 0,-1 1 0,0-1 0,0 0 0,0 1 0,1-1 0,-1 0 0,0 1 0,0-1 0,0 0 0,0 1 0,0-1 0,0 0 0,-1 1 0,1-1 0,0 1 0,0-1 0,0 0 0,-1 1 0,1-1 0,0 1 0,0-1 0,-1-1 0,-2 0 0,0 0 0,0-1 0,0 1 0,0 0 0,0 0 0,0 1 0,-1-1 0,1 1 0,-1-1 0,1 1 0,-7-1 0,-47-8-1126,-4 3-4504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33:23.876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 0 24575,'0'10'0,"5"12"0,6 8 0,1 8 0,4 2 0,-1 0 0,1-3 0,-1-2 0,-4-8-8191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33:24.989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140 1 24575,'1'4'0,"-1"1"0,1 0 0,0-1 0,0 1 0,1-1 0,-1 0 0,1 1 0,0-1 0,3 5 0,26 37 0,-22-34 0,41 49 0,-30-40 0,16 26 0,-31-41 0,-1 1 0,0 0 0,0 1 0,-1-1 0,0 0 0,0 1 0,0 0 0,1 10 0,-4-16 0,0 0 0,1-1 0,-1 1 0,0 0 0,0 0 0,0-1 0,0 1 0,0 0 0,-1 0 0,1-1 0,-1 1 0,1 0 0,-1 0 0,1-1 0,-1 1 0,0-1 0,0 1 0,0-1 0,0 1 0,0-1 0,0 1 0,0-1 0,0 0 0,-1 0 0,1 1 0,0-1 0,-1 0 0,1 0 0,-1 0 0,0-1 0,1 1 0,-3 1 0,-4 0 0,-1 0 0,0 0 0,0 0 0,0-1 0,-11 0 0,5 0 0,-16 2 0,0 1 0,0 1 0,0 2 0,-44 15 0,72-21 0,0 1 0,-1-1 0,1 1 0,0 0 0,0 0 0,-5 4 0,8-6 0,0 0 0,0 1 0,-1-1 0,1 0 0,0 0 0,0 1 0,0-1 0,0 0 0,-1 0 0,1 1 0,0-1 0,0 0 0,0 0 0,0 1 0,0-1 0,0 0 0,0 1 0,0-1 0,0 0 0,0 0 0,0 1 0,0-1 0,0 0 0,0 1 0,0-1 0,0 0 0,0 1 0,0-1 0,0 0 0,0 0 0,1 1 0,0 0 0,0 0 0,0-1 0,0 1 0,0 0 0,0-1 0,0 1 0,0-1 0,0 1 0,0-1 0,0 0 0,1 1 0,-1-1 0,1 0 0,40 6 0,0-3 0,73-2 0,-60-2 0,79 0-1365,-83 0-5461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33:26.200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0 55 24575,'4'1'0,"-1"-1"0,1 1 0,-1 1 0,1-1 0,-1 1 0,0-1 0,0 1 0,1 0 0,-1 0 0,0 0 0,-1 1 0,1-1 0,3 4 0,2 1 0,40 37 0,-33-28 0,0-2 0,25 17 0,-34-26 0,1-1 0,0-1 0,0 1 0,0-1 0,0 0 0,0-1 0,1 0 0,-1 0 0,1 0 0,10 0 0,35 0 0,0-2 0,-1-2 0,1-2 0,-1-3 0,0-2 0,-1-2 0,0-3 0,87-35 0,-52 5 0,-62 31 0,0 0 0,1 2 0,45-15 0,-2 6-1365,-50 16-5461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33:38.445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4893 172 24575,'-37'-3'0,"0"-1"0,0-2 0,1-2 0,-40-14 0,52 15 0,-323-75 0,345 81 0,-86-14 0,-177-8 0,42 23 0,-544 17 0,603-4 0,0 6 0,-261 67 0,286-49 0,-156 22 0,-413 52 0,621-95 0,-259 61 0,238-49 0,67-19 0,5-3 0,1-2 0,-1-1 0,0-2 0,-38-3 0,3 0 0,26 0 0,23 1 0,1 1 0,-44 4 0,64-4 0,-1 1 0,0-1 0,1 0 0,-1 1 0,1-1 0,-1 1 0,0-1 0,1 1 0,-1 0 0,1 0 0,0 0 0,-1 0 0,1 0 0,0 0 0,-1 0 0,1 0 0,0 0 0,0 0 0,0 1 0,0-1 0,0 1 0,0-1 0,0 1 0,1-1 0,-1 1 0,1-1 0,-1 1 0,1-1 0,-1 1 0,1 0 0,0-1 0,0 1 0,0 0 0,0-1 0,0 1 0,0 0 0,0-1 0,0 1 0,1 0 0,-1-1 0,1 3 0,2 4 0,0 0 0,0 0 0,1 0 0,0-1 0,0 1 0,1-1 0,5 8 0,6 1 0,0 1 0,0-2 0,1 0 0,1-2 0,1 0 0,0 0 0,39 17 0,152 53 0,-120-55 3,1-5-1,1-4 1,131 11-1,288-9-128,-507-21 123,811-8-574,-502-25 577,-3-25 0,-128 23 0,532-107 696,-350 86-696,5 28 0,-154 13 0,-55 3 0,503-53 0,-633 61 0,45-9 0,-68 11 0,0 0 0,-1 0 0,1-1 0,-1 0 0,1 0 0,-1 0 0,0-1 0,7-5 0,-12 8 0,1-1 0,-1 1 0,0-1 0,1 0 0,-1 1 0,0-1 0,0 0 0,0 0 0,0 0 0,0 0 0,-1 1 0,1-1 0,0 0 0,-1 0 0,0-1 0,1 1 0,-1 0 0,0 0 0,0 0 0,0 0 0,0 0 0,-1 0 0,1 0 0,0 0 0,-1 0 0,0 0 0,1 0 0,-1 0 0,-2-3 0,-3-6 0,0 0 0,-1 0 0,-15-18 0,6 8 0,-54-82-1365,36 51-5461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33:39.193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0 11 24575,'4'0'0,"-1"1"0,0-1 0,1 1 0,-1 0 0,1 0 0,-1 0 0,0 1 0,0-1 0,1 1 0,-1-1 0,0 1 0,0 0 0,-1 0 0,1 0 0,0 1 0,-1-1 0,1 1 0,-1-1 0,0 1 0,3 5 0,4 7 0,0 0 0,-2 1 0,7 17 0,-5-12 0,43 114 0,13 28 0,-61-155 0,0 0 0,0 0 0,0-1 0,1 0 0,0 0 0,9 10 0,-12-15 0,1 0 0,-1 0 0,1 0 0,-1-1 0,1 1 0,0-1 0,0 1 0,-1-1 0,1 0 0,0 0 0,0 0 0,0 0 0,1-1 0,-1 1 0,0-1 0,0 0 0,0 0 0,0 0 0,0 0 0,6-2 0,5-2 0,0 0 0,-1-1 0,1-1 0,-1-1 0,-1 0 0,1 0 0,20-17 0,163-123 0,110-72 0,-299 214-60,24-14-266,0 1 0,1 2-1,41-15 1,-42 22-6500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33:44.528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618 0 24575,'-8'4'0,"8"-4"0,0 1 0,0-1 0,1 1 0,-1-1 0,0 1 0,1-1 0,-1 1 0,1-1 0,-1 0 0,1 1 0,-1-1 0,1 0 0,-1 1 0,1-1 0,-1 0 0,1 0 0,-1 1 0,1-1 0,-1 0 0,1 0 0,-1 0 0,1 0 0,0 0 0,-1 0 0,1 0 0,-1 0 0,2 0 0,36 5 0,58 0 0,-70-4 0,1118 7-1091,-824-9 940,-229 1 151,-82 0 0,-11-1 0,-46 1 0,-288-1-239,-1128 14-2228,1236-3 2392,217-9 75,-222 19 0,207-14-47,26-6 46,0 0-1,0 1 1,1-1 0,-1 0 0,0 0 0,0 1 0,0-1 0,0 0 0,0 0 0,0 0 0,0 1-1,0-1 1,1 0 0,-1 0 0,0 0 0,0 0 0,0 1 0,0-1 0,1 0 0,-1 0 0,0 0-1,0 0 1,0 0 0,1 0 0,-1 1 0,0-1 0,0 0 0,1 0 0,-1 0 0,0 0 0,0 0 0,0 0-1,1 0 1,-1 0 0,0 0 0,0 0 0,1 0 0,-1 0 0,0 0 0,0 0 0,1 0 0,-1-1-1,45 5 475,119-2 1514,-121-3-8520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34:23.789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1444 173 24575,'-621'0'0,"612"0"0,-1 0 0,0 1 0,0 0 0,-15 3 0,21-2 0,0-1 0,0 1 0,0 0 0,0 0 0,0 0 0,1 0 0,-1 1 0,1 0 0,0-1 0,0 1 0,0 0 0,0 1 0,-3 3 0,-24 30 0,-1-2 0,-3 0 0,-66 53 0,-126 73 0,214-153 0,-31 19 0,-74 32 0,109-55 0,0 1 0,1 0 0,0 0 0,0 0 0,0 1 0,1 0 0,0 1 0,0-1 0,0 1 0,1 0 0,0 0 0,0 1 0,1 0 0,0-1 0,0 1 0,1 1 0,0-1 0,0 0 0,-2 18 0,3-16 0,1 1 0,0-1 0,0 1 0,1-1 0,1 1 0,0-1 0,0 1 0,1-1 0,0 0 0,1 1 0,0-1 0,1 0 0,0-1 0,0 1 0,1-1 0,8 12 0,1-4 0,1 0 0,0-2 0,1 0 0,1 0 0,0-2 0,1 0 0,0-1 0,1-1 0,1-1 0,0 0 0,30 9 0,0-3 0,1-2 0,0-2 0,87 7 0,111-5 0,-205-15 0,0-2 0,-1-2 0,74-18 0,199-77 0,-246 76 0,-8 3 0,136-43 0,-165 53 0,31-16 0,-4 2 0,-48 20 0,1-1 0,-1 0 0,0-1 0,-1 0 0,0-1 0,0 0 0,-1-1 0,0 0 0,0 0 0,-1-1 0,0-1 0,-1 1 0,0-1 0,-1-1 0,0 0 0,0 0 0,-2 0 0,1 0 0,3-15 0,0-2 0,-2 0 0,0 0 0,-2-1 0,-1 0 0,0-53 0,-6 74 0,1 1 0,-1-1 0,0 1 0,-1 0 0,0 0 0,0 0 0,-1 0 0,0 0 0,-1 1 0,-6-10 0,-9-9 0,-31-31 0,41 47 0,-20-22 0,-1 1 0,-2 2 0,-61-43 0,54 46 0,10 6 0,-2 0 0,-62-28 0,75 40 0,1 2 0,-1 0 0,-1 1 0,1 1 0,-1 0 0,1 2 0,-23-1 0,22 3-118,2 0-90,-1 0 0,0 0 1,0 2-1,1 0 0,-26 8 0,26-4-6618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34:29.869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1586 340 24575,'-20'1'0,"1"0"0,-1 1 0,0 1 0,1 1 0,-37 12 0,-18 7 0,0-4 0,-1-3 0,-1-3 0,0-4 0,-110 0 0,48-11 0,-103 2 0,231 0 0,0 2 0,0-1 0,1 1 0,-1 0 0,1 1 0,0 0 0,-1 1 0,-15 8 0,9-1 0,0 0 0,0 1 0,-19 20 0,-75 54 0,84-68 0,0 1 0,2 2 0,0 0 0,-35 41 0,54-55 0,0 1 0,1-1 0,1 1 0,-1 0 0,1 0 0,0 0 0,1 1 0,0-1 0,0 1 0,0 12 0,0 9 0,4 50 0,0-51 0,2 0 0,2 1 0,0-2 0,16 44 0,-3-24 0,44 80 0,-54-113 0,1 0 0,0 0 0,1-2 0,0 1 0,1-1 0,1-1 0,15 12 0,82 66 0,5-5 0,157 88 0,-224-148 0,1-3 0,2-1 0,0-3 0,95 21 0,221 18 0,-142-36 0,368-12 0,223-73 0,-417 41 0,2 24 0,-172 1 0,2104-18-2418,-356 4 2903,-1410 13 1448,214-44-1933,-36 0 0,175 42 0,-388 3 0,-487-3 0,1-2 0,-1-1 0,-1-3 0,1-2 0,-1-1 0,-1-3 0,0-1 0,0-2 0,-2-2 0,0-2 0,-1-2 0,-2-1 0,0-2 0,66-58 0,-66 50 0,-3 3 0,-2-1 0,53-65 0,-78 85 0,-1 1 0,0-1 0,0 0 0,-1-1 0,-1 1 0,0-1 0,-1 0 0,0-1 0,0 1 0,-2-1 0,1 1 0,-2-1 0,0 0 0,0-23 0,-28-136 0,15 108 0,2 18 0,-2-1 0,-2 2 0,-2 0 0,-2 1 0,-1 0 0,-3 2 0,-1 0 0,-3 2 0,-1 0 0,-38-42 0,45 57 0,3 5 0,-21-21 0,31 34 0,-1 1 0,1 0 0,-1 0 0,0 1 0,-1 0 0,-14-6 0,-38-14 0,-2 3 0,0 3 0,-1 2 0,-1 4 0,-75-7 0,-502-13 0,-45-12 0,571 36 0,-191 12 0,-117 39 0,-151-3-242,-5-37-107,366-4 307,-634-44 40,766 35 1,-486-46-7,-172 54 498,395 6-336,-876 14-963,9-5 944,636-45 508,361 16-762,-1136-19 119,1336 36 28,-61 0 39,-93 13 1,146-10-70,1 1 1,1 1-1,-1 1 1,1 1 0,0 0-1,0 2 1,1 1 0,-37 22-1,49-26-339,0 1 0,0 0-1,-10 12 1,7-6-6485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34:34.445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0 2001 24575,'7'-1'0,"-1"0"0,0 0 0,0 0 0,0-1 0,0 1 0,0-1 0,0-1 0,0 1 0,7-6 0,6-1 0,971-392-1800,33 60 1,-963 322 1909,2060-629-3494,-1827 568 2493,-138 39 698,359-108 880,-491 141-313,7-2 606,28-14 0,-50 21-482,-1-1 0,0 0-1,0-1 1,-1 0 0,1 0-1,-1 0 1,0 0 0,10-13-1,-8 10-450,1-1 0,0 2 0,0-1 0,1 2 0,0-1 0,0 1 0,1 0 0,19-6-1,-4-1-11,39-18-35,119-40 0,-172 68 0,1 0 0,-1 1 0,1 1 0,0 0 0,-1 1 0,1 0 0,0 1 0,0 0 0,-1 1 0,1 0 0,-1 1 0,0 1 0,0 0 0,0 0 0,0 2 0,11 5 0,17 13 0,-2 1 0,-1 1 0,36 34 0,-73-60 0,95 83 0,106 120 0,63 114 0,-131-148 0,279 349 0,-359-452 0,62 104 0,-23-28 0,75 115 0,-285-379 0,-326-349 0,409 434 0,-51-74 0,60 80-1365,1 3-5461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34:35.415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0 326 24575,'11'20'0,"0"-2"0,2 1 0,23 26 0,-6-7 0,238 274 0,-188-223 0,-79-87 0,1 0 0,-1 0 0,1-1 0,0 1 0,0 0 0,-1-1 0,1 1 0,1-1 0,-1 1 0,0-1 0,5 2 0,-7-3 0,0 0 0,1 0 0,-1 0 0,0 0 0,1 0 0,-1 0 0,0 0 0,1-1 0,-1 1 0,0 0 0,1 0 0,-1 0 0,0 0 0,1-1 0,-1 1 0,0 0 0,0 0 0,1-1 0,-1 1 0,0 0 0,0 0 0,0-1 0,1 1 0,-1 0 0,0-1 0,0 1 0,0 0 0,1-1 0,2-21 0,-4-3 0,-2-1 0,0 1 0,-1 0 0,-15-46 0,4 17 0,-9-42 0,5-1 0,-14-196 0,32 282 0,1-1 0,1 1 0,0-1 0,0 1 0,1-1 0,5-14 0,-6 23 0,0 0 0,1 0 0,-1 0 0,1 0 0,-1 0 0,1 1 0,0-1 0,0 0 0,0 1 0,0 0 0,1-1 0,-1 1 0,1 0 0,-1 0 0,1 0 0,0 1 0,0-1 0,0 1 0,0-1 0,0 1 0,0 0 0,0 0 0,0 0 0,0 1 0,1-1 0,3 1 0,30-1 0,-1 2 0,1 2 0,57 11 0,-69-8 0,0 1 0,0 1 0,-1 1 0,0 1 0,-1 1 0,0 1 0,-1 1 0,22 16 0,6 10 0,-1 3 0,45 49 0,-51-45-455,-1 1 0,44 69 0,-68-87-6371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34:36.157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119 511 24575,'0'0'0,"0"-1"0,0 0 0,0 0 0,0 0 0,1 1 0,-1-1 0,0 0 0,0 0 0,1 1 0,-1-1 0,1 0 0,-1 1 0,0-1 0,1 0 0,-1 1 0,1-1 0,-1 1 0,1-1 0,0 0 0,-1 1 0,1 0 0,0-1 0,-1 1 0,1-1 0,0 1 0,-1 0 0,1-1 0,0 1 0,0 0 0,0 0 0,-1 0 0,1 0 0,0-1 0,0 1 0,0 0 0,-1 0 0,1 1 0,0-1 0,0 0 0,-1 0 0,3 1 0,1-1 0,0 1 0,0 0 0,0 0 0,0 0 0,0 1 0,6 3 0,-1 2 0,6 3 0,-14-10 0,-1 0 0,0 0 0,1 0 0,-1 1 0,0-1 0,0 0 0,1-1 0,-1 1 0,0 0 0,1 0 0,-1 0 0,0 0 0,1 0 0,-1 0 0,0 0 0,0 0 0,1 0 0,-1-1 0,0 1 0,0 0 0,1 0 0,-1 0 0,0-1 0,0 1 0,0 0 0,1 0 0,-1-1 0,0 1 0,0 0 0,0 0 0,0-1 0,0 1 0,1 0 0,-1 0 0,0-1 0,0 1 0,0 0 0,0-1 0,0 1 0,0 0 0,0 0 0,0-1 0,0 1 0,0 0 0,0-1 0,0 1 0,0 0 0,0-1 0,-1 1 0,1 0 0,1-81 0,4-70 0,-1 112 0,-1 18 0,-1 1 0,0-1 0,-2 0 0,-3-34 0,2 50 0,0 0 0,0 0 0,-1 0 0,1 0 0,-1 0 0,0 1 0,0-1 0,-1 1 0,1-1 0,-1 1 0,0 0 0,0 0 0,-1 0 0,1 0 0,-1 1 0,0-1 0,0 1 0,0 0 0,0 0 0,-1 0 0,1 1 0,-1 0 0,-8-4 0,9 5 0,1-1 0,0 1 0,-1 0 0,1 0 0,-1 0 0,1 1 0,-1-1 0,0 1 0,1 0 0,-1 0 0,1 0 0,-1 1 0,0-1 0,1 1 0,-1 0 0,1 0 0,-1 0 0,1 0 0,0 1 0,-1-1 0,1 1 0,0 0 0,0 0 0,0 0 0,0 0 0,1 0 0,-1 1 0,0-1 0,1 1 0,0 0 0,-1 0 0,1 0 0,1 0 0,-1 0 0,-2 6 0,-2 4 0,1-1 0,1 1 0,0 0 0,0 0 0,2 1 0,-1-1 0,2 1 0,0 0 0,0-1 0,2 1 0,-1-1 0,2 1 0,4 20 0,-2-16 0,2 0 0,0 0 0,0-1 0,2 0 0,0 0 0,1-1 0,1 0 0,0-1 0,19 22 0,4-3 0,0-1 0,2-2 0,2-1 0,0-2 0,2-2 0,82 41 0,-68-42 0,3-2 0,-1-3 0,2-3 0,1-2 0,64 9 0,-110-22 0,1-1 0,0 0 0,0 0 0,0-1 0,16-3 0,-24 2 0,0 0 0,-1 0 0,1-1 0,0 0 0,0 0 0,-1 0 0,0 0 0,1-1 0,-1 1 0,0-1 0,0 0 0,0-1 0,0 1 0,-1-1 0,0 0 0,4-4 0,19-36-1365,-4-2-5461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34:36.673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0 617 24575,'107'117'0,"-62"-75"0,2-3 0,1-2 0,3-2 0,55 30 0,-104-64 0,12 7 0,1-1 0,25 9 0,-37-15 0,1 0 0,0 0 0,0 0 0,0-1 0,-1 1 0,1-1 0,0 0 0,0 0 0,0 0 0,0 0 0,0-1 0,-1 0 0,1 1 0,0-2 0,0 1 0,6-3 0,5-7 0,-1 0 0,0-1 0,-1-1 0,0 0 0,-1 0 0,-1-1 0,17-27 0,11-18 0,-4-1 0,-2-2 0,-3-2 0,-3 0 0,-2-2 0,-4 0 0,-2-2 0,-3 0 0,7-80 0,-17 76-1365,-4 17-5461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34:37.149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0 313 24575,'4'1'0,"-1"1"0,1 0 0,-1 0 0,1 0 0,-1 0 0,0 1 0,0-1 0,0 1 0,-1 0 0,1 0 0,-1 0 0,4 5 0,2 1 0,95 121 0,-11-13 0,-87-112 0,19 21 0,-23-25 0,0 0 0,0 0 0,0 0 0,0 0 0,0 0 0,0 0 0,1-1 0,-1 1 0,0 0 0,0-1 0,0 1 0,1-1 0,-1 0 0,0 1 0,1-1 0,-1 0 0,0 0 0,0 0 0,3 0 0,-3 0 0,-1-1 0,1 1 0,-1-1 0,1 1 0,-1-1 0,1 1 0,-1-1 0,1 1 0,-1-1 0,1 0 0,-1 1 0,0-1 0,1 0 0,-1 1 0,0-1 0,0 0 0,0 0 0,1 1 0,-1-1 0,0 0 0,0 0 0,0 1 0,0-1 0,0 0 0,0 0 0,-1 1 0,1-2 0,-3-20 0,0 0 0,-2 0 0,-9-27 0,-5-18 0,18 61 0,-4-17 0,0 0 0,2 0 0,-1-36 0,4 52 0,0 0 0,1 0 0,0 0 0,0 0 0,1 0 0,-1 0 0,2 0 0,-1 1 0,1-1 0,0 1 0,0 0 0,1-1 0,0 1 0,0 1 0,0-1 0,8-7 0,5-2 14,1 1-1,1 1 0,0 1 0,0 0 1,2 1-1,-1 2 0,27-10 1,156-41-1107,-184 55 714,75-18-6447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34:37.653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0 10 24575,'1'0'0,"0"0"0,0 0 0,0 1 0,0-1 0,0 0 0,0 1 0,-1-1 0,1 0 0,0 1 0,0-1 0,-1 1 0,1-1 0,0 1 0,0 0 0,-1-1 0,1 1 0,-1 0 0,1-1 0,-1 1 0,1 0 0,0 1 0,9 20 0,-8-17 0,37 99 0,20 50 0,-51-137 0,1-1 0,0-1 0,1 1 0,1-2 0,0 1 0,24 23 0,-26-31 0,1 0 0,1 0 0,-1-1 0,1 0 0,0 0 0,0-2 0,1 1 0,-1-1 0,1-1 0,0 0 0,0-1 0,0 0 0,0-1 0,13 0 0,12-1 0,-1-2 0,1-1 0,49-12 0,-60 11 0,0-2 0,0-1 0,-1-2 0,0 0 0,33-17 0,-51 22 0,0 0 0,0-1 0,0 0 0,0 0 0,-1-1 0,0 0 0,0 0 0,0 0 0,-1-1 0,0 1 0,0-1 0,-1-1 0,0 1 0,0-1 0,-1 1 0,0-1 0,0 0 0,-1 0 0,0-1 0,2-15 0,-3 12 0,-1-1 0,-1 1 0,0 0 0,0 0 0,-1 0 0,-1 0 0,0 0 0,-1 0 0,0 1 0,-1-1 0,-6-12 0,7 17 0,0 0 0,-1-1 0,0 2 0,0-1 0,0 0 0,-1 1 0,0 0 0,0 0 0,0 1 0,-1 0 0,0 0 0,0 0 0,0 1 0,-1 0 0,1 0 0,-1 1 0,-9-3 0,0 3 0,1 0 0,-1 1 0,0 1 0,-33 1 0,42 1 0,0 0 0,-1 0 0,1 1 0,0-1 0,-1 2 0,1-1 0,1 1 0,-1 1 0,0-1 0,1 1 0,-12 8 0,18-11-29,0 0 0,0 0 0,0 0 0,0 0 0,0-1 0,0 2 0,0-1 0,0 0 0,0 0 0,0 0 0,0 0 0,1 1 0,-1-1 0,0 0 0,1 0-1,-1 1 1,1-1 0,0 1 0,-1-1 0,1 0 0,0 1 0,0-1 0,0 1 0,0-1 0,0 0 0,0 1 0,0-1 0,1 1 0,-1-1 0,0 0 0,1 1 0,-1-1 0,1 0 0,0 1 0,-1-1 0,1 0-1,0 0 1,0 1 0,0-1 0,0 0 0,-1 0 0,2 0 0,-1 0 0,0 0 0,0-1 0,2 2 0,19 13-6797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34:38.358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0 306 24575,'4'0'0,"1"1"0,-1 0 0,0 0 0,0 0 0,-1 0 0,1 1 0,0 0 0,0-1 0,5 5 0,2 0 0,19 11 0,-1 1 0,0 2 0,-2 0 0,0 2 0,38 42 0,-64-64 0,-1 1 0,0-1 0,1 1 0,-1-1 0,1 0 0,-1 1 0,1-1 0,-1 1 0,1-1 0,-1 0 0,1 1 0,-1-1 0,1 0 0,-1 0 0,1 1 0,-1-1 0,1 0 0,-1 0 0,1 0 0,0 0 0,-1 0 0,1 0 0,-1 0 0,1 0 0,0 0 0,0 0 0,-1-1 0,1 1 0,-1-1 0,1 1 0,-1-1 0,0 1 0,1-1 0,-1 1 0,0-1 0,1 1 0,-1-1 0,0 0 0,0 1 0,1-1 0,-1 0 0,0 1 0,0-1 0,0-1 0,0-37 0,0 36 0,-25-177 0,3 22 0,21 152 0,0-3 0,0 0 0,1 0 0,1-14 0,-1 21 0,1 0 0,-1 0 0,1 0 0,-1 0 0,1 0 0,-1 0 0,1 0 0,0 0 0,0 0 0,0 1 0,0-1 0,0 0 0,1 1 0,-1-1 0,0 1 0,1-1 0,-1 1 0,1 0 0,0 0 0,-1-1 0,4 0 0,3 0 0,0 0 0,0 0 0,0 1 0,0 0 0,1 0 0,-1 1 0,0 0 0,1 1 0,-1 0 0,12 3 0,9 1 0,-1 2 0,1 1 0,-1 1 0,-1 2 0,0 1 0,38 22 0,-35-16 0,0 2 0,-2 1 0,0 2 0,-1 1 0,24 28 0,-43-43-455,1 0 0,19 15 0,-9-12-6371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34:39.180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149 0 24575,'-11'0'0,"0"0"0,0 1 0,0 0 0,-20 5 0,27-5 0,1 0 0,0 1 0,-1-1 0,1 1 0,0 0 0,0 0 0,0 0 0,0 0 0,0 1 0,0-1 0,1 1 0,-1 0 0,1 0 0,0 0 0,0 0 0,0 0 0,0 0 0,-1 4 0,-1 2 0,0 1 0,1-1 0,1 0 0,-1 1 0,2-1 0,-1 1 0,1 0 0,1 0 0,0-1 0,0 1 0,3 17 0,-2-19 0,1 0 0,0-1 0,0 1 0,1-1 0,0 0 0,1 0 0,-1 0 0,1 0 0,0 0 0,1-1 0,0 0 0,0 0 0,0 0 0,12 9 0,-5-6 0,1-1 0,0-1 0,1 0 0,-1 0 0,1-2 0,0 0 0,22 5 0,107 14 0,-121-21 0,28 0 0,20 4 0,-63-6 0,-1 0 0,0 0 0,0 1 0,-1 0 0,1 0 0,0 0 0,-1 1 0,6 3 0,-10-5 0,0-1 0,0 1 0,0-1 0,-1 1 0,1 0 0,0 0 0,-1 0 0,1-1 0,-1 1 0,1 0 0,-1 0 0,1 0 0,-1 0 0,0 0 0,1 0 0,-1 0 0,0 0 0,0 0 0,0 0 0,1 0 0,-1 0 0,0 0 0,0 0 0,-1 0 0,1 0 0,0 0 0,0 0 0,0 0 0,-1 0 0,1 0 0,0-1 0,-1 1 0,1 0 0,-1 0 0,0 1 0,-3 4 0,1-1 0,-1 0 0,-1 0 0,-5 6 0,7-8 0,-106 93 22,61-57-1409,27-21-5439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35:11.275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2421 715 24575,'-55'2'7,"0"2"-1,-97 19 0,-110 48-284,-980 400-3076,1227-464 3323,-375 175-302,367-169 391,-1 0 1,2 2-1,-25 20 0,37-27 89,1 1 1,1 0-1,-1 0 1,1 1-1,1 0 1,0 0-1,0 1 1,1 0-1,-4 12 1,-2 13 268,2 0 0,2 1 1,1 0-1,-3 60 0,9-80-316,-3 45-81,4 0-1,2 0 1,3 1-1,2-2 1,25 97-1,7-17-488,70 162 0,21-1-172,293 490 0,246 238-1036,-208-336 123,-200-307 1203,-171-267 1330,112 115 0,-122-151-169,132 106-1,-179-165-659,1-1 1,1-1-1,2-2 0,0-1 0,1-2 0,0-2 0,60 17 0,-74-28-149,0-1 0,0-1 0,0 0 0,1-2 0,-1-1 0,36-5 0,-26 0 0,-1-1 0,-1-2 0,1-2 0,35-15 0,-6-4 0,-2-2 0,-1-3 0,-1-3 0,63-53 0,-16 5-73,-4-6-1,-3-3 1,91-116-1,-63 46-503,122-207 0,62-201-577,-208 350 1154,-10-3 0,-9-4 0,69-313 0,-71 66-605,-74 394 454,-3 0 0,-4 0 0,-19-151 0,2 144 151,-4 0 0,-4 1 0,-3 2 0,-5 0 0,-3 3 0,-4 0 0,-93-142 0,-261-277 0,-53 45 0,351 370 0,-4 5 0,-3 4 0,-141-81 0,-253-88 16,-18 47-99,401 159-65,-267-82 833,353 117 27,0 1 1,0 2-1,-1 1 1,1 1-1,-55 5 1,60-2-1992,2 0-5547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35:17.831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 0 24575,'24'0'0,"46"0"0,50 0 0,91 0 0,86 0 0,50 0-3501,62 0 3501,0 0 0,7 0 0,-9 0 0,-60 5 0,-60 11 0,-59 3 0,-60 3 708,-57-3-6106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35:20.566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0 2 24575,'435'-2'0,"463"5"0,-282 55 0,-243-30 0,2-28 0,-209-2 0,-142 2 0,404-18 0,392-23 0,-776 43 35,1 2-1,46 9 1,82 27-1065,-151-35 591,20 6-6387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35:30.846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0 0 24575,'23'26'0,"0"2"0,-2 0 0,22 40 0,-6-11 0,262 362 0,-281-400 0,-10-14 0,-11-15 0,-10-11 0,0 0 0,-1 1 0,-31-31 0,20 22 0,-18-21 0,-59-74 0,90 110 0,17 31 0,20 27 0,2-1 0,1-1 0,56 63 0,-64-81 0,45 41 0,-56-58 0,0 1 0,1-1 0,0 0 0,0-1 0,1-1 0,0 1 0,0-1 0,12 3 0,-22-8-35,1 1 0,0-1 0,0 1 0,0-1 0,0 0 0,0 1 0,0-1 0,0 0 0,1-1 0,-1 1 0,0 0 0,0 0 0,0-1 0,-1 1 0,1-1 0,0 0 0,0 0 0,0 1 0,0-1 0,0 0 0,-1-1 0,1 1 0,0 0 0,-1 0 0,1-1 0,-1 1 0,0-1 0,1 1 0,-1-1 0,0 0 0,0 1 0,0-1 0,0 0 0,0 0 0,0 0 0,-1 1 0,1-1 0,0-3 0,5-21-6791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35:38.836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140 1948 24575,'2'-24'0,"1"0"0,0 1 0,13-43 0,-5 25 0,52-242 0,-25-6 0,-30-335 0,-11 381 0,3 238 0,1-6 0,-2 0 0,1 0 0,-2 0 0,-3-15 0,5 25 0,0-1 0,0 1 0,0 0 0,-1-1 0,1 1 0,-1 0 0,1 0 0,-1 0 0,1 0 0,-1-1 0,0 1 0,0 0 0,1 0 0,-1 0 0,0 0 0,0 0 0,0 1 0,0-1 0,0 0 0,0 0 0,0 1 0,0-1 0,-1 0 0,1 1 0,0-1 0,0 1 0,-1 0 0,1-1 0,0 1 0,0 0 0,-1 0 0,1 0 0,0 0 0,-1 0 0,1 0 0,0 0 0,0 0 0,-1 0 0,1 1 0,0-1 0,0 1 0,-1-1 0,1 1 0,0-1 0,0 1 0,0-1 0,0 1 0,-2 1 0,-7 5 0,-1 0 0,1 1 0,0 0 0,-15 17 0,-32 43 0,53-63 0,-20 27 0,-27 53 0,42-69 0,0-5 0,9-11 0,-1 0 0,1 0 0,0 0 0,0 0 0,0 0 0,0 0 0,0 0 0,0 0 0,-1 0 0,1 0 0,0 0 0,0 0 0,0 0 0,0 0 0,0 0 0,-1 0 0,1 0 0,0 0 0,0 0 0,0-1 0,0 1 0,0 0 0,0 0 0,0 0 0,-1 0 0,1 0 0,0 0 0,0 0 0,0 0 0,0-1 0,0 1 0,0 0 0,0 0 0,0 0 0,0 0 0,0 0 0,0 0 0,0-1 0,0 1 0,0 0 0,0 0 0,0 0 0,0 0 0,0-1 0,1-27 0,16-64 0,4 1 0,34-92 0,-50 168 0,-2 4 0,1 0 0,1 0 0,0 0 0,7-12 0,-11 21 0,1 0 0,-1 0 0,0 0 0,1 0 0,-1 1 0,1-1 0,-1 1 0,1-1 0,0 1 0,0 0 0,-1-1 0,1 1 0,0 0 0,0 0 0,0 0 0,1 1 0,-1-1 0,0 0 0,0 1 0,0-1 0,0 1 0,1 0 0,-1 0 0,0 0 0,0 0 0,1 0 0,-1 0 0,3 1 0,8 4 0,0 1 0,-1 0 0,1 0 0,-1 1 0,0 1 0,-1 0 0,0 0 0,14 15 0,8 5 0,-30-26-14,77 62-436,2-3-1,105 57 1,-164-106-6376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36:22.212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2293 2123 24575,'17'-1'0,"0"0"0,0-2 0,-1 0 0,1-1 0,25-9 0,0-1 0,488-113 0,-372 101 0,229-10 0,-169 20 0,-120 7 0,155 7 0,-133 3 0,897-1 0,-342 45 0,-371-17 0,-109-14 0,447 48 0,-516-37 0,165 55 0,-162-41 0,137 23 0,-140-43 0,230 5 0,-252-24 0,317-5 0,-286-3 0,146-27 0,-264 32 0,39-7 0,66-20 0,-108 24 0,-1 0 0,1 0 0,-1-1 0,-1-1 0,1 0 0,-2-1 0,1 0 0,12-14 0,-5 4 0,-1-1 0,-1-1 0,22-37 0,-20 27 0,-2-1 0,-2 0 0,0-1 0,-2-1 0,-2 0 0,-1-1 0,-2 0 0,-1-1 0,3-56 0,-13-292 0,-2 322 0,-3 1 0,-3-1 0,-2 2 0,-2-1 0,-4 2 0,-48-106 0,58 147 0,-1 1 0,-1 1 0,-1 0 0,0 0 0,-1 1 0,-1 1 0,0 0 0,-1 1 0,-23-16 0,-3 2 0,-1 1 0,-74-31 0,25 18 0,-2 4 0,-183-41 0,147 51 0,-228-12 0,-496 31-1112,66 69 1115,325-18-27,337-35 0,-52 5-15,-196-8 0,314-11 232,-95-21 0,-57-27 408,104 24-482,-335-90-119,339 92 27,-1 5 1,0 5-1,-115-3 0,-318 16-173,519 4 128,-876 50-875,3 45-440,507-54 1051,-193 25 218,23-5-193,345-37 2785,207-25-2512,-1 1-1,0-1 1,1 1-1,-1 0 1,0 0-1,1 0 1,-1 1-1,1-1 1,0 0 0,-1 1-1,1 0 1,0-1-1,0 1 1,0 0-1,0 0 1,0 0-1,1 0 1,-1 0-1,1 1 1,-1-1-1,1 1 1,0-1-1,0 1 1,0-1-1,0 1 1,0-1-1,0 1 1,1 0-1,0-1 1,-1 1-1,1 0 1,0 0-1,1 5 1,0 8-25,1 1 0,1-1 0,0 1 0,9 21 0,-12-37 11,14 41-2,2-1 0,41 74 0,61 76 0,-94-154 0,229 372 0,173 256 0,-227-408 0,-174-229 0,2-1 0,0-2 0,2-1 0,0-1 0,2-1 0,53 29 0,-61-41 0,1-1 0,0-1 0,0-1 0,1-1 0,0-1 0,41 2 0,154-7 0,-155-2 0,144-1 0,82-4 0,-174-3-46,135-29 0,-132 18-1227,-70 13-5553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36:23.181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0 1947 24575,'40'135'0,"64"147"0,-97-263 0,1-1 0,1 0 0,1 0 0,15 21 0,-21-33 0,1-1 0,-1 0 0,1 0 0,0 0 0,1-1 0,-1 0 0,1 0 0,0 0 0,0 0 0,0-1 0,0 0 0,1 0 0,-1-1 0,1 0 0,0 0 0,8 1 0,-5-2 0,0 0 0,0-1 0,1 0 0,-1-1 0,0 0 0,0 0 0,0-1 0,0-1 0,10-3 0,5-4 0,-1-1 0,38-23 0,-4-3 0,68-57 0,99-107-476,290-356-2869,-50-38 1342,-265 320 1781,-39 41-667,-49 60 610,35-51 528,-146 224-228,8-12 547,0 0 0,1 1 0,21-20 1,-17 23 478,-4 9-5614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36:39.699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2830 402 24575,'-249'1'0,"-277"-3"0,299-9 0,-34-1 0,178 12 0,-95 12 0,33 10 0,0 8 0,-197 65 0,315-85 0,1 1 0,0 0 0,0 2 0,2 1 0,-1 2 0,2 0 0,-39 34 0,34-23 0,1 2 0,2 1 0,1 1 0,1 1 0,-21 38 0,-4 13 0,-121 234 0,159-293 0,1 0 0,1 1 0,-7 32 0,13-49 0,1 1 0,0-1 0,0 0 0,1 1 0,0-1 0,1 1 0,0-1 0,0 0 0,1 1 0,0-1 0,0 0 0,1 0 0,6 14 0,4-1 0,1-1 0,1 0 0,0-2 0,1 1 0,25 19 0,104 77 0,-44-47-267,4-4 0,200 89-1,252 53-534,-176-95 165,65-4-1915,54-10 1225,85-14-1431,92-19 2069,93-21 86,1704-81-3875,-1008-133 3564,-25-101 504,-920 151 551,-113 13 537,-113 16-173,-99 15 838,-96 26-639,-93 46-400,1 0-1,0 0 1,-1-1-1,0 0 1,-1-1-1,1 1 1,-1-1-1,8-13 1,-12 17-168,-1 1 1,1-1 0,-1 0-1,0-1 1,0 1 0,0 0-1,0 0 1,0 0 0,-1-1-1,1 1 1,-1 0 0,0-1-1,0 1 1,0 0 0,-1-1-1,1 1 1,-1 0 0,0-1-1,0 1 1,0 0 0,0 0-1,0 0 1,-3-5 0,-4-3 425,0-1 1,0 1-1,-1 1 0,-15-14 1,14 13-616,-275-270 2982,-173-154-2857,347 342-47,-4 5-1,-175-103 0,109 97-24,-261-99 0,276 134-246,-2 7 0,-3 7-1,-1 7 1,-2 8 0,-178-7 0,-696 26-1277,2 80-10,233 19 1049,452-40-1934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36:41.535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0 0 24575,'1'11'0,"1"0"0,0 0 0,0 0 0,1 0 0,0-1 0,1 1 0,7 12 0,1 8 0,291 705 0,-197-511 0,165 256 0,-186-360 0,-73-106 0,2-1 0,0 0 0,0 0 0,1-2 0,24 16 0,-26-20 0,-1 0 0,0 1 0,21 19 0,-33-28 0,0 0 0,1 1 0,-1-1 0,0 0 0,0 1 0,1-1 0,-1 0 0,0 1 0,0-1 0,0 0 0,0 1 0,0-1 0,1 1 0,-1-1 0,0 0 0,0 1 0,0-1 0,0 0 0,0 1 0,0-1 0,0 1 0,0-1 0,-1 0 0,1 1 0,0-1 0,0 1 0,0-1 0,0 0 0,0 1 0,-1-1 0,1 0 0,0 1 0,0-1 0,0 0 0,-1 1 0,1-1 0,0 0 0,-1 0 0,1 1 0,0-1 0,-1 0 0,1 0 0,0 0 0,-1 1 0,1-1 0,0 0 0,-1 0 0,1 0 0,0 0 0,-1 0 0,1 0 0,-1 0 0,1 0 0,0 0 0,-1 0 0,0 0 0,-27 5 0,27-5 0,-20 0 0,-1 0 0,1-1 0,0-1 0,0-1 0,0-1 0,1-1 0,-1 0 0,-22-11 0,-16-9 0,-76-45 0,115 60 0,1-2 0,1 0 0,0-1 0,1-1 0,0 0 0,1-2 0,1 1 0,0-2 0,2 0 0,-22-35 0,31 40 0,13 16 0,21 21 0,-25-21 0,15 14 0,11 10 0,41 27 0,-60-46 0,1-2 0,0 0 0,1 0 0,-1-1 0,1-1 0,0 0 0,16 2 0,-10-3 0,-1-1 0,0 0 0,1-2 0,30-1 0,-41-1 0,-1 0 0,0-1 0,0 1 0,0-2 0,0 1 0,0-1 0,-1 0 0,1 0 0,-1-1 0,0 0 0,0-1 0,0 1 0,9-10 0,4-6 0,-2-1 0,0-1 0,-1-1 0,-1 0 0,-1-2 0,-2 1 0,0-2 0,-2 1 0,12-40 0,-11 26 0,-2-2 0,-2 1 0,-2-1 0,-1 0 0,-2-77 0,-3 106-91,-1 0 0,0 0 0,-1 0 0,-1 0 0,0 0 0,0 1 0,-1-1 0,-1 1 0,0 0 0,0 0 0,-1 1 0,0-1 0,-1 1 0,-14-16 0,3 10-6735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36:43.119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 0 24575,'3'1'0,"1"-1"0,0 1 0,-1-1 0,1 1 0,0 0 0,-1 1 0,1-1 0,-1 1 0,0-1 0,5 4 0,31 25 0,-31-24 0,37 34 0,-1 2 0,41 52 0,66 104 0,263 383 0,-384-543 0,-20-27 0,0 1 0,-1 1 0,0 0 0,-1 0 0,10 22 0,-18-34 0,1-1 0,-1 1 0,0 0 0,1 0 0,-1 0 0,0 0 0,0 0 0,0 0 0,0 0 0,0-1 0,0 1 0,0 0 0,0 0 0,0 0 0,0 0 0,0 0 0,-1 1 0,1-2 0,0 0 0,-1 1 0,1-1 0,0 0 0,-1 1 0,1-1 0,0 0 0,-1 0 0,1 0 0,0 1 0,-1-1 0,1 0 0,-1 0 0,1 0 0,-1 0 0,1 0 0,0 0 0,-1 0 0,1 0 0,-1 0 0,1 0 0,-1 0 0,1 0 0,0 0 0,-1 0 0,-4-2 0,0 0 0,0 1 0,0-2 0,1 1 0,-7-4 0,-105-72 0,-202-177 0,159 110 0,157 143 0,0 1 0,0-1 0,1 1 0,-1-1 0,0 1 0,0 0 0,0 0 0,0 0 0,-1 0 0,1 0 0,0 0 0,0 0 0,-1 1 0,1-1 0,0 1 0,-1 0 0,-2-1 0,5 2 0,-1-1 0,1 0 0,-1 0 0,1 1 0,0-1 0,-1 0 0,1 1 0,-1-1 0,1 0 0,0 1 0,-1-1 0,1 1 0,0-1 0,0 0 0,-1 1 0,1-1 0,0 1 0,0-1 0,0 1 0,-1-1 0,1 1 0,0-1 0,0 1 0,0-1 0,0 1 0,0-1 0,0 2 0,0 1 0,1 1 0,-1-1 0,1 1 0,0-1 0,0 1 0,2 5 0,10 20 0,1 0 0,30 46 0,47 51 0,-77-108 0,297 355 0,-311-373 0,34 34 0,-31-32 0,0 0 0,-1 0 0,1-1 0,0 1 0,0 0 0,1-1 0,-1 0 0,0 0 0,0 0 0,1 0 0,3 0 0,-6-1 0,0 0 0,1 0 0,-1 0 0,0 0 0,1 0 0,-1-1 0,0 1 0,0-1 0,1 1 0,-1-1 0,0 1 0,0-1 0,0 0 0,0 1 0,0-1 0,0 0 0,0 0 0,0 0 0,0 0 0,0 0 0,0 0 0,0 0 0,-1 0 0,1 0 0,0-1 0,-1 1 0,1 0 0,0-2 0,1-4 0,1-1 0,-1 0 0,2-12 0,-2 12 0,7-45 0,5-84 0,-10-56 0,-4 140 0,-2-287-1365,2 303-5461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36:54.981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0 0 24575,'1'30'0,"1"-1"0,2 0 0,13 53 0,36 82 0,-45-139 0,260 621-676,42-19-334,-174-358 854,-77-148 121,138 253-175,-191-364 417,0-1 0,0 1 0,1-1 0,1-1 0,-1 1 0,2-1-1,-1-1 1,19 13 0,-2 1 18,-82-54-225,-294-211 0,254 177 0,56 40 0,1-1 0,-60-57 0,85 72 0,16 20 0,31 38 0,319 381-663,33-22-36,-338-360 664,2-2-1,1-3 0,58 35 0,-85-61 59,0-1-1,0-1 0,1-1 0,0-1 0,1-1 0,0-1 1,1-1-1,-1-1 0,1-1 0,38 1 0,-57-5 22,0 0 1,0 0-1,0-1 0,0 0 0,0 0 1,0-1-1,-1 1 0,1-1 0,-1 0 1,1-1-1,-1 1 0,0-1 0,0 0 1,0-1-1,0 1 0,0-1 0,3-4 1,-1 0 1,-1 0 1,0 0-1,-1-1 1,0 0-1,0 0 0,-1 0 1,0-1-1,-1 1 1,4-14-1,6-32-46,-2-1 0,4-80 0,-6-120 0,-8 223 0,0-23 0,-10-464 0,-15 354-1365,12 116-5461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36:55.704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0 788 24575,'360'676'0,"-274"-543"0,-68-109 0,1-2 0,1 0 0,30 26 0,-39-39-2,1 0 1,0-1-1,1-1 0,0 1 0,0-2 0,0 0 1,1-1-1,17 5 0,-11-6 9,1 0-1,0-1 1,0-1 0,0-1 0,24-1 0,1-5-77,0-2 1,0-2 0,-1-2 0,73-27 0,-38 6-380,0-4 0,-3-4 0,104-69 0,194-180-1645,-237 164 1748,-6-6-1,-5-5 1,-6-6-1,202-313 1,-297 412 221,-1-1 0,18-49 0,-26 43-1748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36:57.246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1 1036 24575,'0'25'0,"-1"-5"0,2-1 0,0 1 0,5 29 0,-5-43 0,1-1 0,0 0 0,-1 1 0,2-1 0,-1 0 0,1 0 0,-1 0 0,1 0 0,1 0 0,-1-1 0,1 0 0,0 1 0,0-1 0,0-1 0,0 1 0,9 5 0,24 14 0,60 35 0,-63-42 4,0-1 1,1-2-1,0-1 0,1-2 0,1-1 1,61 6-1,-51-12-67,0-2 0,0-3 0,-1-1-1,1-2 1,50-13 0,27-13-315,-2-6 0,229-103-1,217-161-232,672-468-2571,-1130 696 2606,-39 23-1762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07:37:00.103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0 409 24575,'2'42'0,"2"0"0,1 0 0,2-1 0,2 0 0,2 0 0,1-1 0,2 0 0,2-1 0,2-1 0,1 0 0,26 36 0,-39-64 0,0 0 0,1-1 0,0 0 0,0 0 0,1 0 0,0-1 0,1-1 0,0 1 0,0-1 0,0-1 0,1 0 0,0 0 0,0-1 0,1 0 0,0-1 0,-1 0 0,1 0 0,1-1 0,-1-1 0,13 2 0,7-2 0,1 0 0,0-2 0,0-1 0,0-2 0,43-9 0,158-53 0,-232 65 0,793-301-1072,-26-59 0,-708 330 1090,411-230-1305,-424 227-3491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95726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last week we made a computer learn a straight line from data. Today we ask what happens when one line is not enough. Two parts: revision, then neurons. Keep energy high, ask for answers out 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Expected answer: the maze solver is AI but NOT machine learning — it never improved from data, it just searched. ML changes parameters. Point at box 3 and say: that is where we arrive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Slow down here. This is THE slide. Ask: who is the teacher in machine learning? Answer: the loss / the error. Nobody tells the model the rule — the mistakes push it toward the rule.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them shout the answer (7). Then the key line: YOU saw the pattern instantly. The computer cannot. It has to search for it using numbers. That search is training.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Common beginner confusion: they think a model must be good before it can predict. Clarify — it predicts from second one, it just predicts badly. Training is what makes it good.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Expected: w should increase, because predictions are too low for positive x. Keep it intuitive — no calculus. The sign of the error tells you the direction to move.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Expected: predictions are closer to the real values on average. Emphasise: the whole of training is a hunt for the numbers that make this one score small.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Expected: w and b. Repeat it: the code stayed the same, the data stayed the same, the PARAMETERS moved. Anyone who understands this slide understands machine learning.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 the loop with your hand in the air while you say it. Ask them to repeat the four words back: predict, measure, update, repeat.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traffic, rain, elevators, restaurant prep time, driver availability. Key point: noisy data is imperfect, not useless. A straight line is still a good first model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this live if you have the notebook open. Make them commit to a guess first — prediction before evidence is the habit we are building all bootcamp.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no — nothing was learned. The label ML depends on where the parameters came from, not on how complicated the formula looks.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Collect their suggestions on the board: traffic, weather, time of day, number of items, floor number. This motivates multiple inputs — the door into neurons.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it twice. Students leave this lecture thinking 'more inputs = neural network'. Correct that here, explicitly,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the Σ and say: you already know this part — it is w×x+b with more inputs. The only new box on this slide is the orange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Examples they may give: will the customer tip, will the order be cancelled, is this address risky. Good — same neuron, different label.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time is short, just read the two functions aloud and move on. The point is that a neuron is eight lines of ordinary Python, not a mystery.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them up for the next slide. Let a few say yes. Then show XOR.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 two lines on the board with your finger and shade the middle band. That is literally what the hidden layer will do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hidden neuron draws one line. The output neuron combines them. That combination is what 'deep learning' scales up — nothing more mysterious than this picture.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Count the lines out loud on the first two layers — 16 weights already in this toy picture. Then say: a real model has billions. Same rule, more of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the values of w and b — nothing else. Reconnect it to slide 8: same message, bigger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Put students in pairs for 2 minutes and have them answer these to each other. Then take answers for questions 3 and 5 — those are the two that matter most.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customXml" Target="../ink/ink2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5.xml"/><Relationship Id="rId21" Type="http://schemas.openxmlformats.org/officeDocument/2006/relationships/image" Target="../media/image12.png"/><Relationship Id="rId42" Type="http://schemas.openxmlformats.org/officeDocument/2006/relationships/image" Target="../media/image22.png"/><Relationship Id="rId47" Type="http://schemas.openxmlformats.org/officeDocument/2006/relationships/customXml" Target="../ink/ink26.xml"/><Relationship Id="rId63" Type="http://schemas.openxmlformats.org/officeDocument/2006/relationships/customXml" Target="../ink/ink34.xml"/><Relationship Id="rId68" Type="http://schemas.openxmlformats.org/officeDocument/2006/relationships/image" Target="../media/image35.png"/><Relationship Id="rId84" Type="http://schemas.openxmlformats.org/officeDocument/2006/relationships/customXml" Target="../ink/ink45.xml"/><Relationship Id="rId89" Type="http://schemas.openxmlformats.org/officeDocument/2006/relationships/image" Target="../media/image45.png"/><Relationship Id="rId16" Type="http://schemas.openxmlformats.org/officeDocument/2006/relationships/customXml" Target="../ink/ink10.xml"/><Relationship Id="rId11" Type="http://schemas.openxmlformats.org/officeDocument/2006/relationships/image" Target="../media/image7.png"/><Relationship Id="rId32" Type="http://schemas.openxmlformats.org/officeDocument/2006/relationships/image" Target="../media/image17.png"/><Relationship Id="rId37" Type="http://schemas.openxmlformats.org/officeDocument/2006/relationships/customXml" Target="../ink/ink21.xml"/><Relationship Id="rId53" Type="http://schemas.openxmlformats.org/officeDocument/2006/relationships/customXml" Target="../ink/ink29.xml"/><Relationship Id="rId58" Type="http://schemas.openxmlformats.org/officeDocument/2006/relationships/image" Target="../media/image30.png"/><Relationship Id="rId74" Type="http://schemas.openxmlformats.org/officeDocument/2006/relationships/customXml" Target="../ink/ink40.xml"/><Relationship Id="rId79" Type="http://schemas.openxmlformats.org/officeDocument/2006/relationships/image" Target="../media/image40.png"/><Relationship Id="rId5" Type="http://schemas.openxmlformats.org/officeDocument/2006/relationships/image" Target="../media/image4.png"/><Relationship Id="rId14" Type="http://schemas.openxmlformats.org/officeDocument/2006/relationships/customXml" Target="../ink/ink9.xml"/><Relationship Id="rId22" Type="http://schemas.openxmlformats.org/officeDocument/2006/relationships/customXml" Target="../ink/ink13.xml"/><Relationship Id="rId27" Type="http://schemas.openxmlformats.org/officeDocument/2006/relationships/image" Target="../media/image15.png"/><Relationship Id="rId30" Type="http://schemas.openxmlformats.org/officeDocument/2006/relationships/customXml" Target="../ink/ink17.xml"/><Relationship Id="rId35" Type="http://schemas.openxmlformats.org/officeDocument/2006/relationships/customXml" Target="../ink/ink20.xml"/><Relationship Id="rId43" Type="http://schemas.openxmlformats.org/officeDocument/2006/relationships/customXml" Target="../ink/ink24.xml"/><Relationship Id="rId48" Type="http://schemas.openxmlformats.org/officeDocument/2006/relationships/image" Target="../media/image25.png"/><Relationship Id="rId56" Type="http://schemas.openxmlformats.org/officeDocument/2006/relationships/image" Target="../media/image29.png"/><Relationship Id="rId64" Type="http://schemas.openxmlformats.org/officeDocument/2006/relationships/image" Target="../media/image33.png"/><Relationship Id="rId69" Type="http://schemas.openxmlformats.org/officeDocument/2006/relationships/customXml" Target="../ink/ink37.xml"/><Relationship Id="rId77" Type="http://schemas.openxmlformats.org/officeDocument/2006/relationships/image" Target="../media/image39.png"/><Relationship Id="rId8" Type="http://schemas.openxmlformats.org/officeDocument/2006/relationships/customXml" Target="../ink/ink6.xml"/><Relationship Id="rId51" Type="http://schemas.openxmlformats.org/officeDocument/2006/relationships/customXml" Target="../ink/ink28.xml"/><Relationship Id="rId72" Type="http://schemas.openxmlformats.org/officeDocument/2006/relationships/customXml" Target="../ink/ink39.xml"/><Relationship Id="rId80" Type="http://schemas.openxmlformats.org/officeDocument/2006/relationships/customXml" Target="../ink/ink43.xml"/><Relationship Id="rId85" Type="http://schemas.openxmlformats.org/officeDocument/2006/relationships/image" Target="../media/image43.png"/><Relationship Id="rId3" Type="http://schemas.openxmlformats.org/officeDocument/2006/relationships/image" Target="../media/image3.png"/><Relationship Id="rId12" Type="http://schemas.openxmlformats.org/officeDocument/2006/relationships/customXml" Target="../ink/ink8.xml"/><Relationship Id="rId17" Type="http://schemas.openxmlformats.org/officeDocument/2006/relationships/image" Target="../media/image10.png"/><Relationship Id="rId25" Type="http://schemas.openxmlformats.org/officeDocument/2006/relationships/image" Target="../media/image14.png"/><Relationship Id="rId33" Type="http://schemas.openxmlformats.org/officeDocument/2006/relationships/customXml" Target="../ink/ink19.xml"/><Relationship Id="rId38" Type="http://schemas.openxmlformats.org/officeDocument/2006/relationships/image" Target="../media/image20.png"/><Relationship Id="rId46" Type="http://schemas.openxmlformats.org/officeDocument/2006/relationships/image" Target="../media/image24.png"/><Relationship Id="rId59" Type="http://schemas.openxmlformats.org/officeDocument/2006/relationships/customXml" Target="../ink/ink32.xml"/><Relationship Id="rId67" Type="http://schemas.openxmlformats.org/officeDocument/2006/relationships/customXml" Target="../ink/ink36.xml"/><Relationship Id="rId20" Type="http://schemas.openxmlformats.org/officeDocument/2006/relationships/customXml" Target="../ink/ink12.xml"/><Relationship Id="rId41" Type="http://schemas.openxmlformats.org/officeDocument/2006/relationships/customXml" Target="../ink/ink23.xml"/><Relationship Id="rId54" Type="http://schemas.openxmlformats.org/officeDocument/2006/relationships/image" Target="../media/image28.png"/><Relationship Id="rId62" Type="http://schemas.openxmlformats.org/officeDocument/2006/relationships/image" Target="../media/image32.png"/><Relationship Id="rId70" Type="http://schemas.openxmlformats.org/officeDocument/2006/relationships/customXml" Target="../ink/ink38.xml"/><Relationship Id="rId75" Type="http://schemas.openxmlformats.org/officeDocument/2006/relationships/image" Target="../media/image38.png"/><Relationship Id="rId83" Type="http://schemas.openxmlformats.org/officeDocument/2006/relationships/image" Target="../media/image42.png"/><Relationship Id="rId88" Type="http://schemas.openxmlformats.org/officeDocument/2006/relationships/customXml" Target="../ink/ink47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5.xml"/><Relationship Id="rId15" Type="http://schemas.openxmlformats.org/officeDocument/2006/relationships/image" Target="../media/image9.png"/><Relationship Id="rId23" Type="http://schemas.openxmlformats.org/officeDocument/2006/relationships/image" Target="../media/image13.png"/><Relationship Id="rId28" Type="http://schemas.openxmlformats.org/officeDocument/2006/relationships/customXml" Target="../ink/ink16.xml"/><Relationship Id="rId36" Type="http://schemas.openxmlformats.org/officeDocument/2006/relationships/image" Target="../media/image19.png"/><Relationship Id="rId49" Type="http://schemas.openxmlformats.org/officeDocument/2006/relationships/customXml" Target="../ink/ink27.xml"/><Relationship Id="rId57" Type="http://schemas.openxmlformats.org/officeDocument/2006/relationships/customXml" Target="../ink/ink31.xml"/><Relationship Id="rId10" Type="http://schemas.openxmlformats.org/officeDocument/2006/relationships/customXml" Target="../ink/ink7.xml"/><Relationship Id="rId31" Type="http://schemas.openxmlformats.org/officeDocument/2006/relationships/customXml" Target="../ink/ink18.xml"/><Relationship Id="rId44" Type="http://schemas.openxmlformats.org/officeDocument/2006/relationships/image" Target="../media/image23.png"/><Relationship Id="rId52" Type="http://schemas.openxmlformats.org/officeDocument/2006/relationships/image" Target="../media/image27.png"/><Relationship Id="rId60" Type="http://schemas.openxmlformats.org/officeDocument/2006/relationships/image" Target="../media/image31.png"/><Relationship Id="rId65" Type="http://schemas.openxmlformats.org/officeDocument/2006/relationships/customXml" Target="../ink/ink35.xml"/><Relationship Id="rId73" Type="http://schemas.openxmlformats.org/officeDocument/2006/relationships/image" Target="../media/image37.png"/><Relationship Id="rId78" Type="http://schemas.openxmlformats.org/officeDocument/2006/relationships/customXml" Target="../ink/ink42.xml"/><Relationship Id="rId81" Type="http://schemas.openxmlformats.org/officeDocument/2006/relationships/image" Target="../media/image41.png"/><Relationship Id="rId86" Type="http://schemas.openxmlformats.org/officeDocument/2006/relationships/customXml" Target="../ink/ink46.xml"/><Relationship Id="rId4" Type="http://schemas.openxmlformats.org/officeDocument/2006/relationships/customXml" Target="../ink/ink4.xml"/><Relationship Id="rId9" Type="http://schemas.openxmlformats.org/officeDocument/2006/relationships/image" Target="../media/image6.png"/><Relationship Id="rId13" Type="http://schemas.openxmlformats.org/officeDocument/2006/relationships/image" Target="../media/image8.png"/><Relationship Id="rId18" Type="http://schemas.openxmlformats.org/officeDocument/2006/relationships/customXml" Target="../ink/ink11.xml"/><Relationship Id="rId39" Type="http://schemas.openxmlformats.org/officeDocument/2006/relationships/customXml" Target="../ink/ink22.xml"/><Relationship Id="rId34" Type="http://schemas.openxmlformats.org/officeDocument/2006/relationships/image" Target="../media/image18.png"/><Relationship Id="rId50" Type="http://schemas.openxmlformats.org/officeDocument/2006/relationships/image" Target="../media/image26.png"/><Relationship Id="rId55" Type="http://schemas.openxmlformats.org/officeDocument/2006/relationships/customXml" Target="../ink/ink30.xml"/><Relationship Id="rId76" Type="http://schemas.openxmlformats.org/officeDocument/2006/relationships/customXml" Target="../ink/ink41.xml"/><Relationship Id="rId7" Type="http://schemas.openxmlformats.org/officeDocument/2006/relationships/image" Target="../media/image5.png"/><Relationship Id="rId71" Type="http://schemas.openxmlformats.org/officeDocument/2006/relationships/image" Target="../media/image36.png"/><Relationship Id="rId2" Type="http://schemas.openxmlformats.org/officeDocument/2006/relationships/customXml" Target="../ink/ink3.xml"/><Relationship Id="rId29" Type="http://schemas.openxmlformats.org/officeDocument/2006/relationships/image" Target="../media/image16.png"/><Relationship Id="rId24" Type="http://schemas.openxmlformats.org/officeDocument/2006/relationships/customXml" Target="../ink/ink14.xml"/><Relationship Id="rId40" Type="http://schemas.openxmlformats.org/officeDocument/2006/relationships/image" Target="../media/image21.png"/><Relationship Id="rId45" Type="http://schemas.openxmlformats.org/officeDocument/2006/relationships/customXml" Target="../ink/ink25.xml"/><Relationship Id="rId66" Type="http://schemas.openxmlformats.org/officeDocument/2006/relationships/image" Target="../media/image34.png"/><Relationship Id="rId87" Type="http://schemas.openxmlformats.org/officeDocument/2006/relationships/image" Target="../media/image44.png"/><Relationship Id="rId61" Type="http://schemas.openxmlformats.org/officeDocument/2006/relationships/customXml" Target="../ink/ink33.xml"/><Relationship Id="rId82" Type="http://schemas.openxmlformats.org/officeDocument/2006/relationships/customXml" Target="../ink/ink44.xml"/><Relationship Id="rId1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customXml" Target="../ink/ink53.xml"/><Relationship Id="rId18" Type="http://schemas.openxmlformats.org/officeDocument/2006/relationships/image" Target="../media/image53.png"/><Relationship Id="rId26" Type="http://schemas.openxmlformats.org/officeDocument/2006/relationships/image" Target="../media/image57.png"/><Relationship Id="rId39" Type="http://schemas.openxmlformats.org/officeDocument/2006/relationships/customXml" Target="../ink/ink66.xml"/><Relationship Id="rId21" Type="http://schemas.openxmlformats.org/officeDocument/2006/relationships/customXml" Target="../ink/ink57.xml"/><Relationship Id="rId34" Type="http://schemas.openxmlformats.org/officeDocument/2006/relationships/image" Target="../media/image61.png"/><Relationship Id="rId42" Type="http://schemas.openxmlformats.org/officeDocument/2006/relationships/image" Target="../media/image65.png"/><Relationship Id="rId47" Type="http://schemas.openxmlformats.org/officeDocument/2006/relationships/customXml" Target="../ink/ink70.xml"/><Relationship Id="rId50" Type="http://schemas.openxmlformats.org/officeDocument/2006/relationships/image" Target="../media/image69.png"/><Relationship Id="rId7" Type="http://schemas.openxmlformats.org/officeDocument/2006/relationships/customXml" Target="../ink/ink50.xml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52.png"/><Relationship Id="rId29" Type="http://schemas.openxmlformats.org/officeDocument/2006/relationships/customXml" Target="../ink/ink61.xml"/><Relationship Id="rId11" Type="http://schemas.openxmlformats.org/officeDocument/2006/relationships/customXml" Target="../ink/ink52.xml"/><Relationship Id="rId24" Type="http://schemas.openxmlformats.org/officeDocument/2006/relationships/image" Target="../media/image56.png"/><Relationship Id="rId32" Type="http://schemas.openxmlformats.org/officeDocument/2006/relationships/image" Target="../media/image60.png"/><Relationship Id="rId37" Type="http://schemas.openxmlformats.org/officeDocument/2006/relationships/customXml" Target="../ink/ink65.xml"/><Relationship Id="rId40" Type="http://schemas.openxmlformats.org/officeDocument/2006/relationships/image" Target="../media/image64.png"/><Relationship Id="rId45" Type="http://schemas.openxmlformats.org/officeDocument/2006/relationships/customXml" Target="../ink/ink69.xml"/><Relationship Id="rId53" Type="http://schemas.openxmlformats.org/officeDocument/2006/relationships/customXml" Target="../ink/ink73.xml"/><Relationship Id="rId5" Type="http://schemas.openxmlformats.org/officeDocument/2006/relationships/customXml" Target="../ink/ink49.xml"/><Relationship Id="rId10" Type="http://schemas.openxmlformats.org/officeDocument/2006/relationships/image" Target="../media/image49.png"/><Relationship Id="rId19" Type="http://schemas.openxmlformats.org/officeDocument/2006/relationships/customXml" Target="../ink/ink56.xml"/><Relationship Id="rId31" Type="http://schemas.openxmlformats.org/officeDocument/2006/relationships/customXml" Target="../ink/ink62.xml"/><Relationship Id="rId44" Type="http://schemas.openxmlformats.org/officeDocument/2006/relationships/image" Target="../media/image66.png"/><Relationship Id="rId52" Type="http://schemas.openxmlformats.org/officeDocument/2006/relationships/image" Target="../media/image70.png"/><Relationship Id="rId4" Type="http://schemas.openxmlformats.org/officeDocument/2006/relationships/image" Target="../media/image46.png"/><Relationship Id="rId9" Type="http://schemas.openxmlformats.org/officeDocument/2006/relationships/customXml" Target="../ink/ink51.xml"/><Relationship Id="rId14" Type="http://schemas.openxmlformats.org/officeDocument/2006/relationships/image" Target="../media/image51.png"/><Relationship Id="rId22" Type="http://schemas.openxmlformats.org/officeDocument/2006/relationships/image" Target="../media/image55.png"/><Relationship Id="rId27" Type="http://schemas.openxmlformats.org/officeDocument/2006/relationships/customXml" Target="../ink/ink60.xml"/><Relationship Id="rId30" Type="http://schemas.openxmlformats.org/officeDocument/2006/relationships/image" Target="../media/image59.png"/><Relationship Id="rId35" Type="http://schemas.openxmlformats.org/officeDocument/2006/relationships/customXml" Target="../ink/ink64.xml"/><Relationship Id="rId43" Type="http://schemas.openxmlformats.org/officeDocument/2006/relationships/customXml" Target="../ink/ink68.xml"/><Relationship Id="rId48" Type="http://schemas.openxmlformats.org/officeDocument/2006/relationships/image" Target="../media/image68.png"/><Relationship Id="rId8" Type="http://schemas.openxmlformats.org/officeDocument/2006/relationships/image" Target="../media/image48.png"/><Relationship Id="rId51" Type="http://schemas.openxmlformats.org/officeDocument/2006/relationships/customXml" Target="../ink/ink72.xml"/><Relationship Id="rId3" Type="http://schemas.openxmlformats.org/officeDocument/2006/relationships/customXml" Target="../ink/ink48.xml"/><Relationship Id="rId12" Type="http://schemas.openxmlformats.org/officeDocument/2006/relationships/image" Target="../media/image50.png"/><Relationship Id="rId17" Type="http://schemas.openxmlformats.org/officeDocument/2006/relationships/customXml" Target="../ink/ink55.xml"/><Relationship Id="rId25" Type="http://schemas.openxmlformats.org/officeDocument/2006/relationships/customXml" Target="../ink/ink59.xml"/><Relationship Id="rId33" Type="http://schemas.openxmlformats.org/officeDocument/2006/relationships/customXml" Target="../ink/ink63.xml"/><Relationship Id="rId38" Type="http://schemas.openxmlformats.org/officeDocument/2006/relationships/image" Target="../media/image63.png"/><Relationship Id="rId46" Type="http://schemas.openxmlformats.org/officeDocument/2006/relationships/image" Target="../media/image67.png"/><Relationship Id="rId20" Type="http://schemas.openxmlformats.org/officeDocument/2006/relationships/image" Target="../media/image54.png"/><Relationship Id="rId41" Type="http://schemas.openxmlformats.org/officeDocument/2006/relationships/customXml" Target="../ink/ink67.xml"/><Relationship Id="rId54" Type="http://schemas.openxmlformats.org/officeDocument/2006/relationships/image" Target="../media/image7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15" Type="http://schemas.openxmlformats.org/officeDocument/2006/relationships/customXml" Target="../ink/ink54.xml"/><Relationship Id="rId23" Type="http://schemas.openxmlformats.org/officeDocument/2006/relationships/customXml" Target="../ink/ink58.xml"/><Relationship Id="rId28" Type="http://schemas.openxmlformats.org/officeDocument/2006/relationships/image" Target="../media/image58.png"/><Relationship Id="rId36" Type="http://schemas.openxmlformats.org/officeDocument/2006/relationships/image" Target="../media/image62.png"/><Relationship Id="rId49" Type="http://schemas.openxmlformats.org/officeDocument/2006/relationships/customXml" Target="../ink/ink7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13" Type="http://schemas.openxmlformats.org/officeDocument/2006/relationships/customXml" Target="../ink/ink79.xml"/><Relationship Id="rId18" Type="http://schemas.openxmlformats.org/officeDocument/2006/relationships/image" Target="../media/image79.png"/><Relationship Id="rId3" Type="http://schemas.openxmlformats.org/officeDocument/2006/relationships/customXml" Target="../ink/ink74.xml"/><Relationship Id="rId7" Type="http://schemas.openxmlformats.org/officeDocument/2006/relationships/customXml" Target="../ink/ink76.xml"/><Relationship Id="rId12" Type="http://schemas.openxmlformats.org/officeDocument/2006/relationships/image" Target="../media/image76.png"/><Relationship Id="rId17" Type="http://schemas.openxmlformats.org/officeDocument/2006/relationships/customXml" Target="../ink/ink81.xml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7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3.png"/><Relationship Id="rId11" Type="http://schemas.openxmlformats.org/officeDocument/2006/relationships/customXml" Target="../ink/ink78.xml"/><Relationship Id="rId5" Type="http://schemas.openxmlformats.org/officeDocument/2006/relationships/customXml" Target="../ink/ink75.xml"/><Relationship Id="rId15" Type="http://schemas.openxmlformats.org/officeDocument/2006/relationships/customXml" Target="../ink/ink80.xml"/><Relationship Id="rId10" Type="http://schemas.openxmlformats.org/officeDocument/2006/relationships/image" Target="../media/image75.png"/><Relationship Id="rId4" Type="http://schemas.openxmlformats.org/officeDocument/2006/relationships/image" Target="../media/image72.png"/><Relationship Id="rId9" Type="http://schemas.openxmlformats.org/officeDocument/2006/relationships/customXml" Target="../ink/ink77.xml"/><Relationship Id="rId14" Type="http://schemas.openxmlformats.org/officeDocument/2006/relationships/image" Target="../media/image7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13" Type="http://schemas.openxmlformats.org/officeDocument/2006/relationships/customXml" Target="../ink/ink87.xml"/><Relationship Id="rId18" Type="http://schemas.openxmlformats.org/officeDocument/2006/relationships/image" Target="../media/image87.png"/><Relationship Id="rId3" Type="http://schemas.openxmlformats.org/officeDocument/2006/relationships/customXml" Target="../ink/ink82.xml"/><Relationship Id="rId7" Type="http://schemas.openxmlformats.org/officeDocument/2006/relationships/customXml" Target="../ink/ink84.xml"/><Relationship Id="rId12" Type="http://schemas.openxmlformats.org/officeDocument/2006/relationships/image" Target="../media/image84.png"/><Relationship Id="rId17" Type="http://schemas.openxmlformats.org/officeDocument/2006/relationships/customXml" Target="../ink/ink89.xml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8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1.png"/><Relationship Id="rId11" Type="http://schemas.openxmlformats.org/officeDocument/2006/relationships/customXml" Target="../ink/ink86.xml"/><Relationship Id="rId5" Type="http://schemas.openxmlformats.org/officeDocument/2006/relationships/customXml" Target="../ink/ink83.xml"/><Relationship Id="rId15" Type="http://schemas.openxmlformats.org/officeDocument/2006/relationships/customXml" Target="../ink/ink88.xml"/><Relationship Id="rId10" Type="http://schemas.openxmlformats.org/officeDocument/2006/relationships/image" Target="../media/image83.png"/><Relationship Id="rId4" Type="http://schemas.openxmlformats.org/officeDocument/2006/relationships/image" Target="../media/image80.png"/><Relationship Id="rId9" Type="http://schemas.openxmlformats.org/officeDocument/2006/relationships/customXml" Target="../ink/ink85.xml"/><Relationship Id="rId14" Type="http://schemas.openxmlformats.org/officeDocument/2006/relationships/image" Target="../media/image85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customXml" Target="../ink/ink95.xml"/><Relationship Id="rId18" Type="http://schemas.openxmlformats.org/officeDocument/2006/relationships/image" Target="../media/image95.png"/><Relationship Id="rId26" Type="http://schemas.openxmlformats.org/officeDocument/2006/relationships/image" Target="../media/image99.png"/><Relationship Id="rId39" Type="http://schemas.openxmlformats.org/officeDocument/2006/relationships/customXml" Target="../ink/ink108.xml"/><Relationship Id="rId21" Type="http://schemas.openxmlformats.org/officeDocument/2006/relationships/customXml" Target="../ink/ink99.xml"/><Relationship Id="rId34" Type="http://schemas.openxmlformats.org/officeDocument/2006/relationships/image" Target="../media/image103.png"/><Relationship Id="rId42" Type="http://schemas.openxmlformats.org/officeDocument/2006/relationships/image" Target="../media/image107.png"/><Relationship Id="rId47" Type="http://schemas.openxmlformats.org/officeDocument/2006/relationships/customXml" Target="../ink/ink112.xml"/><Relationship Id="rId50" Type="http://schemas.openxmlformats.org/officeDocument/2006/relationships/image" Target="../media/image111.png"/><Relationship Id="rId55" Type="http://schemas.openxmlformats.org/officeDocument/2006/relationships/customXml" Target="../ink/ink116.xml"/><Relationship Id="rId63" Type="http://schemas.openxmlformats.org/officeDocument/2006/relationships/customXml" Target="../ink/ink120.xml"/><Relationship Id="rId7" Type="http://schemas.openxmlformats.org/officeDocument/2006/relationships/customXml" Target="../ink/ink92.xml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94.png"/><Relationship Id="rId29" Type="http://schemas.openxmlformats.org/officeDocument/2006/relationships/customXml" Target="../ink/ink103.xml"/><Relationship Id="rId11" Type="http://schemas.openxmlformats.org/officeDocument/2006/relationships/customXml" Target="../ink/ink94.xml"/><Relationship Id="rId24" Type="http://schemas.openxmlformats.org/officeDocument/2006/relationships/image" Target="../media/image98.png"/><Relationship Id="rId32" Type="http://schemas.openxmlformats.org/officeDocument/2006/relationships/image" Target="../media/image102.png"/><Relationship Id="rId37" Type="http://schemas.openxmlformats.org/officeDocument/2006/relationships/customXml" Target="../ink/ink107.xml"/><Relationship Id="rId40" Type="http://schemas.openxmlformats.org/officeDocument/2006/relationships/image" Target="../media/image106.png"/><Relationship Id="rId45" Type="http://schemas.openxmlformats.org/officeDocument/2006/relationships/customXml" Target="../ink/ink111.xml"/><Relationship Id="rId53" Type="http://schemas.openxmlformats.org/officeDocument/2006/relationships/customXml" Target="../ink/ink115.xml"/><Relationship Id="rId58" Type="http://schemas.openxmlformats.org/officeDocument/2006/relationships/image" Target="../media/image115.png"/><Relationship Id="rId5" Type="http://schemas.openxmlformats.org/officeDocument/2006/relationships/customXml" Target="../ink/ink91.xml"/><Relationship Id="rId61" Type="http://schemas.openxmlformats.org/officeDocument/2006/relationships/customXml" Target="../ink/ink119.xml"/><Relationship Id="rId19" Type="http://schemas.openxmlformats.org/officeDocument/2006/relationships/customXml" Target="../ink/ink98.xml"/><Relationship Id="rId14" Type="http://schemas.openxmlformats.org/officeDocument/2006/relationships/image" Target="../media/image93.png"/><Relationship Id="rId22" Type="http://schemas.openxmlformats.org/officeDocument/2006/relationships/image" Target="../media/image97.png"/><Relationship Id="rId27" Type="http://schemas.openxmlformats.org/officeDocument/2006/relationships/customXml" Target="../ink/ink102.xml"/><Relationship Id="rId30" Type="http://schemas.openxmlformats.org/officeDocument/2006/relationships/image" Target="../media/image101.png"/><Relationship Id="rId35" Type="http://schemas.openxmlformats.org/officeDocument/2006/relationships/customXml" Target="../ink/ink106.xml"/><Relationship Id="rId43" Type="http://schemas.openxmlformats.org/officeDocument/2006/relationships/customXml" Target="../ink/ink110.xml"/><Relationship Id="rId48" Type="http://schemas.openxmlformats.org/officeDocument/2006/relationships/image" Target="../media/image110.png"/><Relationship Id="rId56" Type="http://schemas.openxmlformats.org/officeDocument/2006/relationships/image" Target="../media/image114.png"/><Relationship Id="rId64" Type="http://schemas.openxmlformats.org/officeDocument/2006/relationships/image" Target="../media/image118.png"/><Relationship Id="rId8" Type="http://schemas.openxmlformats.org/officeDocument/2006/relationships/image" Target="../media/image90.png"/><Relationship Id="rId51" Type="http://schemas.openxmlformats.org/officeDocument/2006/relationships/customXml" Target="../ink/ink114.xml"/><Relationship Id="rId3" Type="http://schemas.openxmlformats.org/officeDocument/2006/relationships/customXml" Target="../ink/ink90.xml"/><Relationship Id="rId12" Type="http://schemas.openxmlformats.org/officeDocument/2006/relationships/image" Target="../media/image92.png"/><Relationship Id="rId17" Type="http://schemas.openxmlformats.org/officeDocument/2006/relationships/customXml" Target="../ink/ink97.xml"/><Relationship Id="rId25" Type="http://schemas.openxmlformats.org/officeDocument/2006/relationships/customXml" Target="../ink/ink101.xml"/><Relationship Id="rId33" Type="http://schemas.openxmlformats.org/officeDocument/2006/relationships/customXml" Target="../ink/ink105.xml"/><Relationship Id="rId38" Type="http://schemas.openxmlformats.org/officeDocument/2006/relationships/image" Target="../media/image105.png"/><Relationship Id="rId46" Type="http://schemas.openxmlformats.org/officeDocument/2006/relationships/image" Target="../media/image109.png"/><Relationship Id="rId59" Type="http://schemas.openxmlformats.org/officeDocument/2006/relationships/customXml" Target="../ink/ink118.xml"/><Relationship Id="rId20" Type="http://schemas.openxmlformats.org/officeDocument/2006/relationships/image" Target="../media/image96.png"/><Relationship Id="rId41" Type="http://schemas.openxmlformats.org/officeDocument/2006/relationships/customXml" Target="../ink/ink109.xml"/><Relationship Id="rId54" Type="http://schemas.openxmlformats.org/officeDocument/2006/relationships/image" Target="../media/image113.png"/><Relationship Id="rId62" Type="http://schemas.openxmlformats.org/officeDocument/2006/relationships/image" Target="../media/image1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9.png"/><Relationship Id="rId15" Type="http://schemas.openxmlformats.org/officeDocument/2006/relationships/customXml" Target="../ink/ink96.xml"/><Relationship Id="rId23" Type="http://schemas.openxmlformats.org/officeDocument/2006/relationships/customXml" Target="../ink/ink100.xml"/><Relationship Id="rId28" Type="http://schemas.openxmlformats.org/officeDocument/2006/relationships/image" Target="../media/image100.png"/><Relationship Id="rId36" Type="http://schemas.openxmlformats.org/officeDocument/2006/relationships/image" Target="../media/image104.png"/><Relationship Id="rId49" Type="http://schemas.openxmlformats.org/officeDocument/2006/relationships/customXml" Target="../ink/ink113.xml"/><Relationship Id="rId57" Type="http://schemas.openxmlformats.org/officeDocument/2006/relationships/customXml" Target="../ink/ink117.xml"/><Relationship Id="rId10" Type="http://schemas.openxmlformats.org/officeDocument/2006/relationships/image" Target="../media/image91.png"/><Relationship Id="rId31" Type="http://schemas.openxmlformats.org/officeDocument/2006/relationships/customXml" Target="../ink/ink104.xml"/><Relationship Id="rId44" Type="http://schemas.openxmlformats.org/officeDocument/2006/relationships/image" Target="../media/image108.png"/><Relationship Id="rId52" Type="http://schemas.openxmlformats.org/officeDocument/2006/relationships/image" Target="../media/image112.png"/><Relationship Id="rId60" Type="http://schemas.openxmlformats.org/officeDocument/2006/relationships/image" Target="../media/image116.png"/><Relationship Id="rId4" Type="http://schemas.openxmlformats.org/officeDocument/2006/relationships/image" Target="../media/image88.png"/><Relationship Id="rId9" Type="http://schemas.openxmlformats.org/officeDocument/2006/relationships/customXml" Target="../ink/ink9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png"/><Relationship Id="rId13" Type="http://schemas.openxmlformats.org/officeDocument/2006/relationships/customXml" Target="../ink/ink126.xml"/><Relationship Id="rId18" Type="http://schemas.openxmlformats.org/officeDocument/2006/relationships/image" Target="../media/image126.png"/><Relationship Id="rId3" Type="http://schemas.openxmlformats.org/officeDocument/2006/relationships/customXml" Target="../ink/ink121.xml"/><Relationship Id="rId21" Type="http://schemas.openxmlformats.org/officeDocument/2006/relationships/customXml" Target="../ink/ink130.xml"/><Relationship Id="rId7" Type="http://schemas.openxmlformats.org/officeDocument/2006/relationships/customXml" Target="../ink/ink123.xml"/><Relationship Id="rId12" Type="http://schemas.openxmlformats.org/officeDocument/2006/relationships/image" Target="../media/image123.png"/><Relationship Id="rId17" Type="http://schemas.openxmlformats.org/officeDocument/2006/relationships/customXml" Target="../ink/ink128.xml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125.png"/><Relationship Id="rId20" Type="http://schemas.openxmlformats.org/officeDocument/2006/relationships/image" Target="../media/image1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0.png"/><Relationship Id="rId11" Type="http://schemas.openxmlformats.org/officeDocument/2006/relationships/customXml" Target="../ink/ink125.xml"/><Relationship Id="rId5" Type="http://schemas.openxmlformats.org/officeDocument/2006/relationships/customXml" Target="../ink/ink122.xml"/><Relationship Id="rId15" Type="http://schemas.openxmlformats.org/officeDocument/2006/relationships/customXml" Target="../ink/ink127.xml"/><Relationship Id="rId10" Type="http://schemas.openxmlformats.org/officeDocument/2006/relationships/image" Target="../media/image122.png"/><Relationship Id="rId19" Type="http://schemas.openxmlformats.org/officeDocument/2006/relationships/customXml" Target="../ink/ink129.xml"/><Relationship Id="rId4" Type="http://schemas.openxmlformats.org/officeDocument/2006/relationships/image" Target="../media/image119.png"/><Relationship Id="rId9" Type="http://schemas.openxmlformats.org/officeDocument/2006/relationships/customXml" Target="../ink/ink124.xml"/><Relationship Id="rId14" Type="http://schemas.openxmlformats.org/officeDocument/2006/relationships/image" Target="../media/image124.png"/><Relationship Id="rId22" Type="http://schemas.openxmlformats.org/officeDocument/2006/relationships/image" Target="../media/image128.png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36.xml"/><Relationship Id="rId18" Type="http://schemas.openxmlformats.org/officeDocument/2006/relationships/image" Target="../media/image136.png"/><Relationship Id="rId26" Type="http://schemas.openxmlformats.org/officeDocument/2006/relationships/image" Target="../media/image140.png"/><Relationship Id="rId39" Type="http://schemas.openxmlformats.org/officeDocument/2006/relationships/customXml" Target="../ink/ink149.xml"/><Relationship Id="rId21" Type="http://schemas.openxmlformats.org/officeDocument/2006/relationships/customXml" Target="../ink/ink140.xml"/><Relationship Id="rId34" Type="http://schemas.openxmlformats.org/officeDocument/2006/relationships/image" Target="../media/image144.png"/><Relationship Id="rId42" Type="http://schemas.openxmlformats.org/officeDocument/2006/relationships/image" Target="../media/image148.png"/><Relationship Id="rId7" Type="http://schemas.openxmlformats.org/officeDocument/2006/relationships/customXml" Target="../ink/ink133.xml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35.png"/><Relationship Id="rId20" Type="http://schemas.openxmlformats.org/officeDocument/2006/relationships/image" Target="../media/image137.png"/><Relationship Id="rId29" Type="http://schemas.openxmlformats.org/officeDocument/2006/relationships/customXml" Target="../ink/ink144.xml"/><Relationship Id="rId41" Type="http://schemas.openxmlformats.org/officeDocument/2006/relationships/customXml" Target="../ink/ink15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0.png"/><Relationship Id="rId11" Type="http://schemas.openxmlformats.org/officeDocument/2006/relationships/customXml" Target="../ink/ink135.xml"/><Relationship Id="rId24" Type="http://schemas.openxmlformats.org/officeDocument/2006/relationships/image" Target="../media/image139.png"/><Relationship Id="rId32" Type="http://schemas.openxmlformats.org/officeDocument/2006/relationships/image" Target="../media/image143.png"/><Relationship Id="rId37" Type="http://schemas.openxmlformats.org/officeDocument/2006/relationships/customXml" Target="../ink/ink148.xml"/><Relationship Id="rId40" Type="http://schemas.openxmlformats.org/officeDocument/2006/relationships/image" Target="../media/image147.png"/><Relationship Id="rId5" Type="http://schemas.openxmlformats.org/officeDocument/2006/relationships/customXml" Target="../ink/ink132.xml"/><Relationship Id="rId15" Type="http://schemas.openxmlformats.org/officeDocument/2006/relationships/customXml" Target="../ink/ink137.xml"/><Relationship Id="rId23" Type="http://schemas.openxmlformats.org/officeDocument/2006/relationships/customXml" Target="../ink/ink141.xml"/><Relationship Id="rId28" Type="http://schemas.openxmlformats.org/officeDocument/2006/relationships/image" Target="../media/image141.png"/><Relationship Id="rId36" Type="http://schemas.openxmlformats.org/officeDocument/2006/relationships/image" Target="../media/image145.png"/><Relationship Id="rId10" Type="http://schemas.openxmlformats.org/officeDocument/2006/relationships/image" Target="../media/image132.png"/><Relationship Id="rId19" Type="http://schemas.openxmlformats.org/officeDocument/2006/relationships/customXml" Target="../ink/ink139.xml"/><Relationship Id="rId31" Type="http://schemas.openxmlformats.org/officeDocument/2006/relationships/customXml" Target="../ink/ink145.xml"/><Relationship Id="rId4" Type="http://schemas.openxmlformats.org/officeDocument/2006/relationships/image" Target="../media/image129.png"/><Relationship Id="rId9" Type="http://schemas.openxmlformats.org/officeDocument/2006/relationships/customXml" Target="../ink/ink134.xml"/><Relationship Id="rId14" Type="http://schemas.openxmlformats.org/officeDocument/2006/relationships/image" Target="../media/image134.png"/><Relationship Id="rId22" Type="http://schemas.openxmlformats.org/officeDocument/2006/relationships/image" Target="../media/image138.png"/><Relationship Id="rId27" Type="http://schemas.openxmlformats.org/officeDocument/2006/relationships/customXml" Target="../ink/ink143.xml"/><Relationship Id="rId30" Type="http://schemas.openxmlformats.org/officeDocument/2006/relationships/image" Target="../media/image142.png"/><Relationship Id="rId35" Type="http://schemas.openxmlformats.org/officeDocument/2006/relationships/customXml" Target="../ink/ink147.xml"/><Relationship Id="rId8" Type="http://schemas.openxmlformats.org/officeDocument/2006/relationships/image" Target="../media/image131.png"/><Relationship Id="rId3" Type="http://schemas.openxmlformats.org/officeDocument/2006/relationships/customXml" Target="../ink/ink131.xml"/><Relationship Id="rId12" Type="http://schemas.openxmlformats.org/officeDocument/2006/relationships/image" Target="../media/image133.png"/><Relationship Id="rId17" Type="http://schemas.openxmlformats.org/officeDocument/2006/relationships/customXml" Target="../ink/ink138.xml"/><Relationship Id="rId25" Type="http://schemas.openxmlformats.org/officeDocument/2006/relationships/customXml" Target="../ink/ink142.xml"/><Relationship Id="rId33" Type="http://schemas.openxmlformats.org/officeDocument/2006/relationships/customXml" Target="../ink/ink146.xml"/><Relationship Id="rId38" Type="http://schemas.openxmlformats.org/officeDocument/2006/relationships/image" Target="../media/image14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1.png"/><Relationship Id="rId13" Type="http://schemas.openxmlformats.org/officeDocument/2006/relationships/customXml" Target="../ink/ink156.xml"/><Relationship Id="rId3" Type="http://schemas.openxmlformats.org/officeDocument/2006/relationships/customXml" Target="../ink/ink151.xml"/><Relationship Id="rId7" Type="http://schemas.openxmlformats.org/officeDocument/2006/relationships/customXml" Target="../ink/ink153.xml"/><Relationship Id="rId12" Type="http://schemas.openxmlformats.org/officeDocument/2006/relationships/image" Target="../media/image153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5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0.png"/><Relationship Id="rId11" Type="http://schemas.openxmlformats.org/officeDocument/2006/relationships/customXml" Target="../ink/ink155.xml"/><Relationship Id="rId5" Type="http://schemas.openxmlformats.org/officeDocument/2006/relationships/customXml" Target="../ink/ink152.xml"/><Relationship Id="rId15" Type="http://schemas.openxmlformats.org/officeDocument/2006/relationships/customXml" Target="../ink/ink157.xml"/><Relationship Id="rId10" Type="http://schemas.openxmlformats.org/officeDocument/2006/relationships/image" Target="../media/image152.png"/><Relationship Id="rId4" Type="http://schemas.openxmlformats.org/officeDocument/2006/relationships/image" Target="../media/image149.png"/><Relationship Id="rId9" Type="http://schemas.openxmlformats.org/officeDocument/2006/relationships/customXml" Target="../ink/ink154.xml"/><Relationship Id="rId14" Type="http://schemas.openxmlformats.org/officeDocument/2006/relationships/image" Target="../media/image15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8.png"/><Relationship Id="rId13" Type="http://schemas.openxmlformats.org/officeDocument/2006/relationships/customXml" Target="../ink/ink163.xml"/><Relationship Id="rId18" Type="http://schemas.openxmlformats.org/officeDocument/2006/relationships/image" Target="../media/image163.png"/><Relationship Id="rId26" Type="http://schemas.openxmlformats.org/officeDocument/2006/relationships/image" Target="../media/image167.png"/><Relationship Id="rId3" Type="http://schemas.openxmlformats.org/officeDocument/2006/relationships/customXml" Target="../ink/ink158.xml"/><Relationship Id="rId21" Type="http://schemas.openxmlformats.org/officeDocument/2006/relationships/customXml" Target="../ink/ink167.xml"/><Relationship Id="rId7" Type="http://schemas.openxmlformats.org/officeDocument/2006/relationships/customXml" Target="../ink/ink160.xml"/><Relationship Id="rId12" Type="http://schemas.openxmlformats.org/officeDocument/2006/relationships/image" Target="../media/image160.png"/><Relationship Id="rId17" Type="http://schemas.openxmlformats.org/officeDocument/2006/relationships/customXml" Target="../ink/ink165.xml"/><Relationship Id="rId25" Type="http://schemas.openxmlformats.org/officeDocument/2006/relationships/customXml" Target="../ink/ink169.xml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162.png"/><Relationship Id="rId20" Type="http://schemas.openxmlformats.org/officeDocument/2006/relationships/image" Target="../media/image16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7.png"/><Relationship Id="rId11" Type="http://schemas.openxmlformats.org/officeDocument/2006/relationships/customXml" Target="../ink/ink162.xml"/><Relationship Id="rId24" Type="http://schemas.openxmlformats.org/officeDocument/2006/relationships/image" Target="../media/image166.png"/><Relationship Id="rId5" Type="http://schemas.openxmlformats.org/officeDocument/2006/relationships/customXml" Target="../ink/ink159.xml"/><Relationship Id="rId15" Type="http://schemas.openxmlformats.org/officeDocument/2006/relationships/customXml" Target="../ink/ink164.xml"/><Relationship Id="rId23" Type="http://schemas.openxmlformats.org/officeDocument/2006/relationships/customXml" Target="../ink/ink168.xml"/><Relationship Id="rId10" Type="http://schemas.openxmlformats.org/officeDocument/2006/relationships/image" Target="../media/image159.png"/><Relationship Id="rId19" Type="http://schemas.openxmlformats.org/officeDocument/2006/relationships/customXml" Target="../ink/ink166.xml"/><Relationship Id="rId4" Type="http://schemas.openxmlformats.org/officeDocument/2006/relationships/image" Target="../media/image156.png"/><Relationship Id="rId9" Type="http://schemas.openxmlformats.org/officeDocument/2006/relationships/customXml" Target="../ink/ink161.xml"/><Relationship Id="rId14" Type="http://schemas.openxmlformats.org/officeDocument/2006/relationships/image" Target="../media/image161.png"/><Relationship Id="rId22" Type="http://schemas.openxmlformats.org/officeDocument/2006/relationships/image" Target="../media/image16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customXml" Target="../ink/ink172.xml"/><Relationship Id="rId13" Type="http://schemas.openxmlformats.org/officeDocument/2006/relationships/image" Target="../media/image172.png"/><Relationship Id="rId18" Type="http://schemas.openxmlformats.org/officeDocument/2006/relationships/customXml" Target="../ink/ink177.xml"/><Relationship Id="rId3" Type="http://schemas.openxmlformats.org/officeDocument/2006/relationships/chart" Target="../charts/chart1.xml"/><Relationship Id="rId7" Type="http://schemas.openxmlformats.org/officeDocument/2006/relationships/image" Target="../media/image169.png"/><Relationship Id="rId12" Type="http://schemas.openxmlformats.org/officeDocument/2006/relationships/customXml" Target="../ink/ink174.xml"/><Relationship Id="rId17" Type="http://schemas.openxmlformats.org/officeDocument/2006/relationships/image" Target="../media/image174.png"/><Relationship Id="rId2" Type="http://schemas.openxmlformats.org/officeDocument/2006/relationships/notesSlide" Target="../notesSlides/notesSlide10.xml"/><Relationship Id="rId16" Type="http://schemas.openxmlformats.org/officeDocument/2006/relationships/customXml" Target="../ink/ink176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71.xml"/><Relationship Id="rId11" Type="http://schemas.openxmlformats.org/officeDocument/2006/relationships/image" Target="../media/image171.png"/><Relationship Id="rId5" Type="http://schemas.openxmlformats.org/officeDocument/2006/relationships/image" Target="../media/image168.png"/><Relationship Id="rId15" Type="http://schemas.openxmlformats.org/officeDocument/2006/relationships/image" Target="../media/image173.png"/><Relationship Id="rId10" Type="http://schemas.openxmlformats.org/officeDocument/2006/relationships/customXml" Target="../ink/ink173.xml"/><Relationship Id="rId19" Type="http://schemas.openxmlformats.org/officeDocument/2006/relationships/image" Target="../media/image175.png"/><Relationship Id="rId4" Type="http://schemas.openxmlformats.org/officeDocument/2006/relationships/customXml" Target="../ink/ink170.xml"/><Relationship Id="rId9" Type="http://schemas.openxmlformats.org/officeDocument/2006/relationships/image" Target="../media/image170.png"/><Relationship Id="rId14" Type="http://schemas.openxmlformats.org/officeDocument/2006/relationships/customXml" Target="../ink/ink175.xml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83.xml"/><Relationship Id="rId18" Type="http://schemas.openxmlformats.org/officeDocument/2006/relationships/image" Target="../media/image182.png"/><Relationship Id="rId26" Type="http://schemas.openxmlformats.org/officeDocument/2006/relationships/image" Target="../media/image186.png"/><Relationship Id="rId39" Type="http://schemas.openxmlformats.org/officeDocument/2006/relationships/customXml" Target="../ink/ink196.xml"/><Relationship Id="rId21" Type="http://schemas.openxmlformats.org/officeDocument/2006/relationships/customXml" Target="../ink/ink187.xml"/><Relationship Id="rId34" Type="http://schemas.openxmlformats.org/officeDocument/2006/relationships/image" Target="../media/image190.png"/><Relationship Id="rId42" Type="http://schemas.openxmlformats.org/officeDocument/2006/relationships/image" Target="../media/image194.png"/><Relationship Id="rId7" Type="http://schemas.openxmlformats.org/officeDocument/2006/relationships/customXml" Target="../ink/ink180.xml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181.png"/><Relationship Id="rId29" Type="http://schemas.openxmlformats.org/officeDocument/2006/relationships/customXml" Target="../ink/ink19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7.png"/><Relationship Id="rId11" Type="http://schemas.openxmlformats.org/officeDocument/2006/relationships/customXml" Target="../ink/ink182.xml"/><Relationship Id="rId24" Type="http://schemas.openxmlformats.org/officeDocument/2006/relationships/image" Target="../media/image185.png"/><Relationship Id="rId32" Type="http://schemas.openxmlformats.org/officeDocument/2006/relationships/image" Target="../media/image189.png"/><Relationship Id="rId37" Type="http://schemas.openxmlformats.org/officeDocument/2006/relationships/customXml" Target="../ink/ink195.xml"/><Relationship Id="rId40" Type="http://schemas.openxmlformats.org/officeDocument/2006/relationships/image" Target="../media/image193.png"/><Relationship Id="rId45" Type="http://schemas.openxmlformats.org/officeDocument/2006/relationships/customXml" Target="../ink/ink199.xml"/><Relationship Id="rId5" Type="http://schemas.openxmlformats.org/officeDocument/2006/relationships/customXml" Target="../ink/ink179.xml"/><Relationship Id="rId15" Type="http://schemas.openxmlformats.org/officeDocument/2006/relationships/customXml" Target="../ink/ink184.xml"/><Relationship Id="rId23" Type="http://schemas.openxmlformats.org/officeDocument/2006/relationships/customXml" Target="../ink/ink188.xml"/><Relationship Id="rId28" Type="http://schemas.openxmlformats.org/officeDocument/2006/relationships/image" Target="../media/image187.png"/><Relationship Id="rId36" Type="http://schemas.openxmlformats.org/officeDocument/2006/relationships/image" Target="../media/image191.png"/><Relationship Id="rId10" Type="http://schemas.openxmlformats.org/officeDocument/2006/relationships/image" Target="../media/image24.png"/><Relationship Id="rId19" Type="http://schemas.openxmlformats.org/officeDocument/2006/relationships/customXml" Target="../ink/ink186.xml"/><Relationship Id="rId31" Type="http://schemas.openxmlformats.org/officeDocument/2006/relationships/customXml" Target="../ink/ink192.xml"/><Relationship Id="rId44" Type="http://schemas.openxmlformats.org/officeDocument/2006/relationships/image" Target="../media/image195.png"/><Relationship Id="rId4" Type="http://schemas.openxmlformats.org/officeDocument/2006/relationships/image" Target="../media/image176.png"/><Relationship Id="rId9" Type="http://schemas.openxmlformats.org/officeDocument/2006/relationships/customXml" Target="../ink/ink181.xml"/><Relationship Id="rId14" Type="http://schemas.openxmlformats.org/officeDocument/2006/relationships/image" Target="../media/image180.png"/><Relationship Id="rId22" Type="http://schemas.openxmlformats.org/officeDocument/2006/relationships/image" Target="../media/image184.png"/><Relationship Id="rId27" Type="http://schemas.openxmlformats.org/officeDocument/2006/relationships/customXml" Target="../ink/ink190.xml"/><Relationship Id="rId30" Type="http://schemas.openxmlformats.org/officeDocument/2006/relationships/image" Target="../media/image188.png"/><Relationship Id="rId35" Type="http://schemas.openxmlformats.org/officeDocument/2006/relationships/customXml" Target="../ink/ink194.xml"/><Relationship Id="rId43" Type="http://schemas.openxmlformats.org/officeDocument/2006/relationships/customXml" Target="../ink/ink198.xml"/><Relationship Id="rId8" Type="http://schemas.openxmlformats.org/officeDocument/2006/relationships/image" Target="../media/image178.png"/><Relationship Id="rId3" Type="http://schemas.openxmlformats.org/officeDocument/2006/relationships/customXml" Target="../ink/ink178.xml"/><Relationship Id="rId12" Type="http://schemas.openxmlformats.org/officeDocument/2006/relationships/image" Target="../media/image179.png"/><Relationship Id="rId17" Type="http://schemas.openxmlformats.org/officeDocument/2006/relationships/customXml" Target="../ink/ink185.xml"/><Relationship Id="rId25" Type="http://schemas.openxmlformats.org/officeDocument/2006/relationships/customXml" Target="../ink/ink189.xml"/><Relationship Id="rId33" Type="http://schemas.openxmlformats.org/officeDocument/2006/relationships/customXml" Target="../ink/ink193.xml"/><Relationship Id="rId38" Type="http://schemas.openxmlformats.org/officeDocument/2006/relationships/image" Target="../media/image192.png"/><Relationship Id="rId46" Type="http://schemas.openxmlformats.org/officeDocument/2006/relationships/image" Target="../media/image196.png"/><Relationship Id="rId20" Type="http://schemas.openxmlformats.org/officeDocument/2006/relationships/image" Target="../media/image183.png"/><Relationship Id="rId41" Type="http://schemas.openxmlformats.org/officeDocument/2006/relationships/customXml" Target="../ink/ink197.xml"/></Relationships>
</file>

<file path=ppt/slides/_rels/slide13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08.png"/><Relationship Id="rId21" Type="http://schemas.openxmlformats.org/officeDocument/2006/relationships/customXml" Target="../ink/ink209.xml"/><Relationship Id="rId42" Type="http://schemas.openxmlformats.org/officeDocument/2006/relationships/image" Target="../media/image215.png"/><Relationship Id="rId47" Type="http://schemas.openxmlformats.org/officeDocument/2006/relationships/customXml" Target="../ink/ink222.xml"/><Relationship Id="rId63" Type="http://schemas.openxmlformats.org/officeDocument/2006/relationships/image" Target="../media/image224.png"/><Relationship Id="rId68" Type="http://schemas.openxmlformats.org/officeDocument/2006/relationships/customXml" Target="../ink/ink233.xml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203.png"/><Relationship Id="rId29" Type="http://schemas.openxmlformats.org/officeDocument/2006/relationships/customXml" Target="../ink/ink213.xml"/><Relationship Id="rId11" Type="http://schemas.openxmlformats.org/officeDocument/2006/relationships/customXml" Target="../ink/ink204.xml"/><Relationship Id="rId24" Type="http://schemas.openxmlformats.org/officeDocument/2006/relationships/image" Target="../media/image207.png"/><Relationship Id="rId32" Type="http://schemas.openxmlformats.org/officeDocument/2006/relationships/image" Target="../media/image211.png"/><Relationship Id="rId37" Type="http://schemas.openxmlformats.org/officeDocument/2006/relationships/customXml" Target="../ink/ink217.xml"/><Relationship Id="rId40" Type="http://schemas.openxmlformats.org/officeDocument/2006/relationships/image" Target="../media/image214.png"/><Relationship Id="rId45" Type="http://schemas.openxmlformats.org/officeDocument/2006/relationships/customXml" Target="../ink/ink221.xml"/><Relationship Id="rId53" Type="http://schemas.openxmlformats.org/officeDocument/2006/relationships/customXml" Target="../ink/ink225.xml"/><Relationship Id="rId58" Type="http://schemas.openxmlformats.org/officeDocument/2006/relationships/customXml" Target="../ink/ink228.xml"/><Relationship Id="rId66" Type="http://schemas.openxmlformats.org/officeDocument/2006/relationships/customXml" Target="../ink/ink232.xml"/><Relationship Id="rId74" Type="http://schemas.openxmlformats.org/officeDocument/2006/relationships/customXml" Target="../ink/ink236.xml"/><Relationship Id="rId5" Type="http://schemas.openxmlformats.org/officeDocument/2006/relationships/customXml" Target="../ink/ink201.xml"/><Relationship Id="rId61" Type="http://schemas.openxmlformats.org/officeDocument/2006/relationships/image" Target="../media/image223.png"/><Relationship Id="rId19" Type="http://schemas.openxmlformats.org/officeDocument/2006/relationships/customXml" Target="../ink/ink208.xml"/><Relationship Id="rId14" Type="http://schemas.openxmlformats.org/officeDocument/2006/relationships/image" Target="../media/image202.png"/><Relationship Id="rId22" Type="http://schemas.openxmlformats.org/officeDocument/2006/relationships/image" Target="../media/image206.png"/><Relationship Id="rId27" Type="http://schemas.openxmlformats.org/officeDocument/2006/relationships/customXml" Target="../ink/ink212.xml"/><Relationship Id="rId30" Type="http://schemas.openxmlformats.org/officeDocument/2006/relationships/image" Target="../media/image210.png"/><Relationship Id="rId35" Type="http://schemas.openxmlformats.org/officeDocument/2006/relationships/customXml" Target="../ink/ink216.xml"/><Relationship Id="rId43" Type="http://schemas.openxmlformats.org/officeDocument/2006/relationships/customXml" Target="../ink/ink220.xml"/><Relationship Id="rId48" Type="http://schemas.openxmlformats.org/officeDocument/2006/relationships/image" Target="../media/image218.png"/><Relationship Id="rId56" Type="http://schemas.openxmlformats.org/officeDocument/2006/relationships/customXml" Target="../ink/ink227.xml"/><Relationship Id="rId64" Type="http://schemas.openxmlformats.org/officeDocument/2006/relationships/customXml" Target="../ink/ink231.xml"/><Relationship Id="rId69" Type="http://schemas.openxmlformats.org/officeDocument/2006/relationships/image" Target="../media/image227.png"/><Relationship Id="rId8" Type="http://schemas.openxmlformats.org/officeDocument/2006/relationships/image" Target="../media/image199.png"/><Relationship Id="rId51" Type="http://schemas.openxmlformats.org/officeDocument/2006/relationships/customXml" Target="../ink/ink224.xml"/><Relationship Id="rId72" Type="http://schemas.openxmlformats.org/officeDocument/2006/relationships/customXml" Target="../ink/ink235.xml"/><Relationship Id="rId3" Type="http://schemas.openxmlformats.org/officeDocument/2006/relationships/customXml" Target="../ink/ink200.xml"/><Relationship Id="rId12" Type="http://schemas.openxmlformats.org/officeDocument/2006/relationships/image" Target="../media/image201.png"/><Relationship Id="rId17" Type="http://schemas.openxmlformats.org/officeDocument/2006/relationships/customXml" Target="../ink/ink207.xml"/><Relationship Id="rId25" Type="http://schemas.openxmlformats.org/officeDocument/2006/relationships/customXml" Target="../ink/ink211.xml"/><Relationship Id="rId33" Type="http://schemas.openxmlformats.org/officeDocument/2006/relationships/customXml" Target="../ink/ink215.xml"/><Relationship Id="rId38" Type="http://schemas.openxmlformats.org/officeDocument/2006/relationships/image" Target="../media/image213.png"/><Relationship Id="rId46" Type="http://schemas.openxmlformats.org/officeDocument/2006/relationships/image" Target="../media/image217.png"/><Relationship Id="rId59" Type="http://schemas.openxmlformats.org/officeDocument/2006/relationships/image" Target="../media/image222.png"/><Relationship Id="rId67" Type="http://schemas.openxmlformats.org/officeDocument/2006/relationships/image" Target="../media/image226.png"/><Relationship Id="rId20" Type="http://schemas.openxmlformats.org/officeDocument/2006/relationships/image" Target="../media/image205.png"/><Relationship Id="rId41" Type="http://schemas.openxmlformats.org/officeDocument/2006/relationships/customXml" Target="../ink/ink219.xml"/><Relationship Id="rId54" Type="http://schemas.openxmlformats.org/officeDocument/2006/relationships/customXml" Target="../ink/ink226.xml"/><Relationship Id="rId62" Type="http://schemas.openxmlformats.org/officeDocument/2006/relationships/customXml" Target="../ink/ink230.xml"/><Relationship Id="rId70" Type="http://schemas.openxmlformats.org/officeDocument/2006/relationships/customXml" Target="../ink/ink234.xml"/><Relationship Id="rId75" Type="http://schemas.openxmlformats.org/officeDocument/2006/relationships/image" Target="../media/image23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8.png"/><Relationship Id="rId15" Type="http://schemas.openxmlformats.org/officeDocument/2006/relationships/customXml" Target="../ink/ink206.xml"/><Relationship Id="rId23" Type="http://schemas.openxmlformats.org/officeDocument/2006/relationships/customXml" Target="../ink/ink210.xml"/><Relationship Id="rId28" Type="http://schemas.openxmlformats.org/officeDocument/2006/relationships/image" Target="../media/image209.png"/><Relationship Id="rId36" Type="http://schemas.openxmlformats.org/officeDocument/2006/relationships/image" Target="../media/image212.png"/><Relationship Id="rId49" Type="http://schemas.openxmlformats.org/officeDocument/2006/relationships/customXml" Target="../ink/ink223.xml"/><Relationship Id="rId57" Type="http://schemas.openxmlformats.org/officeDocument/2006/relationships/image" Target="../media/image221.png"/><Relationship Id="rId10" Type="http://schemas.openxmlformats.org/officeDocument/2006/relationships/image" Target="../media/image200.png"/><Relationship Id="rId31" Type="http://schemas.openxmlformats.org/officeDocument/2006/relationships/customXml" Target="../ink/ink214.xml"/><Relationship Id="rId44" Type="http://schemas.openxmlformats.org/officeDocument/2006/relationships/image" Target="../media/image216.png"/><Relationship Id="rId52" Type="http://schemas.openxmlformats.org/officeDocument/2006/relationships/image" Target="../media/image12.png"/><Relationship Id="rId60" Type="http://schemas.openxmlformats.org/officeDocument/2006/relationships/customXml" Target="../ink/ink229.xml"/><Relationship Id="rId65" Type="http://schemas.openxmlformats.org/officeDocument/2006/relationships/image" Target="../media/image225.png"/><Relationship Id="rId73" Type="http://schemas.openxmlformats.org/officeDocument/2006/relationships/image" Target="../media/image229.png"/><Relationship Id="rId4" Type="http://schemas.openxmlformats.org/officeDocument/2006/relationships/image" Target="../media/image197.png"/><Relationship Id="rId9" Type="http://schemas.openxmlformats.org/officeDocument/2006/relationships/customXml" Target="../ink/ink203.xml"/><Relationship Id="rId13" Type="http://schemas.openxmlformats.org/officeDocument/2006/relationships/customXml" Target="../ink/ink205.xml"/><Relationship Id="rId18" Type="http://schemas.openxmlformats.org/officeDocument/2006/relationships/image" Target="../media/image204.png"/><Relationship Id="rId39" Type="http://schemas.openxmlformats.org/officeDocument/2006/relationships/customXml" Target="../ink/ink218.xml"/><Relationship Id="rId34" Type="http://schemas.openxmlformats.org/officeDocument/2006/relationships/image" Target="../media/image24.png"/><Relationship Id="rId50" Type="http://schemas.openxmlformats.org/officeDocument/2006/relationships/image" Target="../media/image219.png"/><Relationship Id="rId55" Type="http://schemas.openxmlformats.org/officeDocument/2006/relationships/image" Target="../media/image220.png"/><Relationship Id="rId7" Type="http://schemas.openxmlformats.org/officeDocument/2006/relationships/customXml" Target="../ink/ink202.xml"/><Relationship Id="rId71" Type="http://schemas.openxmlformats.org/officeDocument/2006/relationships/image" Target="../media/image228.png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customXml" Target="../ink/ink242.xml"/><Relationship Id="rId18" Type="http://schemas.openxmlformats.org/officeDocument/2006/relationships/image" Target="../media/image238.png"/><Relationship Id="rId26" Type="http://schemas.openxmlformats.org/officeDocument/2006/relationships/image" Target="../media/image242.png"/><Relationship Id="rId39" Type="http://schemas.openxmlformats.org/officeDocument/2006/relationships/customXml" Target="../ink/ink255.xml"/><Relationship Id="rId21" Type="http://schemas.openxmlformats.org/officeDocument/2006/relationships/customXml" Target="../ink/ink246.xml"/><Relationship Id="rId34" Type="http://schemas.openxmlformats.org/officeDocument/2006/relationships/image" Target="../media/image246.png"/><Relationship Id="rId7" Type="http://schemas.openxmlformats.org/officeDocument/2006/relationships/customXml" Target="../ink/ink239.xml"/><Relationship Id="rId12" Type="http://schemas.openxmlformats.org/officeDocument/2006/relationships/image" Target="../media/image235.png"/><Relationship Id="rId17" Type="http://schemas.openxmlformats.org/officeDocument/2006/relationships/customXml" Target="../ink/ink244.xml"/><Relationship Id="rId25" Type="http://schemas.openxmlformats.org/officeDocument/2006/relationships/customXml" Target="../ink/ink248.xml"/><Relationship Id="rId33" Type="http://schemas.openxmlformats.org/officeDocument/2006/relationships/customXml" Target="../ink/ink252.xml"/><Relationship Id="rId38" Type="http://schemas.openxmlformats.org/officeDocument/2006/relationships/image" Target="../media/image248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237.png"/><Relationship Id="rId20" Type="http://schemas.openxmlformats.org/officeDocument/2006/relationships/image" Target="../media/image239.png"/><Relationship Id="rId29" Type="http://schemas.openxmlformats.org/officeDocument/2006/relationships/customXml" Target="../ink/ink25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2.png"/><Relationship Id="rId11" Type="http://schemas.openxmlformats.org/officeDocument/2006/relationships/customXml" Target="../ink/ink241.xml"/><Relationship Id="rId24" Type="http://schemas.openxmlformats.org/officeDocument/2006/relationships/image" Target="../media/image241.png"/><Relationship Id="rId32" Type="http://schemas.openxmlformats.org/officeDocument/2006/relationships/image" Target="../media/image245.png"/><Relationship Id="rId37" Type="http://schemas.openxmlformats.org/officeDocument/2006/relationships/customXml" Target="../ink/ink254.xml"/><Relationship Id="rId40" Type="http://schemas.openxmlformats.org/officeDocument/2006/relationships/image" Target="../media/image249.png"/><Relationship Id="rId5" Type="http://schemas.openxmlformats.org/officeDocument/2006/relationships/customXml" Target="../ink/ink238.xml"/><Relationship Id="rId15" Type="http://schemas.openxmlformats.org/officeDocument/2006/relationships/customXml" Target="../ink/ink243.xml"/><Relationship Id="rId23" Type="http://schemas.openxmlformats.org/officeDocument/2006/relationships/customXml" Target="../ink/ink247.xml"/><Relationship Id="rId28" Type="http://schemas.openxmlformats.org/officeDocument/2006/relationships/image" Target="../media/image243.png"/><Relationship Id="rId36" Type="http://schemas.openxmlformats.org/officeDocument/2006/relationships/image" Target="../media/image247.png"/><Relationship Id="rId10" Type="http://schemas.openxmlformats.org/officeDocument/2006/relationships/image" Target="../media/image234.png"/><Relationship Id="rId19" Type="http://schemas.openxmlformats.org/officeDocument/2006/relationships/customXml" Target="../ink/ink245.xml"/><Relationship Id="rId31" Type="http://schemas.openxmlformats.org/officeDocument/2006/relationships/customXml" Target="../ink/ink251.xml"/><Relationship Id="rId4" Type="http://schemas.openxmlformats.org/officeDocument/2006/relationships/image" Target="../media/image231.png"/><Relationship Id="rId9" Type="http://schemas.openxmlformats.org/officeDocument/2006/relationships/customXml" Target="../ink/ink240.xml"/><Relationship Id="rId14" Type="http://schemas.openxmlformats.org/officeDocument/2006/relationships/image" Target="../media/image236.png"/><Relationship Id="rId22" Type="http://schemas.openxmlformats.org/officeDocument/2006/relationships/image" Target="../media/image240.png"/><Relationship Id="rId27" Type="http://schemas.openxmlformats.org/officeDocument/2006/relationships/customXml" Target="../ink/ink249.xml"/><Relationship Id="rId30" Type="http://schemas.openxmlformats.org/officeDocument/2006/relationships/image" Target="../media/image244.png"/><Relationship Id="rId35" Type="http://schemas.openxmlformats.org/officeDocument/2006/relationships/customXml" Target="../ink/ink253.xml"/><Relationship Id="rId8" Type="http://schemas.openxmlformats.org/officeDocument/2006/relationships/image" Target="../media/image233.png"/><Relationship Id="rId3" Type="http://schemas.openxmlformats.org/officeDocument/2006/relationships/customXml" Target="../ink/ink237.xml"/></Relationships>
</file>

<file path=ppt/slides/_rels/slide15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313.xml"/><Relationship Id="rId21" Type="http://schemas.openxmlformats.org/officeDocument/2006/relationships/customXml" Target="../ink/ink265.xml"/><Relationship Id="rId42" Type="http://schemas.openxmlformats.org/officeDocument/2006/relationships/image" Target="../media/image268.png"/><Relationship Id="rId63" Type="http://schemas.openxmlformats.org/officeDocument/2006/relationships/customXml" Target="../ink/ink286.xml"/><Relationship Id="rId84" Type="http://schemas.openxmlformats.org/officeDocument/2006/relationships/image" Target="../media/image289.png"/><Relationship Id="rId16" Type="http://schemas.openxmlformats.org/officeDocument/2006/relationships/image" Target="../media/image255.png"/><Relationship Id="rId107" Type="http://schemas.openxmlformats.org/officeDocument/2006/relationships/customXml" Target="../ink/ink308.xml"/><Relationship Id="rId11" Type="http://schemas.openxmlformats.org/officeDocument/2006/relationships/customXml" Target="../ink/ink260.xml"/><Relationship Id="rId32" Type="http://schemas.openxmlformats.org/officeDocument/2006/relationships/image" Target="../media/image263.png"/><Relationship Id="rId37" Type="http://schemas.openxmlformats.org/officeDocument/2006/relationships/customXml" Target="../ink/ink273.xml"/><Relationship Id="rId53" Type="http://schemas.openxmlformats.org/officeDocument/2006/relationships/customXml" Target="../ink/ink281.xml"/><Relationship Id="rId58" Type="http://schemas.openxmlformats.org/officeDocument/2006/relationships/image" Target="../media/image276.png"/><Relationship Id="rId74" Type="http://schemas.openxmlformats.org/officeDocument/2006/relationships/image" Target="../media/image284.png"/><Relationship Id="rId79" Type="http://schemas.openxmlformats.org/officeDocument/2006/relationships/customXml" Target="../ink/ink294.xml"/><Relationship Id="rId102" Type="http://schemas.openxmlformats.org/officeDocument/2006/relationships/image" Target="../media/image298.png"/><Relationship Id="rId123" Type="http://schemas.openxmlformats.org/officeDocument/2006/relationships/customXml" Target="../ink/ink316.xml"/><Relationship Id="rId128" Type="http://schemas.openxmlformats.org/officeDocument/2006/relationships/image" Target="../media/image311.png"/><Relationship Id="rId5" Type="http://schemas.openxmlformats.org/officeDocument/2006/relationships/customXml" Target="../ink/ink257.xml"/><Relationship Id="rId90" Type="http://schemas.openxmlformats.org/officeDocument/2006/relationships/image" Target="../media/image292.png"/><Relationship Id="rId95" Type="http://schemas.openxmlformats.org/officeDocument/2006/relationships/customXml" Target="../ink/ink302.xml"/><Relationship Id="rId22" Type="http://schemas.openxmlformats.org/officeDocument/2006/relationships/image" Target="../media/image258.png"/><Relationship Id="rId27" Type="http://schemas.openxmlformats.org/officeDocument/2006/relationships/customXml" Target="../ink/ink268.xml"/><Relationship Id="rId43" Type="http://schemas.openxmlformats.org/officeDocument/2006/relationships/customXml" Target="../ink/ink276.xml"/><Relationship Id="rId48" Type="http://schemas.openxmlformats.org/officeDocument/2006/relationships/image" Target="../media/image271.png"/><Relationship Id="rId64" Type="http://schemas.openxmlformats.org/officeDocument/2006/relationships/image" Target="../media/image279.png"/><Relationship Id="rId69" Type="http://schemas.openxmlformats.org/officeDocument/2006/relationships/customXml" Target="../ink/ink289.xml"/><Relationship Id="rId113" Type="http://schemas.openxmlformats.org/officeDocument/2006/relationships/customXml" Target="../ink/ink311.xml"/><Relationship Id="rId118" Type="http://schemas.openxmlformats.org/officeDocument/2006/relationships/image" Target="../media/image306.png"/><Relationship Id="rId134" Type="http://schemas.openxmlformats.org/officeDocument/2006/relationships/image" Target="../media/image314.png"/><Relationship Id="rId80" Type="http://schemas.openxmlformats.org/officeDocument/2006/relationships/image" Target="../media/image287.png"/><Relationship Id="rId85" Type="http://schemas.openxmlformats.org/officeDocument/2006/relationships/customXml" Target="../ink/ink297.xml"/><Relationship Id="rId12" Type="http://schemas.openxmlformats.org/officeDocument/2006/relationships/image" Target="../media/image253.png"/><Relationship Id="rId17" Type="http://schemas.openxmlformats.org/officeDocument/2006/relationships/customXml" Target="../ink/ink263.xml"/><Relationship Id="rId33" Type="http://schemas.openxmlformats.org/officeDocument/2006/relationships/customXml" Target="../ink/ink271.xml"/><Relationship Id="rId38" Type="http://schemas.openxmlformats.org/officeDocument/2006/relationships/image" Target="../media/image266.png"/><Relationship Id="rId59" Type="http://schemas.openxmlformats.org/officeDocument/2006/relationships/customXml" Target="../ink/ink284.xml"/><Relationship Id="rId103" Type="http://schemas.openxmlformats.org/officeDocument/2006/relationships/customXml" Target="../ink/ink306.xml"/><Relationship Id="rId108" Type="http://schemas.openxmlformats.org/officeDocument/2006/relationships/image" Target="../media/image301.png"/><Relationship Id="rId124" Type="http://schemas.openxmlformats.org/officeDocument/2006/relationships/image" Target="../media/image309.png"/><Relationship Id="rId129" Type="http://schemas.openxmlformats.org/officeDocument/2006/relationships/customXml" Target="../ink/ink319.xml"/><Relationship Id="rId54" Type="http://schemas.openxmlformats.org/officeDocument/2006/relationships/image" Target="../media/image274.png"/><Relationship Id="rId70" Type="http://schemas.openxmlformats.org/officeDocument/2006/relationships/image" Target="../media/image282.png"/><Relationship Id="rId75" Type="http://schemas.openxmlformats.org/officeDocument/2006/relationships/customXml" Target="../ink/ink292.xml"/><Relationship Id="rId91" Type="http://schemas.openxmlformats.org/officeDocument/2006/relationships/customXml" Target="../ink/ink300.xml"/><Relationship Id="rId96" Type="http://schemas.openxmlformats.org/officeDocument/2006/relationships/image" Target="../media/image29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0.png"/><Relationship Id="rId23" Type="http://schemas.openxmlformats.org/officeDocument/2006/relationships/customXml" Target="../ink/ink266.xml"/><Relationship Id="rId28" Type="http://schemas.openxmlformats.org/officeDocument/2006/relationships/image" Target="../media/image261.png"/><Relationship Id="rId49" Type="http://schemas.openxmlformats.org/officeDocument/2006/relationships/customXml" Target="../ink/ink279.xml"/><Relationship Id="rId114" Type="http://schemas.openxmlformats.org/officeDocument/2006/relationships/image" Target="../media/image304.png"/><Relationship Id="rId119" Type="http://schemas.openxmlformats.org/officeDocument/2006/relationships/customXml" Target="../ink/ink314.xml"/><Relationship Id="rId44" Type="http://schemas.openxmlformats.org/officeDocument/2006/relationships/image" Target="../media/image269.png"/><Relationship Id="rId60" Type="http://schemas.openxmlformats.org/officeDocument/2006/relationships/image" Target="../media/image277.png"/><Relationship Id="rId65" Type="http://schemas.openxmlformats.org/officeDocument/2006/relationships/customXml" Target="../ink/ink287.xml"/><Relationship Id="rId81" Type="http://schemas.openxmlformats.org/officeDocument/2006/relationships/customXml" Target="../ink/ink295.xml"/><Relationship Id="rId86" Type="http://schemas.openxmlformats.org/officeDocument/2006/relationships/image" Target="../media/image290.png"/><Relationship Id="rId130" Type="http://schemas.openxmlformats.org/officeDocument/2006/relationships/image" Target="../media/image312.png"/><Relationship Id="rId135" Type="http://schemas.openxmlformats.org/officeDocument/2006/relationships/customXml" Target="../ink/ink322.xml"/><Relationship Id="rId13" Type="http://schemas.openxmlformats.org/officeDocument/2006/relationships/customXml" Target="../ink/ink261.xml"/><Relationship Id="rId18" Type="http://schemas.openxmlformats.org/officeDocument/2006/relationships/image" Target="../media/image256.png"/><Relationship Id="rId39" Type="http://schemas.openxmlformats.org/officeDocument/2006/relationships/customXml" Target="../ink/ink274.xml"/><Relationship Id="rId109" Type="http://schemas.openxmlformats.org/officeDocument/2006/relationships/customXml" Target="../ink/ink309.xml"/><Relationship Id="rId34" Type="http://schemas.openxmlformats.org/officeDocument/2006/relationships/image" Target="../media/image264.png"/><Relationship Id="rId50" Type="http://schemas.openxmlformats.org/officeDocument/2006/relationships/image" Target="../media/image272.png"/><Relationship Id="rId55" Type="http://schemas.openxmlformats.org/officeDocument/2006/relationships/customXml" Target="../ink/ink282.xml"/><Relationship Id="rId76" Type="http://schemas.openxmlformats.org/officeDocument/2006/relationships/image" Target="../media/image285.png"/><Relationship Id="rId97" Type="http://schemas.openxmlformats.org/officeDocument/2006/relationships/customXml" Target="../ink/ink303.xml"/><Relationship Id="rId104" Type="http://schemas.openxmlformats.org/officeDocument/2006/relationships/image" Target="../media/image299.png"/><Relationship Id="rId120" Type="http://schemas.openxmlformats.org/officeDocument/2006/relationships/image" Target="../media/image307.png"/><Relationship Id="rId125" Type="http://schemas.openxmlformats.org/officeDocument/2006/relationships/customXml" Target="../ink/ink317.xml"/><Relationship Id="rId7" Type="http://schemas.openxmlformats.org/officeDocument/2006/relationships/customXml" Target="../ink/ink258.xml"/><Relationship Id="rId71" Type="http://schemas.openxmlformats.org/officeDocument/2006/relationships/customXml" Target="../ink/ink290.xml"/><Relationship Id="rId92" Type="http://schemas.openxmlformats.org/officeDocument/2006/relationships/image" Target="../media/image293.png"/><Relationship Id="rId2" Type="http://schemas.openxmlformats.org/officeDocument/2006/relationships/notesSlide" Target="../notesSlides/notesSlide14.xml"/><Relationship Id="rId29" Type="http://schemas.openxmlformats.org/officeDocument/2006/relationships/customXml" Target="../ink/ink269.xml"/><Relationship Id="rId24" Type="http://schemas.openxmlformats.org/officeDocument/2006/relationships/image" Target="../media/image259.png"/><Relationship Id="rId40" Type="http://schemas.openxmlformats.org/officeDocument/2006/relationships/image" Target="../media/image267.png"/><Relationship Id="rId45" Type="http://schemas.openxmlformats.org/officeDocument/2006/relationships/customXml" Target="../ink/ink277.xml"/><Relationship Id="rId66" Type="http://schemas.openxmlformats.org/officeDocument/2006/relationships/image" Target="../media/image280.png"/><Relationship Id="rId87" Type="http://schemas.openxmlformats.org/officeDocument/2006/relationships/customXml" Target="../ink/ink298.xml"/><Relationship Id="rId110" Type="http://schemas.openxmlformats.org/officeDocument/2006/relationships/image" Target="../media/image302.png"/><Relationship Id="rId115" Type="http://schemas.openxmlformats.org/officeDocument/2006/relationships/customXml" Target="../ink/ink312.xml"/><Relationship Id="rId131" Type="http://schemas.openxmlformats.org/officeDocument/2006/relationships/customXml" Target="../ink/ink320.xml"/><Relationship Id="rId136" Type="http://schemas.openxmlformats.org/officeDocument/2006/relationships/image" Target="../media/image315.png"/><Relationship Id="rId61" Type="http://schemas.openxmlformats.org/officeDocument/2006/relationships/customXml" Target="../ink/ink285.xml"/><Relationship Id="rId82" Type="http://schemas.openxmlformats.org/officeDocument/2006/relationships/image" Target="../media/image288.png"/><Relationship Id="rId19" Type="http://schemas.openxmlformats.org/officeDocument/2006/relationships/customXml" Target="../ink/ink264.xml"/><Relationship Id="rId14" Type="http://schemas.openxmlformats.org/officeDocument/2006/relationships/image" Target="../media/image254.png"/><Relationship Id="rId30" Type="http://schemas.openxmlformats.org/officeDocument/2006/relationships/image" Target="../media/image262.png"/><Relationship Id="rId35" Type="http://schemas.openxmlformats.org/officeDocument/2006/relationships/customXml" Target="../ink/ink272.xml"/><Relationship Id="rId56" Type="http://schemas.openxmlformats.org/officeDocument/2006/relationships/image" Target="../media/image275.png"/><Relationship Id="rId77" Type="http://schemas.openxmlformats.org/officeDocument/2006/relationships/customXml" Target="../ink/ink293.xml"/><Relationship Id="rId100" Type="http://schemas.openxmlformats.org/officeDocument/2006/relationships/image" Target="../media/image297.png"/><Relationship Id="rId105" Type="http://schemas.openxmlformats.org/officeDocument/2006/relationships/customXml" Target="../ink/ink307.xml"/><Relationship Id="rId126" Type="http://schemas.openxmlformats.org/officeDocument/2006/relationships/image" Target="../media/image310.png"/><Relationship Id="rId8" Type="http://schemas.openxmlformats.org/officeDocument/2006/relationships/image" Target="../media/image251.png"/><Relationship Id="rId51" Type="http://schemas.openxmlformats.org/officeDocument/2006/relationships/customXml" Target="../ink/ink280.xml"/><Relationship Id="rId72" Type="http://schemas.openxmlformats.org/officeDocument/2006/relationships/image" Target="../media/image283.png"/><Relationship Id="rId93" Type="http://schemas.openxmlformats.org/officeDocument/2006/relationships/customXml" Target="../ink/ink301.xml"/><Relationship Id="rId98" Type="http://schemas.openxmlformats.org/officeDocument/2006/relationships/image" Target="../media/image296.png"/><Relationship Id="rId121" Type="http://schemas.openxmlformats.org/officeDocument/2006/relationships/customXml" Target="../ink/ink315.xml"/><Relationship Id="rId3" Type="http://schemas.openxmlformats.org/officeDocument/2006/relationships/customXml" Target="../ink/ink256.xml"/><Relationship Id="rId25" Type="http://schemas.openxmlformats.org/officeDocument/2006/relationships/customXml" Target="../ink/ink267.xml"/><Relationship Id="rId46" Type="http://schemas.openxmlformats.org/officeDocument/2006/relationships/image" Target="../media/image270.png"/><Relationship Id="rId67" Type="http://schemas.openxmlformats.org/officeDocument/2006/relationships/customXml" Target="../ink/ink288.xml"/><Relationship Id="rId116" Type="http://schemas.openxmlformats.org/officeDocument/2006/relationships/image" Target="../media/image305.png"/><Relationship Id="rId20" Type="http://schemas.openxmlformats.org/officeDocument/2006/relationships/image" Target="../media/image257.png"/><Relationship Id="rId41" Type="http://schemas.openxmlformats.org/officeDocument/2006/relationships/customXml" Target="../ink/ink275.xml"/><Relationship Id="rId62" Type="http://schemas.openxmlformats.org/officeDocument/2006/relationships/image" Target="../media/image278.png"/><Relationship Id="rId83" Type="http://schemas.openxmlformats.org/officeDocument/2006/relationships/customXml" Target="../ink/ink296.xml"/><Relationship Id="rId88" Type="http://schemas.openxmlformats.org/officeDocument/2006/relationships/image" Target="../media/image291.png"/><Relationship Id="rId111" Type="http://schemas.openxmlformats.org/officeDocument/2006/relationships/customXml" Target="../ink/ink310.xml"/><Relationship Id="rId132" Type="http://schemas.openxmlformats.org/officeDocument/2006/relationships/image" Target="../media/image313.png"/><Relationship Id="rId15" Type="http://schemas.openxmlformats.org/officeDocument/2006/relationships/customXml" Target="../ink/ink262.xml"/><Relationship Id="rId36" Type="http://schemas.openxmlformats.org/officeDocument/2006/relationships/image" Target="../media/image265.png"/><Relationship Id="rId57" Type="http://schemas.openxmlformats.org/officeDocument/2006/relationships/customXml" Target="../ink/ink283.xml"/><Relationship Id="rId106" Type="http://schemas.openxmlformats.org/officeDocument/2006/relationships/image" Target="../media/image300.png"/><Relationship Id="rId127" Type="http://schemas.openxmlformats.org/officeDocument/2006/relationships/customXml" Target="../ink/ink318.xml"/><Relationship Id="rId10" Type="http://schemas.openxmlformats.org/officeDocument/2006/relationships/image" Target="../media/image252.png"/><Relationship Id="rId31" Type="http://schemas.openxmlformats.org/officeDocument/2006/relationships/customXml" Target="../ink/ink270.xml"/><Relationship Id="rId52" Type="http://schemas.openxmlformats.org/officeDocument/2006/relationships/image" Target="../media/image273.png"/><Relationship Id="rId73" Type="http://schemas.openxmlformats.org/officeDocument/2006/relationships/customXml" Target="../ink/ink291.xml"/><Relationship Id="rId78" Type="http://schemas.openxmlformats.org/officeDocument/2006/relationships/image" Target="../media/image286.png"/><Relationship Id="rId94" Type="http://schemas.openxmlformats.org/officeDocument/2006/relationships/image" Target="../media/image294.png"/><Relationship Id="rId99" Type="http://schemas.openxmlformats.org/officeDocument/2006/relationships/customXml" Target="../ink/ink304.xml"/><Relationship Id="rId101" Type="http://schemas.openxmlformats.org/officeDocument/2006/relationships/customXml" Target="../ink/ink305.xml"/><Relationship Id="rId122" Type="http://schemas.openxmlformats.org/officeDocument/2006/relationships/image" Target="../media/image308.png"/><Relationship Id="rId4" Type="http://schemas.openxmlformats.org/officeDocument/2006/relationships/image" Target="../media/image24.png"/><Relationship Id="rId9" Type="http://schemas.openxmlformats.org/officeDocument/2006/relationships/customXml" Target="../ink/ink259.xml"/><Relationship Id="rId26" Type="http://schemas.openxmlformats.org/officeDocument/2006/relationships/image" Target="../media/image260.png"/><Relationship Id="rId47" Type="http://schemas.openxmlformats.org/officeDocument/2006/relationships/customXml" Target="../ink/ink278.xml"/><Relationship Id="rId68" Type="http://schemas.openxmlformats.org/officeDocument/2006/relationships/image" Target="../media/image281.png"/><Relationship Id="rId89" Type="http://schemas.openxmlformats.org/officeDocument/2006/relationships/customXml" Target="../ink/ink299.xml"/><Relationship Id="rId112" Type="http://schemas.openxmlformats.org/officeDocument/2006/relationships/image" Target="../media/image303.png"/><Relationship Id="rId133" Type="http://schemas.openxmlformats.org/officeDocument/2006/relationships/customXml" Target="../ink/ink321.xml"/></Relationships>
</file>

<file path=ppt/slides/_rels/slide16.xml.rels><?xml version="1.0" encoding="UTF-8" standalone="yes"?>
<Relationships xmlns="http://schemas.openxmlformats.org/package/2006/relationships"><Relationship Id="rId26" Type="http://schemas.openxmlformats.org/officeDocument/2006/relationships/customXml" Target="../ink/ink335.xml"/><Relationship Id="rId21" Type="http://schemas.openxmlformats.org/officeDocument/2006/relationships/image" Target="../media/image325.png"/><Relationship Id="rId42" Type="http://schemas.openxmlformats.org/officeDocument/2006/relationships/customXml" Target="../ink/ink343.xml"/><Relationship Id="rId47" Type="http://schemas.openxmlformats.org/officeDocument/2006/relationships/customXml" Target="../ink/ink346.xml"/><Relationship Id="rId63" Type="http://schemas.openxmlformats.org/officeDocument/2006/relationships/customXml" Target="../ink/ink354.xml"/><Relationship Id="rId68" Type="http://schemas.openxmlformats.org/officeDocument/2006/relationships/image" Target="../media/image347.png"/><Relationship Id="rId84" Type="http://schemas.openxmlformats.org/officeDocument/2006/relationships/customXml" Target="../ink/ink365.xml"/><Relationship Id="rId89" Type="http://schemas.openxmlformats.org/officeDocument/2006/relationships/image" Target="../media/image356.png"/><Relationship Id="rId16" Type="http://schemas.openxmlformats.org/officeDocument/2006/relationships/customXml" Target="../ink/ink330.xml"/><Relationship Id="rId11" Type="http://schemas.openxmlformats.org/officeDocument/2006/relationships/image" Target="../media/image320.png"/><Relationship Id="rId32" Type="http://schemas.openxmlformats.org/officeDocument/2006/relationships/customXml" Target="../ink/ink338.xml"/><Relationship Id="rId37" Type="http://schemas.openxmlformats.org/officeDocument/2006/relationships/image" Target="../media/image333.png"/><Relationship Id="rId53" Type="http://schemas.openxmlformats.org/officeDocument/2006/relationships/customXml" Target="../ink/ink349.xml"/><Relationship Id="rId58" Type="http://schemas.openxmlformats.org/officeDocument/2006/relationships/image" Target="../media/image342.png"/><Relationship Id="rId74" Type="http://schemas.openxmlformats.org/officeDocument/2006/relationships/customXml" Target="../ink/ink360.xml"/><Relationship Id="rId79" Type="http://schemas.openxmlformats.org/officeDocument/2006/relationships/image" Target="../media/image351.png"/><Relationship Id="rId5" Type="http://schemas.openxmlformats.org/officeDocument/2006/relationships/image" Target="../media/image317.png"/><Relationship Id="rId90" Type="http://schemas.openxmlformats.org/officeDocument/2006/relationships/customXml" Target="../ink/ink368.xml"/><Relationship Id="rId95" Type="http://schemas.openxmlformats.org/officeDocument/2006/relationships/image" Target="../media/image359.png"/><Relationship Id="rId22" Type="http://schemas.openxmlformats.org/officeDocument/2006/relationships/customXml" Target="../ink/ink333.xml"/><Relationship Id="rId27" Type="http://schemas.openxmlformats.org/officeDocument/2006/relationships/image" Target="../media/image328.png"/><Relationship Id="rId43" Type="http://schemas.openxmlformats.org/officeDocument/2006/relationships/image" Target="../media/image336.png"/><Relationship Id="rId48" Type="http://schemas.openxmlformats.org/officeDocument/2006/relationships/image" Target="../media/image337.png"/><Relationship Id="rId64" Type="http://schemas.openxmlformats.org/officeDocument/2006/relationships/image" Target="../media/image345.png"/><Relationship Id="rId69" Type="http://schemas.openxmlformats.org/officeDocument/2006/relationships/customXml" Target="../ink/ink357.xml"/><Relationship Id="rId8" Type="http://schemas.openxmlformats.org/officeDocument/2006/relationships/customXml" Target="../ink/ink326.xml"/><Relationship Id="rId51" Type="http://schemas.openxmlformats.org/officeDocument/2006/relationships/customXml" Target="../ink/ink348.xml"/><Relationship Id="rId72" Type="http://schemas.openxmlformats.org/officeDocument/2006/relationships/image" Target="../media/image349.png"/><Relationship Id="rId80" Type="http://schemas.openxmlformats.org/officeDocument/2006/relationships/customXml" Target="../ink/ink363.xml"/><Relationship Id="rId85" Type="http://schemas.openxmlformats.org/officeDocument/2006/relationships/image" Target="../media/image354.png"/><Relationship Id="rId93" Type="http://schemas.openxmlformats.org/officeDocument/2006/relationships/image" Target="../media/image358.png"/><Relationship Id="rId3" Type="http://schemas.openxmlformats.org/officeDocument/2006/relationships/image" Target="../media/image316.png"/><Relationship Id="rId12" Type="http://schemas.openxmlformats.org/officeDocument/2006/relationships/customXml" Target="../ink/ink328.xml"/><Relationship Id="rId17" Type="http://schemas.openxmlformats.org/officeDocument/2006/relationships/image" Target="../media/image323.png"/><Relationship Id="rId25" Type="http://schemas.openxmlformats.org/officeDocument/2006/relationships/image" Target="../media/image327.png"/><Relationship Id="rId33" Type="http://schemas.openxmlformats.org/officeDocument/2006/relationships/image" Target="../media/image331.png"/><Relationship Id="rId38" Type="http://schemas.openxmlformats.org/officeDocument/2006/relationships/customXml" Target="../ink/ink341.xml"/><Relationship Id="rId46" Type="http://schemas.openxmlformats.org/officeDocument/2006/relationships/customXml" Target="../ink/ink345.xml"/><Relationship Id="rId59" Type="http://schemas.openxmlformats.org/officeDocument/2006/relationships/customXml" Target="../ink/ink352.xml"/><Relationship Id="rId67" Type="http://schemas.openxmlformats.org/officeDocument/2006/relationships/customXml" Target="../ink/ink356.xml"/><Relationship Id="rId20" Type="http://schemas.openxmlformats.org/officeDocument/2006/relationships/customXml" Target="../ink/ink332.xml"/><Relationship Id="rId41" Type="http://schemas.openxmlformats.org/officeDocument/2006/relationships/image" Target="../media/image335.png"/><Relationship Id="rId54" Type="http://schemas.openxmlformats.org/officeDocument/2006/relationships/image" Target="../media/image340.png"/><Relationship Id="rId62" Type="http://schemas.openxmlformats.org/officeDocument/2006/relationships/image" Target="../media/image344.png"/><Relationship Id="rId70" Type="http://schemas.openxmlformats.org/officeDocument/2006/relationships/image" Target="../media/image348.png"/><Relationship Id="rId75" Type="http://schemas.openxmlformats.org/officeDocument/2006/relationships/image" Target="../media/image100.png"/><Relationship Id="rId83" Type="http://schemas.openxmlformats.org/officeDocument/2006/relationships/image" Target="../media/image353.png"/><Relationship Id="rId88" Type="http://schemas.openxmlformats.org/officeDocument/2006/relationships/customXml" Target="../ink/ink367.xml"/><Relationship Id="rId91" Type="http://schemas.openxmlformats.org/officeDocument/2006/relationships/image" Target="../media/image357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325.xml"/><Relationship Id="rId15" Type="http://schemas.openxmlformats.org/officeDocument/2006/relationships/image" Target="../media/image322.png"/><Relationship Id="rId23" Type="http://schemas.openxmlformats.org/officeDocument/2006/relationships/image" Target="../media/image326.png"/><Relationship Id="rId28" Type="http://schemas.openxmlformats.org/officeDocument/2006/relationships/customXml" Target="../ink/ink336.xml"/><Relationship Id="rId36" Type="http://schemas.openxmlformats.org/officeDocument/2006/relationships/customXml" Target="../ink/ink340.xml"/><Relationship Id="rId49" Type="http://schemas.openxmlformats.org/officeDocument/2006/relationships/customXml" Target="../ink/ink347.xml"/><Relationship Id="rId57" Type="http://schemas.openxmlformats.org/officeDocument/2006/relationships/customXml" Target="../ink/ink351.xml"/><Relationship Id="rId10" Type="http://schemas.openxmlformats.org/officeDocument/2006/relationships/customXml" Target="../ink/ink327.xml"/><Relationship Id="rId31" Type="http://schemas.openxmlformats.org/officeDocument/2006/relationships/image" Target="../media/image330.png"/><Relationship Id="rId44" Type="http://schemas.openxmlformats.org/officeDocument/2006/relationships/customXml" Target="../ink/ink344.xml"/><Relationship Id="rId52" Type="http://schemas.openxmlformats.org/officeDocument/2006/relationships/image" Target="../media/image339.png"/><Relationship Id="rId60" Type="http://schemas.openxmlformats.org/officeDocument/2006/relationships/image" Target="../media/image343.png"/><Relationship Id="rId65" Type="http://schemas.openxmlformats.org/officeDocument/2006/relationships/customXml" Target="../ink/ink355.xml"/><Relationship Id="rId73" Type="http://schemas.openxmlformats.org/officeDocument/2006/relationships/customXml" Target="../ink/ink359.xml"/><Relationship Id="rId78" Type="http://schemas.openxmlformats.org/officeDocument/2006/relationships/customXml" Target="../ink/ink362.xml"/><Relationship Id="rId81" Type="http://schemas.openxmlformats.org/officeDocument/2006/relationships/image" Target="../media/image352.png"/><Relationship Id="rId86" Type="http://schemas.openxmlformats.org/officeDocument/2006/relationships/customXml" Target="../ink/ink366.xml"/><Relationship Id="rId94" Type="http://schemas.openxmlformats.org/officeDocument/2006/relationships/customXml" Target="../ink/ink370.xml"/><Relationship Id="rId4" Type="http://schemas.openxmlformats.org/officeDocument/2006/relationships/customXml" Target="../ink/ink324.xml"/><Relationship Id="rId9" Type="http://schemas.openxmlformats.org/officeDocument/2006/relationships/image" Target="../media/image319.png"/><Relationship Id="rId13" Type="http://schemas.openxmlformats.org/officeDocument/2006/relationships/image" Target="../media/image321.png"/><Relationship Id="rId18" Type="http://schemas.openxmlformats.org/officeDocument/2006/relationships/customXml" Target="../ink/ink331.xml"/><Relationship Id="rId39" Type="http://schemas.openxmlformats.org/officeDocument/2006/relationships/image" Target="../media/image334.png"/><Relationship Id="rId34" Type="http://schemas.openxmlformats.org/officeDocument/2006/relationships/customXml" Target="../ink/ink339.xml"/><Relationship Id="rId50" Type="http://schemas.openxmlformats.org/officeDocument/2006/relationships/image" Target="../media/image338.png"/><Relationship Id="rId55" Type="http://schemas.openxmlformats.org/officeDocument/2006/relationships/customXml" Target="../ink/ink350.xml"/><Relationship Id="rId76" Type="http://schemas.openxmlformats.org/officeDocument/2006/relationships/customXml" Target="../ink/ink361.xml"/><Relationship Id="rId7" Type="http://schemas.openxmlformats.org/officeDocument/2006/relationships/image" Target="../media/image318.png"/><Relationship Id="rId71" Type="http://schemas.openxmlformats.org/officeDocument/2006/relationships/customXml" Target="../ink/ink358.xml"/><Relationship Id="rId92" Type="http://schemas.openxmlformats.org/officeDocument/2006/relationships/customXml" Target="../ink/ink369.xml"/><Relationship Id="rId2" Type="http://schemas.openxmlformats.org/officeDocument/2006/relationships/customXml" Target="../ink/ink323.xml"/><Relationship Id="rId29" Type="http://schemas.openxmlformats.org/officeDocument/2006/relationships/image" Target="../media/image329.png"/><Relationship Id="rId24" Type="http://schemas.openxmlformats.org/officeDocument/2006/relationships/customXml" Target="../ink/ink334.xml"/><Relationship Id="rId40" Type="http://schemas.openxmlformats.org/officeDocument/2006/relationships/customXml" Target="../ink/ink342.xml"/><Relationship Id="rId45" Type="http://schemas.openxmlformats.org/officeDocument/2006/relationships/image" Target="../media/image24.png"/><Relationship Id="rId66" Type="http://schemas.openxmlformats.org/officeDocument/2006/relationships/image" Target="../media/image346.png"/><Relationship Id="rId87" Type="http://schemas.openxmlformats.org/officeDocument/2006/relationships/image" Target="../media/image355.png"/><Relationship Id="rId61" Type="http://schemas.openxmlformats.org/officeDocument/2006/relationships/customXml" Target="../ink/ink353.xml"/><Relationship Id="rId82" Type="http://schemas.openxmlformats.org/officeDocument/2006/relationships/customXml" Target="../ink/ink364.xml"/><Relationship Id="rId19" Type="http://schemas.openxmlformats.org/officeDocument/2006/relationships/image" Target="../media/image324.png"/><Relationship Id="rId14" Type="http://schemas.openxmlformats.org/officeDocument/2006/relationships/customXml" Target="../ink/ink329.xml"/><Relationship Id="rId30" Type="http://schemas.openxmlformats.org/officeDocument/2006/relationships/customXml" Target="../ink/ink337.xml"/><Relationship Id="rId35" Type="http://schemas.openxmlformats.org/officeDocument/2006/relationships/image" Target="../media/image332.png"/><Relationship Id="rId56" Type="http://schemas.openxmlformats.org/officeDocument/2006/relationships/image" Target="../media/image341.png"/><Relationship Id="rId77" Type="http://schemas.openxmlformats.org/officeDocument/2006/relationships/image" Target="../media/image350.png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customXml" Target="../ink/ink376.xml"/><Relationship Id="rId18" Type="http://schemas.openxmlformats.org/officeDocument/2006/relationships/image" Target="../media/image367.png"/><Relationship Id="rId26" Type="http://schemas.openxmlformats.org/officeDocument/2006/relationships/image" Target="../media/image371.png"/><Relationship Id="rId39" Type="http://schemas.openxmlformats.org/officeDocument/2006/relationships/customXml" Target="../ink/ink389.xml"/><Relationship Id="rId21" Type="http://schemas.openxmlformats.org/officeDocument/2006/relationships/customXml" Target="../ink/ink380.xml"/><Relationship Id="rId34" Type="http://schemas.openxmlformats.org/officeDocument/2006/relationships/image" Target="../media/image375.png"/><Relationship Id="rId42" Type="http://schemas.openxmlformats.org/officeDocument/2006/relationships/image" Target="../media/image379.png"/><Relationship Id="rId47" Type="http://schemas.openxmlformats.org/officeDocument/2006/relationships/customXml" Target="../ink/ink393.xml"/><Relationship Id="rId50" Type="http://schemas.openxmlformats.org/officeDocument/2006/relationships/image" Target="../media/image383.png"/><Relationship Id="rId7" Type="http://schemas.openxmlformats.org/officeDocument/2006/relationships/customXml" Target="../ink/ink373.xml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366.png"/><Relationship Id="rId29" Type="http://schemas.openxmlformats.org/officeDocument/2006/relationships/customXml" Target="../ink/ink384.xml"/><Relationship Id="rId11" Type="http://schemas.openxmlformats.org/officeDocument/2006/relationships/customXml" Target="../ink/ink375.xml"/><Relationship Id="rId24" Type="http://schemas.openxmlformats.org/officeDocument/2006/relationships/image" Target="../media/image370.png"/><Relationship Id="rId32" Type="http://schemas.openxmlformats.org/officeDocument/2006/relationships/image" Target="../media/image374.png"/><Relationship Id="rId37" Type="http://schemas.openxmlformats.org/officeDocument/2006/relationships/customXml" Target="../ink/ink388.xml"/><Relationship Id="rId40" Type="http://schemas.openxmlformats.org/officeDocument/2006/relationships/image" Target="../media/image378.png"/><Relationship Id="rId45" Type="http://schemas.openxmlformats.org/officeDocument/2006/relationships/customXml" Target="../ink/ink392.xml"/><Relationship Id="rId5" Type="http://schemas.openxmlformats.org/officeDocument/2006/relationships/customXml" Target="../ink/ink372.xml"/><Relationship Id="rId15" Type="http://schemas.openxmlformats.org/officeDocument/2006/relationships/customXml" Target="../ink/ink377.xml"/><Relationship Id="rId23" Type="http://schemas.openxmlformats.org/officeDocument/2006/relationships/customXml" Target="../ink/ink381.xml"/><Relationship Id="rId28" Type="http://schemas.openxmlformats.org/officeDocument/2006/relationships/image" Target="../media/image372.png"/><Relationship Id="rId36" Type="http://schemas.openxmlformats.org/officeDocument/2006/relationships/image" Target="../media/image376.png"/><Relationship Id="rId49" Type="http://schemas.openxmlformats.org/officeDocument/2006/relationships/customXml" Target="../ink/ink394.xml"/><Relationship Id="rId10" Type="http://schemas.openxmlformats.org/officeDocument/2006/relationships/image" Target="../media/image363.png"/><Relationship Id="rId19" Type="http://schemas.openxmlformats.org/officeDocument/2006/relationships/customXml" Target="../ink/ink379.xml"/><Relationship Id="rId31" Type="http://schemas.openxmlformats.org/officeDocument/2006/relationships/customXml" Target="../ink/ink385.xml"/><Relationship Id="rId44" Type="http://schemas.openxmlformats.org/officeDocument/2006/relationships/image" Target="../media/image380.png"/><Relationship Id="rId52" Type="http://schemas.openxmlformats.org/officeDocument/2006/relationships/image" Target="../media/image384.png"/><Relationship Id="rId4" Type="http://schemas.openxmlformats.org/officeDocument/2006/relationships/image" Target="../media/image360.png"/><Relationship Id="rId9" Type="http://schemas.openxmlformats.org/officeDocument/2006/relationships/customXml" Target="../ink/ink374.xml"/><Relationship Id="rId14" Type="http://schemas.openxmlformats.org/officeDocument/2006/relationships/image" Target="../media/image365.png"/><Relationship Id="rId22" Type="http://schemas.openxmlformats.org/officeDocument/2006/relationships/image" Target="../media/image369.png"/><Relationship Id="rId27" Type="http://schemas.openxmlformats.org/officeDocument/2006/relationships/customXml" Target="../ink/ink383.xml"/><Relationship Id="rId30" Type="http://schemas.openxmlformats.org/officeDocument/2006/relationships/image" Target="../media/image373.png"/><Relationship Id="rId35" Type="http://schemas.openxmlformats.org/officeDocument/2006/relationships/customXml" Target="../ink/ink387.xml"/><Relationship Id="rId43" Type="http://schemas.openxmlformats.org/officeDocument/2006/relationships/customXml" Target="../ink/ink391.xml"/><Relationship Id="rId48" Type="http://schemas.openxmlformats.org/officeDocument/2006/relationships/image" Target="../media/image382.png"/><Relationship Id="rId8" Type="http://schemas.openxmlformats.org/officeDocument/2006/relationships/image" Target="../media/image362.png"/><Relationship Id="rId51" Type="http://schemas.openxmlformats.org/officeDocument/2006/relationships/customXml" Target="../ink/ink395.xml"/><Relationship Id="rId3" Type="http://schemas.openxmlformats.org/officeDocument/2006/relationships/customXml" Target="../ink/ink371.xml"/><Relationship Id="rId12" Type="http://schemas.openxmlformats.org/officeDocument/2006/relationships/image" Target="../media/image364.png"/><Relationship Id="rId17" Type="http://schemas.openxmlformats.org/officeDocument/2006/relationships/customXml" Target="../ink/ink378.xml"/><Relationship Id="rId25" Type="http://schemas.openxmlformats.org/officeDocument/2006/relationships/customXml" Target="../ink/ink382.xml"/><Relationship Id="rId33" Type="http://schemas.openxmlformats.org/officeDocument/2006/relationships/customXml" Target="../ink/ink386.xml"/><Relationship Id="rId38" Type="http://schemas.openxmlformats.org/officeDocument/2006/relationships/image" Target="../media/image377.png"/><Relationship Id="rId46" Type="http://schemas.openxmlformats.org/officeDocument/2006/relationships/image" Target="../media/image381.png"/><Relationship Id="rId20" Type="http://schemas.openxmlformats.org/officeDocument/2006/relationships/image" Target="../media/image368.png"/><Relationship Id="rId41" Type="http://schemas.openxmlformats.org/officeDocument/2006/relationships/customXml" Target="../ink/ink39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1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7.png"/><Relationship Id="rId13" Type="http://schemas.openxmlformats.org/officeDocument/2006/relationships/customXml" Target="../ink/ink401.xml"/><Relationship Id="rId18" Type="http://schemas.openxmlformats.org/officeDocument/2006/relationships/image" Target="../media/image392.png"/><Relationship Id="rId3" Type="http://schemas.openxmlformats.org/officeDocument/2006/relationships/customXml" Target="../ink/ink396.xml"/><Relationship Id="rId7" Type="http://schemas.openxmlformats.org/officeDocument/2006/relationships/customXml" Target="../ink/ink398.xml"/><Relationship Id="rId12" Type="http://schemas.openxmlformats.org/officeDocument/2006/relationships/image" Target="../media/image389.png"/><Relationship Id="rId17" Type="http://schemas.openxmlformats.org/officeDocument/2006/relationships/customXml" Target="../ink/ink403.xml"/><Relationship Id="rId2" Type="http://schemas.openxmlformats.org/officeDocument/2006/relationships/notesSlide" Target="../notesSlides/notesSlide16.xml"/><Relationship Id="rId16" Type="http://schemas.openxmlformats.org/officeDocument/2006/relationships/image" Target="../media/image39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6.png"/><Relationship Id="rId11" Type="http://schemas.openxmlformats.org/officeDocument/2006/relationships/customXml" Target="../ink/ink400.xml"/><Relationship Id="rId5" Type="http://schemas.openxmlformats.org/officeDocument/2006/relationships/customXml" Target="../ink/ink397.xml"/><Relationship Id="rId15" Type="http://schemas.openxmlformats.org/officeDocument/2006/relationships/customXml" Target="../ink/ink402.xml"/><Relationship Id="rId10" Type="http://schemas.openxmlformats.org/officeDocument/2006/relationships/image" Target="../media/image388.png"/><Relationship Id="rId4" Type="http://schemas.openxmlformats.org/officeDocument/2006/relationships/image" Target="../media/image385.png"/><Relationship Id="rId9" Type="http://schemas.openxmlformats.org/officeDocument/2006/relationships/customXml" Target="../ink/ink399.xml"/><Relationship Id="rId14" Type="http://schemas.openxmlformats.org/officeDocument/2006/relationships/image" Target="../media/image39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6" Type="http://schemas.openxmlformats.org/officeDocument/2006/relationships/image" Target="../media/image404.png"/><Relationship Id="rId21" Type="http://schemas.openxmlformats.org/officeDocument/2006/relationships/customXml" Target="../ink/ink413.xml"/><Relationship Id="rId42" Type="http://schemas.openxmlformats.org/officeDocument/2006/relationships/image" Target="../media/image412.png"/><Relationship Id="rId47" Type="http://schemas.openxmlformats.org/officeDocument/2006/relationships/customXml" Target="../ink/ink426.xml"/><Relationship Id="rId63" Type="http://schemas.openxmlformats.org/officeDocument/2006/relationships/image" Target="../media/image421.png"/><Relationship Id="rId68" Type="http://schemas.openxmlformats.org/officeDocument/2006/relationships/customXml" Target="../ink/ink437.xml"/><Relationship Id="rId7" Type="http://schemas.openxmlformats.org/officeDocument/2006/relationships/customXml" Target="../ink/ink406.xml"/><Relationship Id="rId71" Type="http://schemas.openxmlformats.org/officeDocument/2006/relationships/image" Target="../media/image425.png"/><Relationship Id="rId2" Type="http://schemas.openxmlformats.org/officeDocument/2006/relationships/notesSlide" Target="../notesSlides/notesSlide18.xml"/><Relationship Id="rId16" Type="http://schemas.openxmlformats.org/officeDocument/2006/relationships/image" Target="../media/image399.png"/><Relationship Id="rId29" Type="http://schemas.openxmlformats.org/officeDocument/2006/relationships/customXml" Target="../ink/ink417.xml"/><Relationship Id="rId11" Type="http://schemas.openxmlformats.org/officeDocument/2006/relationships/customXml" Target="../ink/ink408.xml"/><Relationship Id="rId24" Type="http://schemas.openxmlformats.org/officeDocument/2006/relationships/image" Target="../media/image403.png"/><Relationship Id="rId32" Type="http://schemas.openxmlformats.org/officeDocument/2006/relationships/image" Target="../media/image407.png"/><Relationship Id="rId37" Type="http://schemas.openxmlformats.org/officeDocument/2006/relationships/customXml" Target="../ink/ink421.xml"/><Relationship Id="rId40" Type="http://schemas.openxmlformats.org/officeDocument/2006/relationships/image" Target="../media/image411.png"/><Relationship Id="rId45" Type="http://schemas.openxmlformats.org/officeDocument/2006/relationships/customXml" Target="../ink/ink425.xml"/><Relationship Id="rId53" Type="http://schemas.openxmlformats.org/officeDocument/2006/relationships/customXml" Target="../ink/ink429.xml"/><Relationship Id="rId58" Type="http://schemas.openxmlformats.org/officeDocument/2006/relationships/customXml" Target="../ink/ink432.xml"/><Relationship Id="rId66" Type="http://schemas.openxmlformats.org/officeDocument/2006/relationships/customXml" Target="../ink/ink436.xml"/><Relationship Id="rId5" Type="http://schemas.openxmlformats.org/officeDocument/2006/relationships/customXml" Target="../ink/ink405.xml"/><Relationship Id="rId61" Type="http://schemas.openxmlformats.org/officeDocument/2006/relationships/image" Target="../media/image420.png"/><Relationship Id="rId19" Type="http://schemas.openxmlformats.org/officeDocument/2006/relationships/customXml" Target="../ink/ink412.xml"/><Relationship Id="rId14" Type="http://schemas.openxmlformats.org/officeDocument/2006/relationships/image" Target="../media/image398.png"/><Relationship Id="rId22" Type="http://schemas.openxmlformats.org/officeDocument/2006/relationships/image" Target="../media/image402.png"/><Relationship Id="rId27" Type="http://schemas.openxmlformats.org/officeDocument/2006/relationships/customXml" Target="../ink/ink416.xml"/><Relationship Id="rId30" Type="http://schemas.openxmlformats.org/officeDocument/2006/relationships/image" Target="../media/image406.png"/><Relationship Id="rId35" Type="http://schemas.openxmlformats.org/officeDocument/2006/relationships/customXml" Target="../ink/ink420.xml"/><Relationship Id="rId43" Type="http://schemas.openxmlformats.org/officeDocument/2006/relationships/customXml" Target="../ink/ink424.xml"/><Relationship Id="rId48" Type="http://schemas.openxmlformats.org/officeDocument/2006/relationships/image" Target="../media/image415.png"/><Relationship Id="rId56" Type="http://schemas.openxmlformats.org/officeDocument/2006/relationships/image" Target="../media/image12.png"/><Relationship Id="rId64" Type="http://schemas.openxmlformats.org/officeDocument/2006/relationships/customXml" Target="../ink/ink435.xml"/><Relationship Id="rId69" Type="http://schemas.openxmlformats.org/officeDocument/2006/relationships/image" Target="../media/image424.png"/><Relationship Id="rId8" Type="http://schemas.openxmlformats.org/officeDocument/2006/relationships/image" Target="../media/image395.png"/><Relationship Id="rId51" Type="http://schemas.openxmlformats.org/officeDocument/2006/relationships/customXml" Target="../ink/ink428.xml"/><Relationship Id="rId3" Type="http://schemas.openxmlformats.org/officeDocument/2006/relationships/customXml" Target="../ink/ink404.xml"/><Relationship Id="rId12" Type="http://schemas.openxmlformats.org/officeDocument/2006/relationships/image" Target="../media/image397.png"/><Relationship Id="rId17" Type="http://schemas.openxmlformats.org/officeDocument/2006/relationships/customXml" Target="../ink/ink411.xml"/><Relationship Id="rId25" Type="http://schemas.openxmlformats.org/officeDocument/2006/relationships/customXml" Target="../ink/ink415.xml"/><Relationship Id="rId33" Type="http://schemas.openxmlformats.org/officeDocument/2006/relationships/customXml" Target="../ink/ink419.xml"/><Relationship Id="rId38" Type="http://schemas.openxmlformats.org/officeDocument/2006/relationships/image" Target="../media/image410.png"/><Relationship Id="rId46" Type="http://schemas.openxmlformats.org/officeDocument/2006/relationships/image" Target="../media/image414.png"/><Relationship Id="rId59" Type="http://schemas.openxmlformats.org/officeDocument/2006/relationships/image" Target="../media/image419.png"/><Relationship Id="rId67" Type="http://schemas.openxmlformats.org/officeDocument/2006/relationships/image" Target="../media/image423.png"/><Relationship Id="rId20" Type="http://schemas.openxmlformats.org/officeDocument/2006/relationships/image" Target="../media/image401.png"/><Relationship Id="rId41" Type="http://schemas.openxmlformats.org/officeDocument/2006/relationships/customXml" Target="../ink/ink423.xml"/><Relationship Id="rId54" Type="http://schemas.openxmlformats.org/officeDocument/2006/relationships/image" Target="../media/image418.png"/><Relationship Id="rId62" Type="http://schemas.openxmlformats.org/officeDocument/2006/relationships/customXml" Target="../ink/ink434.xml"/><Relationship Id="rId70" Type="http://schemas.openxmlformats.org/officeDocument/2006/relationships/customXml" Target="../ink/ink4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4.png"/><Relationship Id="rId15" Type="http://schemas.openxmlformats.org/officeDocument/2006/relationships/customXml" Target="../ink/ink410.xml"/><Relationship Id="rId23" Type="http://schemas.openxmlformats.org/officeDocument/2006/relationships/customXml" Target="../ink/ink414.xml"/><Relationship Id="rId28" Type="http://schemas.openxmlformats.org/officeDocument/2006/relationships/image" Target="../media/image405.png"/><Relationship Id="rId36" Type="http://schemas.openxmlformats.org/officeDocument/2006/relationships/image" Target="../media/image409.png"/><Relationship Id="rId49" Type="http://schemas.openxmlformats.org/officeDocument/2006/relationships/customXml" Target="../ink/ink427.xml"/><Relationship Id="rId57" Type="http://schemas.openxmlformats.org/officeDocument/2006/relationships/customXml" Target="../ink/ink431.xml"/><Relationship Id="rId10" Type="http://schemas.openxmlformats.org/officeDocument/2006/relationships/image" Target="../media/image396.png"/><Relationship Id="rId31" Type="http://schemas.openxmlformats.org/officeDocument/2006/relationships/customXml" Target="../ink/ink418.xml"/><Relationship Id="rId44" Type="http://schemas.openxmlformats.org/officeDocument/2006/relationships/image" Target="../media/image413.png"/><Relationship Id="rId52" Type="http://schemas.openxmlformats.org/officeDocument/2006/relationships/image" Target="../media/image417.png"/><Relationship Id="rId60" Type="http://schemas.openxmlformats.org/officeDocument/2006/relationships/customXml" Target="../ink/ink433.xml"/><Relationship Id="rId65" Type="http://schemas.openxmlformats.org/officeDocument/2006/relationships/image" Target="../media/image422.png"/><Relationship Id="rId4" Type="http://schemas.openxmlformats.org/officeDocument/2006/relationships/image" Target="../media/image393.png"/><Relationship Id="rId9" Type="http://schemas.openxmlformats.org/officeDocument/2006/relationships/customXml" Target="../ink/ink407.xml"/><Relationship Id="rId13" Type="http://schemas.openxmlformats.org/officeDocument/2006/relationships/customXml" Target="../ink/ink409.xml"/><Relationship Id="rId18" Type="http://schemas.openxmlformats.org/officeDocument/2006/relationships/image" Target="../media/image400.png"/><Relationship Id="rId39" Type="http://schemas.openxmlformats.org/officeDocument/2006/relationships/customXml" Target="../ink/ink422.xml"/><Relationship Id="rId34" Type="http://schemas.openxmlformats.org/officeDocument/2006/relationships/image" Target="../media/image408.png"/><Relationship Id="rId50" Type="http://schemas.openxmlformats.org/officeDocument/2006/relationships/image" Target="../media/image416.png"/><Relationship Id="rId55" Type="http://schemas.openxmlformats.org/officeDocument/2006/relationships/customXml" Target="../ink/ink43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customXml" Target="../ink/ink43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26.png"/><Relationship Id="rId4" Type="http://schemas.openxmlformats.org/officeDocument/2006/relationships/customXml" Target="../ink/ink440.xml"/></Relationships>
</file>

<file path=ppt/slides/_rels/slide23.xml.rels><?xml version="1.0" encoding="UTF-8" standalone="yes"?>
<Relationships xmlns="http://schemas.openxmlformats.org/package/2006/relationships"><Relationship Id="rId26" Type="http://schemas.openxmlformats.org/officeDocument/2006/relationships/image" Target="../media/image438.png"/><Relationship Id="rId21" Type="http://schemas.openxmlformats.org/officeDocument/2006/relationships/customXml" Target="../ink/ink450.xml"/><Relationship Id="rId42" Type="http://schemas.openxmlformats.org/officeDocument/2006/relationships/image" Target="../media/image446.png"/><Relationship Id="rId47" Type="http://schemas.openxmlformats.org/officeDocument/2006/relationships/customXml" Target="../ink/ink463.xml"/><Relationship Id="rId63" Type="http://schemas.openxmlformats.org/officeDocument/2006/relationships/customXml" Target="../ink/ink471.xml"/><Relationship Id="rId68" Type="http://schemas.openxmlformats.org/officeDocument/2006/relationships/image" Target="../media/image459.png"/><Relationship Id="rId2" Type="http://schemas.openxmlformats.org/officeDocument/2006/relationships/notesSlide" Target="../notesSlides/notesSlide20.xml"/><Relationship Id="rId16" Type="http://schemas.openxmlformats.org/officeDocument/2006/relationships/image" Target="../media/image433.png"/><Relationship Id="rId29" Type="http://schemas.openxmlformats.org/officeDocument/2006/relationships/customXml" Target="../ink/ink454.xml"/><Relationship Id="rId11" Type="http://schemas.openxmlformats.org/officeDocument/2006/relationships/customXml" Target="../ink/ink445.xml"/><Relationship Id="rId24" Type="http://schemas.openxmlformats.org/officeDocument/2006/relationships/image" Target="../media/image437.png"/><Relationship Id="rId32" Type="http://schemas.openxmlformats.org/officeDocument/2006/relationships/image" Target="../media/image441.png"/><Relationship Id="rId37" Type="http://schemas.openxmlformats.org/officeDocument/2006/relationships/customXml" Target="../ink/ink458.xml"/><Relationship Id="rId40" Type="http://schemas.openxmlformats.org/officeDocument/2006/relationships/image" Target="../media/image445.png"/><Relationship Id="rId45" Type="http://schemas.openxmlformats.org/officeDocument/2006/relationships/customXml" Target="../ink/ink462.xml"/><Relationship Id="rId53" Type="http://schemas.openxmlformats.org/officeDocument/2006/relationships/customXml" Target="../ink/ink466.xml"/><Relationship Id="rId58" Type="http://schemas.openxmlformats.org/officeDocument/2006/relationships/image" Target="../media/image454.png"/><Relationship Id="rId66" Type="http://schemas.openxmlformats.org/officeDocument/2006/relationships/image" Target="../media/image458.png"/><Relationship Id="rId74" Type="http://schemas.openxmlformats.org/officeDocument/2006/relationships/image" Target="../media/image462.png"/><Relationship Id="rId5" Type="http://schemas.openxmlformats.org/officeDocument/2006/relationships/customXml" Target="../ink/ink442.xml"/><Relationship Id="rId61" Type="http://schemas.openxmlformats.org/officeDocument/2006/relationships/customXml" Target="../ink/ink470.xml"/><Relationship Id="rId19" Type="http://schemas.openxmlformats.org/officeDocument/2006/relationships/customXml" Target="../ink/ink449.xml"/><Relationship Id="rId14" Type="http://schemas.openxmlformats.org/officeDocument/2006/relationships/image" Target="../media/image432.png"/><Relationship Id="rId22" Type="http://schemas.openxmlformats.org/officeDocument/2006/relationships/image" Target="../media/image436.png"/><Relationship Id="rId27" Type="http://schemas.openxmlformats.org/officeDocument/2006/relationships/customXml" Target="../ink/ink453.xml"/><Relationship Id="rId30" Type="http://schemas.openxmlformats.org/officeDocument/2006/relationships/image" Target="../media/image440.png"/><Relationship Id="rId35" Type="http://schemas.openxmlformats.org/officeDocument/2006/relationships/customXml" Target="../ink/ink457.xml"/><Relationship Id="rId43" Type="http://schemas.openxmlformats.org/officeDocument/2006/relationships/customXml" Target="../ink/ink461.xml"/><Relationship Id="rId48" Type="http://schemas.openxmlformats.org/officeDocument/2006/relationships/image" Target="../media/image449.png"/><Relationship Id="rId56" Type="http://schemas.openxmlformats.org/officeDocument/2006/relationships/image" Target="../media/image453.png"/><Relationship Id="rId64" Type="http://schemas.openxmlformats.org/officeDocument/2006/relationships/image" Target="../media/image457.png"/><Relationship Id="rId69" Type="http://schemas.openxmlformats.org/officeDocument/2006/relationships/customXml" Target="../ink/ink474.xml"/><Relationship Id="rId8" Type="http://schemas.openxmlformats.org/officeDocument/2006/relationships/image" Target="../media/image429.png"/><Relationship Id="rId51" Type="http://schemas.openxmlformats.org/officeDocument/2006/relationships/customXml" Target="../ink/ink465.xml"/><Relationship Id="rId72" Type="http://schemas.openxmlformats.org/officeDocument/2006/relationships/image" Target="../media/image461.png"/><Relationship Id="rId3" Type="http://schemas.openxmlformats.org/officeDocument/2006/relationships/customXml" Target="../ink/ink441.xml"/><Relationship Id="rId12" Type="http://schemas.openxmlformats.org/officeDocument/2006/relationships/image" Target="../media/image431.png"/><Relationship Id="rId17" Type="http://schemas.openxmlformats.org/officeDocument/2006/relationships/customXml" Target="../ink/ink448.xml"/><Relationship Id="rId25" Type="http://schemas.openxmlformats.org/officeDocument/2006/relationships/customXml" Target="../ink/ink452.xml"/><Relationship Id="rId33" Type="http://schemas.openxmlformats.org/officeDocument/2006/relationships/customXml" Target="../ink/ink456.xml"/><Relationship Id="rId38" Type="http://schemas.openxmlformats.org/officeDocument/2006/relationships/image" Target="../media/image444.png"/><Relationship Id="rId46" Type="http://schemas.openxmlformats.org/officeDocument/2006/relationships/image" Target="../media/image448.png"/><Relationship Id="rId59" Type="http://schemas.openxmlformats.org/officeDocument/2006/relationships/customXml" Target="../ink/ink469.xml"/><Relationship Id="rId67" Type="http://schemas.openxmlformats.org/officeDocument/2006/relationships/customXml" Target="../ink/ink473.xml"/><Relationship Id="rId20" Type="http://schemas.openxmlformats.org/officeDocument/2006/relationships/image" Target="../media/image435.png"/><Relationship Id="rId41" Type="http://schemas.openxmlformats.org/officeDocument/2006/relationships/customXml" Target="../ink/ink460.xml"/><Relationship Id="rId54" Type="http://schemas.openxmlformats.org/officeDocument/2006/relationships/image" Target="../media/image452.png"/><Relationship Id="rId62" Type="http://schemas.openxmlformats.org/officeDocument/2006/relationships/image" Target="../media/image456.png"/><Relationship Id="rId70" Type="http://schemas.openxmlformats.org/officeDocument/2006/relationships/image" Target="../media/image460.png"/><Relationship Id="rId75" Type="http://schemas.openxmlformats.org/officeDocument/2006/relationships/customXml" Target="../ink/ink47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8.png"/><Relationship Id="rId15" Type="http://schemas.openxmlformats.org/officeDocument/2006/relationships/customXml" Target="../ink/ink447.xml"/><Relationship Id="rId23" Type="http://schemas.openxmlformats.org/officeDocument/2006/relationships/customXml" Target="../ink/ink451.xml"/><Relationship Id="rId28" Type="http://schemas.openxmlformats.org/officeDocument/2006/relationships/image" Target="../media/image439.png"/><Relationship Id="rId36" Type="http://schemas.openxmlformats.org/officeDocument/2006/relationships/image" Target="../media/image443.png"/><Relationship Id="rId49" Type="http://schemas.openxmlformats.org/officeDocument/2006/relationships/customXml" Target="../ink/ink464.xml"/><Relationship Id="rId57" Type="http://schemas.openxmlformats.org/officeDocument/2006/relationships/customXml" Target="../ink/ink468.xml"/><Relationship Id="rId10" Type="http://schemas.openxmlformats.org/officeDocument/2006/relationships/image" Target="../media/image430.png"/><Relationship Id="rId31" Type="http://schemas.openxmlformats.org/officeDocument/2006/relationships/customXml" Target="../ink/ink455.xml"/><Relationship Id="rId44" Type="http://schemas.openxmlformats.org/officeDocument/2006/relationships/image" Target="../media/image447.png"/><Relationship Id="rId52" Type="http://schemas.openxmlformats.org/officeDocument/2006/relationships/image" Target="../media/image451.png"/><Relationship Id="rId60" Type="http://schemas.openxmlformats.org/officeDocument/2006/relationships/image" Target="../media/image455.png"/><Relationship Id="rId65" Type="http://schemas.openxmlformats.org/officeDocument/2006/relationships/customXml" Target="../ink/ink472.xml"/><Relationship Id="rId73" Type="http://schemas.openxmlformats.org/officeDocument/2006/relationships/customXml" Target="../ink/ink476.xml"/><Relationship Id="rId4" Type="http://schemas.openxmlformats.org/officeDocument/2006/relationships/image" Target="../media/image427.png"/><Relationship Id="rId9" Type="http://schemas.openxmlformats.org/officeDocument/2006/relationships/customXml" Target="../ink/ink444.xml"/><Relationship Id="rId13" Type="http://schemas.openxmlformats.org/officeDocument/2006/relationships/customXml" Target="../ink/ink446.xml"/><Relationship Id="rId18" Type="http://schemas.openxmlformats.org/officeDocument/2006/relationships/image" Target="../media/image434.png"/><Relationship Id="rId39" Type="http://schemas.openxmlformats.org/officeDocument/2006/relationships/customXml" Target="../ink/ink459.xml"/><Relationship Id="rId34" Type="http://schemas.openxmlformats.org/officeDocument/2006/relationships/image" Target="../media/image442.png"/><Relationship Id="rId50" Type="http://schemas.openxmlformats.org/officeDocument/2006/relationships/image" Target="../media/image450.png"/><Relationship Id="rId55" Type="http://schemas.openxmlformats.org/officeDocument/2006/relationships/customXml" Target="../ink/ink467.xml"/><Relationship Id="rId76" Type="http://schemas.openxmlformats.org/officeDocument/2006/relationships/image" Target="../media/image463.png"/><Relationship Id="rId7" Type="http://schemas.openxmlformats.org/officeDocument/2006/relationships/customXml" Target="../ink/ink443.xml"/><Relationship Id="rId71" Type="http://schemas.openxmlformats.org/officeDocument/2006/relationships/customXml" Target="../ink/ink475.xml"/></Relationships>
</file>

<file path=ppt/slides/_rels/slide24.xml.rels><?xml version="1.0" encoding="UTF-8" standalone="yes"?>
<Relationships xmlns="http://schemas.openxmlformats.org/package/2006/relationships"><Relationship Id="rId13" Type="http://schemas.openxmlformats.org/officeDocument/2006/relationships/customXml" Target="../ink/ink483.xml"/><Relationship Id="rId18" Type="http://schemas.openxmlformats.org/officeDocument/2006/relationships/image" Target="../media/image471.png"/><Relationship Id="rId26" Type="http://schemas.openxmlformats.org/officeDocument/2006/relationships/image" Target="../media/image475.png"/><Relationship Id="rId3" Type="http://schemas.openxmlformats.org/officeDocument/2006/relationships/customXml" Target="../ink/ink478.xml"/><Relationship Id="rId21" Type="http://schemas.openxmlformats.org/officeDocument/2006/relationships/customXml" Target="../ink/ink487.xml"/><Relationship Id="rId34" Type="http://schemas.openxmlformats.org/officeDocument/2006/relationships/image" Target="../media/image479.png"/><Relationship Id="rId7" Type="http://schemas.openxmlformats.org/officeDocument/2006/relationships/customXml" Target="../ink/ink480.xml"/><Relationship Id="rId12" Type="http://schemas.openxmlformats.org/officeDocument/2006/relationships/image" Target="../media/image468.png"/><Relationship Id="rId17" Type="http://schemas.openxmlformats.org/officeDocument/2006/relationships/customXml" Target="../ink/ink485.xml"/><Relationship Id="rId25" Type="http://schemas.openxmlformats.org/officeDocument/2006/relationships/customXml" Target="../ink/ink489.xml"/><Relationship Id="rId33" Type="http://schemas.openxmlformats.org/officeDocument/2006/relationships/customXml" Target="../ink/ink493.xml"/><Relationship Id="rId2" Type="http://schemas.openxmlformats.org/officeDocument/2006/relationships/notesSlide" Target="../notesSlides/notesSlide21.xml"/><Relationship Id="rId16" Type="http://schemas.openxmlformats.org/officeDocument/2006/relationships/image" Target="../media/image470.png"/><Relationship Id="rId20" Type="http://schemas.openxmlformats.org/officeDocument/2006/relationships/image" Target="../media/image472.png"/><Relationship Id="rId29" Type="http://schemas.openxmlformats.org/officeDocument/2006/relationships/customXml" Target="../ink/ink49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5.png"/><Relationship Id="rId11" Type="http://schemas.openxmlformats.org/officeDocument/2006/relationships/customXml" Target="../ink/ink482.xml"/><Relationship Id="rId24" Type="http://schemas.openxmlformats.org/officeDocument/2006/relationships/image" Target="../media/image474.png"/><Relationship Id="rId32" Type="http://schemas.openxmlformats.org/officeDocument/2006/relationships/image" Target="../media/image478.png"/><Relationship Id="rId5" Type="http://schemas.openxmlformats.org/officeDocument/2006/relationships/customXml" Target="../ink/ink479.xml"/><Relationship Id="rId15" Type="http://schemas.openxmlformats.org/officeDocument/2006/relationships/customXml" Target="../ink/ink484.xml"/><Relationship Id="rId23" Type="http://schemas.openxmlformats.org/officeDocument/2006/relationships/customXml" Target="../ink/ink488.xml"/><Relationship Id="rId28" Type="http://schemas.openxmlformats.org/officeDocument/2006/relationships/image" Target="../media/image476.png"/><Relationship Id="rId36" Type="http://schemas.openxmlformats.org/officeDocument/2006/relationships/image" Target="../media/image480.png"/><Relationship Id="rId10" Type="http://schemas.openxmlformats.org/officeDocument/2006/relationships/image" Target="../media/image467.png"/><Relationship Id="rId19" Type="http://schemas.openxmlformats.org/officeDocument/2006/relationships/customXml" Target="../ink/ink486.xml"/><Relationship Id="rId31" Type="http://schemas.openxmlformats.org/officeDocument/2006/relationships/customXml" Target="../ink/ink492.xml"/><Relationship Id="rId4" Type="http://schemas.openxmlformats.org/officeDocument/2006/relationships/image" Target="../media/image464.png"/><Relationship Id="rId9" Type="http://schemas.openxmlformats.org/officeDocument/2006/relationships/customXml" Target="../ink/ink481.xml"/><Relationship Id="rId14" Type="http://schemas.openxmlformats.org/officeDocument/2006/relationships/image" Target="../media/image469.png"/><Relationship Id="rId22" Type="http://schemas.openxmlformats.org/officeDocument/2006/relationships/image" Target="../media/image473.png"/><Relationship Id="rId27" Type="http://schemas.openxmlformats.org/officeDocument/2006/relationships/customXml" Target="../ink/ink490.xml"/><Relationship Id="rId30" Type="http://schemas.openxmlformats.org/officeDocument/2006/relationships/image" Target="../media/image477.png"/><Relationship Id="rId35" Type="http://schemas.openxmlformats.org/officeDocument/2006/relationships/customXml" Target="../ink/ink494.xml"/><Relationship Id="rId8" Type="http://schemas.openxmlformats.org/officeDocument/2006/relationships/image" Target="../media/image466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3.png"/><Relationship Id="rId13" Type="http://schemas.openxmlformats.org/officeDocument/2006/relationships/customXml" Target="../ink/ink500.xml"/><Relationship Id="rId3" Type="http://schemas.openxmlformats.org/officeDocument/2006/relationships/customXml" Target="../ink/ink495.xml"/><Relationship Id="rId7" Type="http://schemas.openxmlformats.org/officeDocument/2006/relationships/customXml" Target="../ink/ink497.xml"/><Relationship Id="rId12" Type="http://schemas.openxmlformats.org/officeDocument/2006/relationships/image" Target="../media/image485.png"/><Relationship Id="rId2" Type="http://schemas.openxmlformats.org/officeDocument/2006/relationships/notesSlide" Target="../notesSlides/notesSlide22.xml"/><Relationship Id="rId16" Type="http://schemas.openxmlformats.org/officeDocument/2006/relationships/image" Target="../media/image48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2.png"/><Relationship Id="rId11" Type="http://schemas.openxmlformats.org/officeDocument/2006/relationships/customXml" Target="../ink/ink499.xml"/><Relationship Id="rId5" Type="http://schemas.openxmlformats.org/officeDocument/2006/relationships/customXml" Target="../ink/ink496.xml"/><Relationship Id="rId15" Type="http://schemas.openxmlformats.org/officeDocument/2006/relationships/customXml" Target="../ink/ink501.xml"/><Relationship Id="rId10" Type="http://schemas.openxmlformats.org/officeDocument/2006/relationships/image" Target="../media/image484.png"/><Relationship Id="rId4" Type="http://schemas.openxmlformats.org/officeDocument/2006/relationships/image" Target="../media/image481.png"/><Relationship Id="rId9" Type="http://schemas.openxmlformats.org/officeDocument/2006/relationships/customXml" Target="../ink/ink498.xml"/><Relationship Id="rId14" Type="http://schemas.openxmlformats.org/officeDocument/2006/relationships/image" Target="../media/image486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371600"/>
            <a:ext cx="11055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AI BOOTCAMP  ·  WEEK 3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783080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Regression to Neural Networks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278892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AF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start from one straight line. We finish with a neuron.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66928" y="3657600"/>
            <a:ext cx="3566160" cy="1463040"/>
          </a:xfrm>
          <a:prstGeom prst="roundRect">
            <a:avLst>
              <a:gd name="adj" fmla="val 6250"/>
            </a:avLst>
          </a:prstGeom>
          <a:solidFill>
            <a:srgbClr val="1B2C4E"/>
          </a:solidFill>
          <a:ln w="12700">
            <a:solidFill>
              <a:srgbClr val="2E46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22960" y="385876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2062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6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with ONE input: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6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= w × x + b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80560" y="3657600"/>
            <a:ext cx="3566160" cy="1463040"/>
          </a:xfrm>
          <a:prstGeom prst="roundRect">
            <a:avLst>
              <a:gd name="adj" fmla="val 6250"/>
            </a:avLst>
          </a:prstGeom>
          <a:solidFill>
            <a:srgbClr val="1B2C4E"/>
          </a:solidFill>
          <a:ln w="12700">
            <a:solidFill>
              <a:srgbClr val="2E46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4736592" y="385876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new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736592" y="42062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6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one line is not enough,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6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what a neuron adds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5532120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8E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message: a neural network is not magic. It is a weighted sum plus a decision.</a:t>
            </a:r>
            <a:endParaRPr lang="en-US" sz="15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E0147480-D17E-D777-349D-E70BF3A30370}"/>
                  </a:ext>
                </a:extLst>
              </p14:cNvPr>
              <p14:cNvContentPartPr/>
              <p14:nvPr/>
            </p14:nvContentPartPr>
            <p14:xfrm>
              <a:off x="536280" y="3319160"/>
              <a:ext cx="3155040" cy="221940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E0147480-D17E-D777-349D-E70BF3A3037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30160" y="3313040"/>
                <a:ext cx="3167280" cy="223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DE8CB67A-CAD5-7D40-07AD-4E1DD69B45CF}"/>
                  </a:ext>
                </a:extLst>
              </p14:cNvPr>
              <p14:cNvContentPartPr/>
              <p14:nvPr/>
            </p14:nvContentPartPr>
            <p14:xfrm>
              <a:off x="4292520" y="3518960"/>
              <a:ext cx="3810960" cy="20271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DE8CB67A-CAD5-7D40-07AD-4E1DD69B45C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286400" y="3512840"/>
                <a:ext cx="3823200" cy="2039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CF65C99C-88F2-92C8-C079-BC2FC6D85F91}"/>
              </a:ext>
            </a:extLst>
          </p:cNvPr>
          <p:cNvGrpSpPr/>
          <p:nvPr/>
        </p:nvGrpSpPr>
        <p:grpSpPr>
          <a:xfrm>
            <a:off x="394800" y="394520"/>
            <a:ext cx="5072760" cy="1516680"/>
            <a:chOff x="394800" y="394520"/>
            <a:chExt cx="5072760" cy="1516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899C5D6F-BFEB-3C58-124F-57C19750B053}"/>
                    </a:ext>
                  </a:extLst>
                </p14:cNvPr>
                <p14:cNvContentPartPr/>
                <p14:nvPr/>
              </p14:nvContentPartPr>
              <p14:xfrm>
                <a:off x="1015800" y="893840"/>
                <a:ext cx="167040" cy="69156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899C5D6F-BFEB-3C58-124F-57C19750B053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009680" y="887720"/>
                  <a:ext cx="179280" cy="70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8FC3E11C-1B60-4694-256C-9C3C6179B0D9}"/>
                    </a:ext>
                  </a:extLst>
                </p14:cNvPr>
                <p14:cNvContentPartPr/>
                <p14:nvPr/>
              </p14:nvContentPartPr>
              <p14:xfrm>
                <a:off x="1036320" y="895280"/>
                <a:ext cx="489960" cy="5436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8FC3E11C-1B60-4694-256C-9C3C6179B0D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30200" y="889160"/>
                  <a:ext cx="502200" cy="55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2C21A34B-F6BB-8D67-89B8-0B4A41D6E627}"/>
                    </a:ext>
                  </a:extLst>
                </p14:cNvPr>
                <p14:cNvContentPartPr/>
                <p14:nvPr/>
              </p14:nvContentPartPr>
              <p14:xfrm>
                <a:off x="1982400" y="1330880"/>
                <a:ext cx="253080" cy="2059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2C21A34B-F6BB-8D67-89B8-0B4A41D6E62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976280" y="1324760"/>
                  <a:ext cx="26532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3BC55CB-D5E0-B6F8-65EF-E384808860D1}"/>
                    </a:ext>
                  </a:extLst>
                </p14:cNvPr>
                <p14:cNvContentPartPr/>
                <p14:nvPr/>
              </p14:nvContentPartPr>
              <p14:xfrm>
                <a:off x="3261120" y="812480"/>
                <a:ext cx="144360" cy="4320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3BC55CB-D5E0-B6F8-65EF-E384808860D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255000" y="806360"/>
                  <a:ext cx="156600" cy="44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90051FF7-49C6-47EA-6802-5BC595DDE0FC}"/>
                    </a:ext>
                  </a:extLst>
                </p14:cNvPr>
                <p14:cNvContentPartPr/>
                <p14:nvPr/>
              </p14:nvContentPartPr>
              <p14:xfrm>
                <a:off x="394800" y="394520"/>
                <a:ext cx="3499920" cy="15166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90051FF7-49C6-47EA-6802-5BC595DDE0F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88680" y="388400"/>
                  <a:ext cx="3512160" cy="152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DF560A5C-E1CF-A46D-189F-E79C6AE73456}"/>
                    </a:ext>
                  </a:extLst>
                </p14:cNvPr>
                <p14:cNvContentPartPr/>
                <p14:nvPr/>
              </p14:nvContentPartPr>
              <p14:xfrm>
                <a:off x="3860520" y="965120"/>
                <a:ext cx="108720" cy="3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DF560A5C-E1CF-A46D-189F-E79C6AE7345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854400" y="959000"/>
                  <a:ext cx="1209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DA8D41E5-F172-21EA-AA5F-17B295963FBC}"/>
                    </a:ext>
                  </a:extLst>
                </p14:cNvPr>
                <p14:cNvContentPartPr/>
                <p14:nvPr/>
              </p14:nvContentPartPr>
              <p14:xfrm>
                <a:off x="4226280" y="934520"/>
                <a:ext cx="105120" cy="993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DA8D41E5-F172-21EA-AA5F-17B295963FB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220160" y="928400"/>
                  <a:ext cx="11736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FDE4CF2-BBCE-AED0-BEC8-8E1CBBF0AEED}"/>
                    </a:ext>
                  </a:extLst>
                </p14:cNvPr>
                <p14:cNvContentPartPr/>
                <p14:nvPr/>
              </p14:nvContentPartPr>
              <p14:xfrm>
                <a:off x="4175520" y="710960"/>
                <a:ext cx="10440" cy="3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FDE4CF2-BBCE-AED0-BEC8-8E1CBBF0AEE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169400" y="704840"/>
                  <a:ext cx="2268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74F7D75-690E-EE55-5E4D-6D056B1F55D4}"/>
                    </a:ext>
                  </a:extLst>
                </p14:cNvPr>
                <p14:cNvContentPartPr/>
                <p14:nvPr/>
              </p14:nvContentPartPr>
              <p14:xfrm>
                <a:off x="4378560" y="915800"/>
                <a:ext cx="153720" cy="1015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74F7D75-690E-EE55-5E4D-6D056B1F55D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372440" y="909680"/>
                  <a:ext cx="16596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3767EA9-B08A-EDB3-CD7E-F653C7BFBAA8}"/>
                    </a:ext>
                  </a:extLst>
                </p14:cNvPr>
                <p14:cNvContentPartPr/>
                <p14:nvPr/>
              </p14:nvContentPartPr>
              <p14:xfrm>
                <a:off x="4622640" y="975200"/>
                <a:ext cx="360" cy="3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3767EA9-B08A-EDB3-CD7E-F653C7BFBAA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616520" y="96908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AC95678-9243-0DDC-CB1E-70C624C5A4DC}"/>
                    </a:ext>
                  </a:extLst>
                </p14:cNvPr>
                <p14:cNvContentPartPr/>
                <p14:nvPr/>
              </p14:nvContentPartPr>
              <p14:xfrm>
                <a:off x="4539480" y="775760"/>
                <a:ext cx="12240" cy="64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AC95678-9243-0DDC-CB1E-70C624C5A4D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533360" y="769640"/>
                  <a:ext cx="2448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2F29DEF-FB52-6138-8E1E-1723A9688AF2}"/>
                    </a:ext>
                  </a:extLst>
                </p14:cNvPr>
                <p14:cNvContentPartPr/>
                <p14:nvPr/>
              </p14:nvContentPartPr>
              <p14:xfrm>
                <a:off x="4795440" y="629600"/>
                <a:ext cx="132480" cy="3891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2F29DEF-FB52-6138-8E1E-1723A9688AF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789320" y="623480"/>
                  <a:ext cx="144720" cy="40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0D87AB7F-1577-9FAC-E85B-FB4DC7F99CDB}"/>
                    </a:ext>
                  </a:extLst>
                </p14:cNvPr>
                <p14:cNvContentPartPr/>
                <p14:nvPr/>
              </p14:nvContentPartPr>
              <p14:xfrm>
                <a:off x="4693920" y="854600"/>
                <a:ext cx="302040" cy="907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0D87AB7F-1577-9FAC-E85B-FB4DC7F99CDB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687800" y="848480"/>
                  <a:ext cx="31428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3F4716A-F791-6F4B-888A-E9286C93E49D}"/>
                    </a:ext>
                  </a:extLst>
                </p14:cNvPr>
                <p14:cNvContentPartPr/>
                <p14:nvPr/>
              </p14:nvContentPartPr>
              <p14:xfrm>
                <a:off x="4998480" y="802400"/>
                <a:ext cx="57240" cy="1461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3F4716A-F791-6F4B-888A-E9286C93E49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992360" y="796280"/>
                  <a:ext cx="6948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776EB8F-072E-292A-FDAC-A3F85339357D}"/>
                    </a:ext>
                  </a:extLst>
                </p14:cNvPr>
                <p14:cNvContentPartPr/>
                <p14:nvPr/>
              </p14:nvContentPartPr>
              <p14:xfrm>
                <a:off x="4937640" y="629600"/>
                <a:ext cx="360" cy="3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776EB8F-072E-292A-FDAC-A3F85339357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931520" y="62348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178C833-F8CB-2C0F-F73C-3A997B7ADC57}"/>
                    </a:ext>
                  </a:extLst>
                </p14:cNvPr>
                <p14:cNvContentPartPr/>
                <p14:nvPr/>
              </p14:nvContentPartPr>
              <p14:xfrm>
                <a:off x="5170920" y="761720"/>
                <a:ext cx="192600" cy="1310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0178C833-F8CB-2C0F-F73C-3A997B7ADC57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5164800" y="755600"/>
                  <a:ext cx="20484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26F1600-BFFA-58B4-3B82-BF322BB9D063}"/>
                    </a:ext>
                  </a:extLst>
                </p14:cNvPr>
                <p14:cNvContentPartPr/>
                <p14:nvPr/>
              </p14:nvContentPartPr>
              <p14:xfrm>
                <a:off x="5373240" y="548600"/>
                <a:ext cx="94320" cy="2962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26F1600-BFFA-58B4-3B82-BF322BB9D063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5367120" y="542480"/>
                  <a:ext cx="106560" cy="30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28FED0B-6D64-A213-2C3C-867E4E68CF0B}"/>
              </a:ext>
            </a:extLst>
          </p:cNvPr>
          <p:cNvGrpSpPr/>
          <p:nvPr/>
        </p:nvGrpSpPr>
        <p:grpSpPr>
          <a:xfrm>
            <a:off x="962520" y="2296040"/>
            <a:ext cx="1760760" cy="743400"/>
            <a:chOff x="962520" y="2296040"/>
            <a:chExt cx="1760760" cy="743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00DF100-03CA-FBB1-AB77-B5BF2BE585E3}"/>
                    </a:ext>
                  </a:extLst>
                </p14:cNvPr>
                <p14:cNvContentPartPr/>
                <p14:nvPr/>
              </p14:nvContentPartPr>
              <p14:xfrm>
                <a:off x="962520" y="2414840"/>
                <a:ext cx="245880" cy="6246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00DF100-03CA-FBB1-AB77-B5BF2BE585E3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56400" y="2408720"/>
                  <a:ext cx="258120" cy="63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8E21D182-76DB-3008-CE3C-7E2FB34B66EF}"/>
                    </a:ext>
                  </a:extLst>
                </p14:cNvPr>
                <p14:cNvContentPartPr/>
                <p14:nvPr/>
              </p14:nvContentPartPr>
              <p14:xfrm>
                <a:off x="1229280" y="2341040"/>
                <a:ext cx="995760" cy="5706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8E21D182-76DB-3008-CE3C-7E2FB34B66EF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223160" y="2334920"/>
                  <a:ext cx="1008000" cy="58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9C12B104-9FA2-2CA3-EA8F-46E10E298445}"/>
                    </a:ext>
                  </a:extLst>
                </p14:cNvPr>
                <p14:cNvContentPartPr/>
                <p14:nvPr/>
              </p14:nvContentPartPr>
              <p14:xfrm>
                <a:off x="2225760" y="2448320"/>
                <a:ext cx="165600" cy="1843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9C12B104-9FA2-2CA3-EA8F-46E10E298445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2219640" y="2442200"/>
                  <a:ext cx="17784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7464FFB9-0626-6B59-669F-20F2F7795CEA}"/>
                    </a:ext>
                  </a:extLst>
                </p14:cNvPr>
                <p14:cNvContentPartPr/>
                <p14:nvPr/>
              </p14:nvContentPartPr>
              <p14:xfrm>
                <a:off x="2509440" y="2296040"/>
                <a:ext cx="207720" cy="2876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7464FFB9-0626-6B59-669F-20F2F7795CEA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2503320" y="2289920"/>
                  <a:ext cx="21996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B1F348E2-3E4E-1FE3-2E9F-CAD014C69063}"/>
                    </a:ext>
                  </a:extLst>
                </p14:cNvPr>
                <p14:cNvContentPartPr/>
                <p14:nvPr/>
              </p14:nvContentPartPr>
              <p14:xfrm>
                <a:off x="2418000" y="2432480"/>
                <a:ext cx="305280" cy="669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B1F348E2-3E4E-1FE3-2E9F-CAD014C69063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2411880" y="2426360"/>
                  <a:ext cx="317520" cy="79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5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1039B940-3EB3-EB82-8780-805EA422DD44}"/>
                  </a:ext>
                </a:extLst>
              </p14:cNvPr>
              <p14:cNvContentPartPr/>
              <p14:nvPr/>
            </p14:nvContentPartPr>
            <p14:xfrm>
              <a:off x="2001480" y="2174000"/>
              <a:ext cx="360" cy="36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1039B940-3EB3-EB82-8780-805EA422DD44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1995360" y="216788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89266DB2-D169-DE6B-3C51-EDAF503C24CB}"/>
                  </a:ext>
                </a:extLst>
              </p14:cNvPr>
              <p14:cNvContentPartPr/>
              <p14:nvPr/>
            </p14:nvContentPartPr>
            <p14:xfrm>
              <a:off x="9570480" y="467240"/>
              <a:ext cx="330840" cy="39744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89266DB2-D169-DE6B-3C51-EDAF503C24CB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9564360" y="461120"/>
                <a:ext cx="343080" cy="409680"/>
              </a:xfrm>
              <a:prstGeom prst="rect">
                <a:avLst/>
              </a:prstGeom>
            </p:spPr>
          </p:pic>
        </mc:Fallback>
      </mc:AlternateContent>
      <p:grpSp>
        <p:nvGrpSpPr>
          <p:cNvPr id="35" name="Group 34">
            <a:extLst>
              <a:ext uri="{FF2B5EF4-FFF2-40B4-BE49-F238E27FC236}">
                <a16:creationId xmlns:a16="http://schemas.microsoft.com/office/drawing/2014/main" id="{AD3482E0-96BC-52C9-AB45-F565420A9558}"/>
              </a:ext>
            </a:extLst>
          </p:cNvPr>
          <p:cNvGrpSpPr/>
          <p:nvPr/>
        </p:nvGrpSpPr>
        <p:grpSpPr>
          <a:xfrm>
            <a:off x="7477080" y="344840"/>
            <a:ext cx="1639800" cy="751680"/>
            <a:chOff x="7477080" y="344840"/>
            <a:chExt cx="1639800" cy="751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D95DB44-C970-BD35-2560-8B1B3A9C3A13}"/>
                    </a:ext>
                  </a:extLst>
                </p14:cNvPr>
                <p14:cNvContentPartPr/>
                <p14:nvPr/>
              </p14:nvContentPartPr>
              <p14:xfrm>
                <a:off x="7793160" y="375800"/>
                <a:ext cx="162360" cy="3643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AD95DB44-C970-BD35-2560-8B1B3A9C3A13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7787040" y="369680"/>
                  <a:ext cx="174600" cy="37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EAA13B89-46AF-BCBB-0FD6-621B5670187A}"/>
                    </a:ext>
                  </a:extLst>
                </p14:cNvPr>
                <p14:cNvContentPartPr/>
                <p14:nvPr/>
              </p14:nvContentPartPr>
              <p14:xfrm>
                <a:off x="7772280" y="589280"/>
                <a:ext cx="221760" cy="1684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EAA13B89-46AF-BCBB-0FD6-621B5670187A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7766160" y="583160"/>
                  <a:ext cx="23400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2F99F492-68D6-099D-BC03-1CF9B417B4AF}"/>
                    </a:ext>
                  </a:extLst>
                </p14:cNvPr>
                <p14:cNvContentPartPr/>
                <p14:nvPr/>
              </p14:nvContentPartPr>
              <p14:xfrm>
                <a:off x="7477080" y="344840"/>
                <a:ext cx="770400" cy="7516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2F99F492-68D6-099D-BC03-1CF9B417B4AF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7470960" y="338720"/>
                  <a:ext cx="782640" cy="76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25D3B20-6871-98D1-61E2-B4A2CF7C689A}"/>
                    </a:ext>
                  </a:extLst>
                </p14:cNvPr>
                <p14:cNvContentPartPr/>
                <p14:nvPr/>
              </p14:nvContentPartPr>
              <p14:xfrm>
                <a:off x="8208960" y="597200"/>
                <a:ext cx="907920" cy="1742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25D3B20-6871-98D1-61E2-B4A2CF7C689A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8202840" y="591080"/>
                  <a:ext cx="920160" cy="186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CE33B590-7669-6C0D-1CF5-7490B5235D61}"/>
              </a:ext>
            </a:extLst>
          </p:cNvPr>
          <p:cNvGrpSpPr/>
          <p:nvPr/>
        </p:nvGrpSpPr>
        <p:grpSpPr>
          <a:xfrm>
            <a:off x="3301800" y="2255360"/>
            <a:ext cx="478800" cy="254520"/>
            <a:chOff x="3301800" y="2255360"/>
            <a:chExt cx="478800" cy="254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A8D50F70-81BB-FEEA-E41F-03180DADBB28}"/>
                    </a:ext>
                  </a:extLst>
                </p14:cNvPr>
                <p14:cNvContentPartPr/>
                <p14:nvPr/>
              </p14:nvContentPartPr>
              <p14:xfrm>
                <a:off x="3301800" y="2316920"/>
                <a:ext cx="379800" cy="1011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A8D50F70-81BB-FEEA-E41F-03180DADBB28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3295680" y="2310800"/>
                  <a:ext cx="39204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3DAE1BC8-FE17-AB57-0AF6-EF1F03663B26}"/>
                    </a:ext>
                  </a:extLst>
                </p14:cNvPr>
                <p14:cNvContentPartPr/>
                <p14:nvPr/>
              </p14:nvContentPartPr>
              <p14:xfrm>
                <a:off x="3647400" y="2255360"/>
                <a:ext cx="133200" cy="2545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3DAE1BC8-FE17-AB57-0AF6-EF1F03663B26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3641280" y="2249240"/>
                  <a:ext cx="145440" cy="266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9DA26526-7F43-0006-B688-9D6DC1949318}"/>
              </a:ext>
            </a:extLst>
          </p:cNvPr>
          <p:cNvGrpSpPr/>
          <p:nvPr/>
        </p:nvGrpSpPr>
        <p:grpSpPr>
          <a:xfrm>
            <a:off x="4013520" y="2230160"/>
            <a:ext cx="1284840" cy="479880"/>
            <a:chOff x="4013520" y="2230160"/>
            <a:chExt cx="1284840" cy="479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C6016FAA-8ED0-2587-E12C-064B32C6215A}"/>
                    </a:ext>
                  </a:extLst>
                </p14:cNvPr>
                <p14:cNvContentPartPr/>
                <p14:nvPr/>
              </p14:nvContentPartPr>
              <p14:xfrm>
                <a:off x="4295040" y="2275160"/>
                <a:ext cx="706320" cy="1994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C6016FAA-8ED0-2587-E12C-064B32C6215A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4288920" y="2269040"/>
                  <a:ext cx="71856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CDF6A631-0F33-D18C-C5AD-5C364669BEDD}"/>
                    </a:ext>
                  </a:extLst>
                </p14:cNvPr>
                <p14:cNvContentPartPr/>
                <p14:nvPr/>
              </p14:nvContentPartPr>
              <p14:xfrm>
                <a:off x="5062200" y="2230160"/>
                <a:ext cx="236160" cy="1875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CDF6A631-0F33-D18C-C5AD-5C364669BEDD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5056080" y="2224040"/>
                  <a:ext cx="24840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D3BD7F58-20F4-0745-EF9C-FAB6A6329B5A}"/>
                    </a:ext>
                  </a:extLst>
                </p14:cNvPr>
                <p14:cNvContentPartPr/>
                <p14:nvPr/>
              </p14:nvContentPartPr>
              <p14:xfrm>
                <a:off x="4013520" y="2407640"/>
                <a:ext cx="1118880" cy="3024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D3BD7F58-20F4-0745-EF9C-FAB6A6329B5A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4007400" y="2401520"/>
                  <a:ext cx="1131120" cy="314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7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4B8187C3-F656-476C-E888-ECB4E13A5386}"/>
                  </a:ext>
                </a:extLst>
              </p14:cNvPr>
              <p14:cNvContentPartPr/>
              <p14:nvPr/>
            </p14:nvContentPartPr>
            <p14:xfrm>
              <a:off x="679200" y="353120"/>
              <a:ext cx="3177000" cy="158076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4B8187C3-F656-476C-E888-ECB4E13A5386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673080" y="347000"/>
                <a:ext cx="3189240" cy="159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9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290849EA-F358-2E1F-5AA4-85BD3446CB42}"/>
                  </a:ext>
                </a:extLst>
              </p14:cNvPr>
              <p14:cNvContentPartPr/>
              <p14:nvPr/>
            </p14:nvContentPartPr>
            <p14:xfrm>
              <a:off x="81240" y="3210440"/>
              <a:ext cx="360" cy="36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290849EA-F358-2E1F-5AA4-85BD3446CB42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75120" y="320432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D4A33FA6-160B-84FF-042E-C711BF05D948}"/>
                  </a:ext>
                </a:extLst>
              </p14:cNvPr>
              <p14:cNvContentPartPr/>
              <p14:nvPr/>
            </p14:nvContentPartPr>
            <p14:xfrm>
              <a:off x="1198680" y="2765120"/>
              <a:ext cx="1522080" cy="33408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D4A33FA6-160B-84FF-042E-C711BF05D948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1192560" y="2759000"/>
                <a:ext cx="1534320" cy="34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F7FE6171-E834-D322-769F-FC4D6921B542}"/>
                  </a:ext>
                </a:extLst>
              </p14:cNvPr>
              <p14:cNvContentPartPr/>
              <p14:nvPr/>
            </p14:nvContentPartPr>
            <p14:xfrm>
              <a:off x="4392240" y="2843600"/>
              <a:ext cx="337320" cy="4212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F7FE6171-E834-D322-769F-FC4D6921B542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4386120" y="2837480"/>
                <a:ext cx="349560" cy="54360"/>
              </a:xfrm>
              <a:prstGeom prst="rect">
                <a:avLst/>
              </a:prstGeom>
            </p:spPr>
          </p:pic>
        </mc:Fallback>
      </mc:AlternateContent>
      <p:grpSp>
        <p:nvGrpSpPr>
          <p:cNvPr id="58" name="Group 57">
            <a:extLst>
              <a:ext uri="{FF2B5EF4-FFF2-40B4-BE49-F238E27FC236}">
                <a16:creationId xmlns:a16="http://schemas.microsoft.com/office/drawing/2014/main" id="{3A066E48-C892-F188-E4FE-1FFBFFBB3629}"/>
              </a:ext>
            </a:extLst>
          </p:cNvPr>
          <p:cNvGrpSpPr/>
          <p:nvPr/>
        </p:nvGrpSpPr>
        <p:grpSpPr>
          <a:xfrm>
            <a:off x="5567640" y="1778000"/>
            <a:ext cx="5317200" cy="1330560"/>
            <a:chOff x="5567640" y="1778000"/>
            <a:chExt cx="5317200" cy="1330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C178DF53-173E-3D57-C213-935C59117A0C}"/>
                    </a:ext>
                  </a:extLst>
                </p14:cNvPr>
                <p14:cNvContentPartPr/>
                <p14:nvPr/>
              </p14:nvContentPartPr>
              <p14:xfrm>
                <a:off x="5567640" y="2391440"/>
                <a:ext cx="52560" cy="64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C178DF53-173E-3D57-C213-935C59117A0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561520" y="2385320"/>
                  <a:ext cx="6480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DCCF6E67-EC91-4E96-BE53-E6A30F902843}"/>
                    </a:ext>
                  </a:extLst>
                </p14:cNvPr>
                <p14:cNvContentPartPr/>
                <p14:nvPr/>
              </p14:nvContentPartPr>
              <p14:xfrm>
                <a:off x="5701920" y="2306120"/>
                <a:ext cx="91800" cy="2116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DCCF6E67-EC91-4E96-BE53-E6A30F902843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695800" y="2300000"/>
                  <a:ext cx="10404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BC5D0E9B-3F19-7E31-367F-69A2AF2C0441}"/>
                    </a:ext>
                  </a:extLst>
                </p14:cNvPr>
                <p14:cNvContentPartPr/>
                <p14:nvPr/>
              </p14:nvContentPartPr>
              <p14:xfrm>
                <a:off x="6400680" y="2123240"/>
                <a:ext cx="259920" cy="2494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BC5D0E9B-3F19-7E31-367F-69A2AF2C0441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394560" y="2117120"/>
                  <a:ext cx="27216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0DB85910-DF8B-AAA0-376A-F56BBB9042E1}"/>
                    </a:ext>
                  </a:extLst>
                </p14:cNvPr>
                <p14:cNvContentPartPr/>
                <p14:nvPr/>
              </p14:nvContentPartPr>
              <p14:xfrm>
                <a:off x="6429480" y="2024240"/>
                <a:ext cx="585360" cy="7686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0DB85910-DF8B-AAA0-376A-F56BBB9042E1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423360" y="2018120"/>
                  <a:ext cx="597600" cy="78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820F405A-2011-3CB4-0431-124C960F0F13}"/>
                    </a:ext>
                  </a:extLst>
                </p14:cNvPr>
                <p14:cNvContentPartPr/>
                <p14:nvPr/>
              </p14:nvContentPartPr>
              <p14:xfrm>
                <a:off x="6992880" y="1778000"/>
                <a:ext cx="940320" cy="7851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820F405A-2011-3CB4-0431-124C960F0F13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986760" y="1771880"/>
                  <a:ext cx="952560" cy="79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EA412DDF-681A-B324-99FD-3149054DCC73}"/>
                    </a:ext>
                  </a:extLst>
                </p14:cNvPr>
                <p14:cNvContentPartPr/>
                <p14:nvPr/>
              </p14:nvContentPartPr>
              <p14:xfrm>
                <a:off x="8357280" y="1892840"/>
                <a:ext cx="400680" cy="9154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EA412DDF-681A-B324-99FD-3149054DCC7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351160" y="1886720"/>
                  <a:ext cx="412920" cy="9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07A057D-21F1-3EB4-5647-5A3007466C78}"/>
                    </a:ext>
                  </a:extLst>
                </p14:cNvPr>
                <p14:cNvContentPartPr/>
                <p14:nvPr/>
              </p14:nvContentPartPr>
              <p14:xfrm>
                <a:off x="8766240" y="1785560"/>
                <a:ext cx="2010600" cy="49644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707A057D-21F1-3EB4-5647-5A3007466C78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760120" y="1779440"/>
                  <a:ext cx="2022840" cy="50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D9F1CCF0-CDB3-EB31-279B-F96DB8B04FA9}"/>
                    </a:ext>
                  </a:extLst>
                </p14:cNvPr>
                <p14:cNvContentPartPr/>
                <p14:nvPr/>
              </p14:nvContentPartPr>
              <p14:xfrm>
                <a:off x="6212760" y="2927120"/>
                <a:ext cx="4672080" cy="1814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D9F1CCF0-CDB3-EB31-279B-F96DB8B04FA9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206640" y="2921000"/>
                  <a:ext cx="4684320" cy="1936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97DB70AD-CBF5-EBA8-9DEB-2117BCFD72D2}"/>
              </a:ext>
            </a:extLst>
          </p:cNvPr>
          <p:cNvSpPr txBox="1"/>
          <p:nvPr/>
        </p:nvSpPr>
        <p:spPr>
          <a:xfrm>
            <a:off x="689360" y="4094480"/>
            <a:ext cx="10540065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How do we update the parameters?</a:t>
            </a:r>
          </a:p>
          <a:p>
            <a:r>
              <a:rPr lang="en-US" dirty="0"/>
              <a:t>From the loss we compute the gradient!!... Gradient tells us the </a:t>
            </a:r>
            <a:r>
              <a:rPr lang="en-US" b="1" i="1" dirty="0">
                <a:highlight>
                  <a:srgbClr val="FFFF00"/>
                </a:highlight>
              </a:rPr>
              <a:t>direction</a:t>
            </a:r>
            <a:r>
              <a:rPr lang="en-US" dirty="0"/>
              <a:t> to minimize the loss!!</a:t>
            </a:r>
          </a:p>
          <a:p>
            <a:r>
              <a:rPr lang="en-US" dirty="0"/>
              <a:t>Who </a:t>
            </a:r>
            <a:r>
              <a:rPr lang="en-US" dirty="0" err="1"/>
              <a:t>deterins</a:t>
            </a:r>
            <a:r>
              <a:rPr lang="en-US" dirty="0"/>
              <a:t> in what steps I would reach the minima: </a:t>
            </a:r>
            <a:r>
              <a:rPr lang="en-US" b="1" i="1" dirty="0">
                <a:highlight>
                  <a:srgbClr val="FFFF00"/>
                </a:highlight>
              </a:rPr>
              <a:t>learning rate</a:t>
            </a:r>
          </a:p>
          <a:p>
            <a:r>
              <a:rPr lang="en-US" b="1" i="1" dirty="0"/>
              <a:t>Hyper parameter search: we have multiple learning rates, and our model tries them all and we take the best</a:t>
            </a:r>
          </a:p>
          <a:p>
            <a:r>
              <a:rPr lang="en-US" b="1" i="1" dirty="0"/>
              <a:t>Lr = [2*10^-3, 5*10-^-2, 1.2*10^-5].. We have </a:t>
            </a:r>
            <a:r>
              <a:rPr lang="en-US" b="1" i="1" dirty="0" err="1"/>
              <a:t>lits</a:t>
            </a:r>
            <a:r>
              <a:rPr lang="en-US" b="1" i="1" dirty="0"/>
              <a:t> of learning rate</a:t>
            </a:r>
          </a:p>
          <a:p>
            <a:endParaRPr lang="en-US" b="1" i="1" dirty="0"/>
          </a:p>
          <a:p>
            <a:r>
              <a:rPr lang="en-US" b="1" i="1" dirty="0"/>
              <a:t>Scheduler: … optimization!! </a:t>
            </a:r>
          </a:p>
        </p:txBody>
      </p:sp>
    </p:spTree>
    <p:extLst>
      <p:ext uri="{BB962C8B-B14F-4D97-AF65-F5344CB8AC3E}">
        <p14:creationId xmlns:p14="http://schemas.microsoft.com/office/powerpoint/2010/main" val="42823633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are in the journey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69264"/>
            <a:ext cx="11055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learning loop, richer model shape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2651760" cy="2286000"/>
          </a:xfrm>
          <a:prstGeom prst="roundRect">
            <a:avLst>
              <a:gd name="adj" fmla="val 3200"/>
            </a:avLst>
          </a:prstGeom>
          <a:solidFill>
            <a:srgbClr val="F2F5F9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1920240"/>
            <a:ext cx="457200" cy="457200"/>
          </a:xfrm>
          <a:prstGeom prst="ellipse">
            <a:avLst/>
          </a:prstGeom>
          <a:solidFill>
            <a:srgbClr val="6B7A94"/>
          </a:solidFill>
          <a:ln w="12700">
            <a:solidFill>
              <a:srgbClr val="6B7A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22960" y="200253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389888" y="201168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514600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AI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926080"/>
            <a:ext cx="21396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states.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learned.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64408" y="2743200"/>
            <a:ext cx="228600" cy="237744"/>
          </a:xfrm>
          <a:prstGeom prst="rightArrow">
            <a:avLst/>
          </a:prstGeom>
          <a:solidFill>
            <a:srgbClr val="D8E0EA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538728" y="1691640"/>
            <a:ext cx="2651760" cy="2286000"/>
          </a:xfrm>
          <a:prstGeom prst="roundRect">
            <a:avLst>
              <a:gd name="adj" fmla="val 3200"/>
            </a:avLst>
          </a:prstGeom>
          <a:solidFill>
            <a:srgbClr val="F2F5F9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794760" y="1920240"/>
            <a:ext cx="457200" cy="45720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3794760" y="200253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361688" y="201168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794760" y="2514600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Regression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3794760" y="2926080"/>
            <a:ext cx="21396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w and b.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a number.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236208" y="2743200"/>
            <a:ext cx="228600" cy="237744"/>
          </a:xfrm>
          <a:prstGeom prst="rightArrow">
            <a:avLst/>
          </a:prstGeom>
          <a:solidFill>
            <a:srgbClr val="D8E0EA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510528" y="1691640"/>
            <a:ext cx="2651760" cy="2286000"/>
          </a:xfrm>
          <a:prstGeom prst="roundRect">
            <a:avLst>
              <a:gd name="adj" fmla="val 3200"/>
            </a:avLst>
          </a:prstGeom>
          <a:solidFill>
            <a:srgbClr val="FDF1EC"/>
          </a:solidFill>
          <a:ln w="12700">
            <a:solidFill>
              <a:srgbClr val="F3C9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766560" y="1920240"/>
            <a:ext cx="457200" cy="4572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6766560" y="200253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333488" y="201168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766560" y="2514600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Neuron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6766560" y="2926080"/>
            <a:ext cx="21396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sum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activation.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208008" y="2743200"/>
            <a:ext cx="228600" cy="237744"/>
          </a:xfrm>
          <a:prstGeom prst="rightArrow">
            <a:avLst/>
          </a:prstGeom>
          <a:solidFill>
            <a:srgbClr val="D8E0EA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9482328" y="1691640"/>
            <a:ext cx="2651760" cy="2286000"/>
          </a:xfrm>
          <a:prstGeom prst="roundRect">
            <a:avLst>
              <a:gd name="adj" fmla="val 3200"/>
            </a:avLst>
          </a:prstGeom>
          <a:solidFill>
            <a:srgbClr val="F2F5F9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9738360" y="1920240"/>
            <a:ext cx="457200" cy="457200"/>
          </a:xfrm>
          <a:prstGeom prst="ellipse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9738360" y="200253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0305288" y="201168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9738360" y="2514600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9738360" y="2926080"/>
            <a:ext cx="21396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neurons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together.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566928" y="4251960"/>
            <a:ext cx="11055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from last week: learning = changing parameters so that the loss goes down.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566928" y="4617720"/>
            <a:ext cx="11055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new question: what if the shape of the model itself is too simple for the pattern?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66928" y="5212080"/>
            <a:ext cx="11055096" cy="475488"/>
          </a:xfrm>
          <a:prstGeom prst="roundRect">
            <a:avLst>
              <a:gd name="adj" fmla="val 19231"/>
            </a:avLst>
          </a:prstGeom>
          <a:solidFill>
            <a:srgbClr val="FDF1EC"/>
          </a:solidFill>
          <a:ln w="12700">
            <a:solidFill>
              <a:srgbClr val="F3C9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 txBox="1"/>
          <p:nvPr/>
        </p:nvSpPr>
        <p:spPr>
          <a:xfrm>
            <a:off x="768096" y="5266944"/>
            <a:ext cx="10652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WARM-UP:  </a:t>
            </a:r>
            <a:r>
              <a:rPr lang="en-US" sz="14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the Week 1 maze solver machine learning? Why or why not?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566928" y="6327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From Regression to Neural Networks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10972800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1646C222-6AF4-A8A8-1271-C37FBDAF5289}"/>
                  </a:ext>
                </a:extLst>
              </p14:cNvPr>
              <p14:cNvContentPartPr/>
              <p14:nvPr/>
            </p14:nvContentPartPr>
            <p14:xfrm>
              <a:off x="-193080" y="1371560"/>
              <a:ext cx="652320" cy="84708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1646C222-6AF4-A8A8-1271-C37FBDAF528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199200" y="1365440"/>
                <a:ext cx="664560" cy="859320"/>
              </a:xfrm>
              <a:prstGeom prst="rect">
                <a:avLst/>
              </a:prstGeom>
            </p:spPr>
          </p:pic>
        </mc:Fallback>
      </mc:AlternateContent>
      <p:grpSp>
        <p:nvGrpSpPr>
          <p:cNvPr id="40" name="Group 39">
            <a:extLst>
              <a:ext uri="{FF2B5EF4-FFF2-40B4-BE49-F238E27FC236}">
                <a16:creationId xmlns:a16="http://schemas.microsoft.com/office/drawing/2014/main" id="{59ACE381-1211-2303-7A1A-7283BD2E0FDA}"/>
              </a:ext>
            </a:extLst>
          </p:cNvPr>
          <p:cNvGrpSpPr/>
          <p:nvPr/>
        </p:nvGrpSpPr>
        <p:grpSpPr>
          <a:xfrm>
            <a:off x="914280" y="2425280"/>
            <a:ext cx="2035440" cy="1325520"/>
            <a:chOff x="914280" y="2425280"/>
            <a:chExt cx="2035440" cy="1325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8ED7F24-DCC6-D5B8-EC65-798047707EBE}"/>
                    </a:ext>
                  </a:extLst>
                </p14:cNvPr>
                <p14:cNvContentPartPr/>
                <p14:nvPr/>
              </p14:nvContentPartPr>
              <p14:xfrm>
                <a:off x="2343840" y="2425280"/>
                <a:ext cx="605880" cy="10598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8ED7F24-DCC6-D5B8-EC65-798047707EBE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337720" y="2419160"/>
                  <a:ext cx="618120" cy="10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649F50BB-4152-62D6-C474-3CC5159B7F78}"/>
                    </a:ext>
                  </a:extLst>
                </p14:cNvPr>
                <p14:cNvContentPartPr/>
                <p14:nvPr/>
              </p14:nvContentPartPr>
              <p14:xfrm>
                <a:off x="914280" y="3708320"/>
                <a:ext cx="1365480" cy="424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649F50BB-4152-62D6-C474-3CC5159B7F78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08160" y="3702200"/>
                  <a:ext cx="1377720" cy="54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30BA77BF-7A19-4D14-C53F-3E40D664E94A}"/>
                  </a:ext>
                </a:extLst>
              </p14:cNvPr>
              <p14:cNvContentPartPr/>
              <p14:nvPr/>
            </p14:nvContentPartPr>
            <p14:xfrm>
              <a:off x="4967160" y="1229360"/>
              <a:ext cx="286200" cy="69480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30BA77BF-7A19-4D14-C53F-3E40D664E94A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961040" y="1223240"/>
                <a:ext cx="298440" cy="70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1F394855-6FD6-1486-43AD-3891717206AB}"/>
                  </a:ext>
                </a:extLst>
              </p14:cNvPr>
              <p14:cNvContentPartPr/>
              <p14:nvPr/>
            </p14:nvContentPartPr>
            <p14:xfrm>
              <a:off x="3941880" y="2976800"/>
              <a:ext cx="1070280" cy="5976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1F394855-6FD6-1486-43AD-3891717206AB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935760" y="2970680"/>
                <a:ext cx="108252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0FBCA107-62A2-4A71-BD52-A5C33C446E36}"/>
                  </a:ext>
                </a:extLst>
              </p14:cNvPr>
              <p14:cNvContentPartPr/>
              <p14:nvPr/>
            </p14:nvContentPartPr>
            <p14:xfrm>
              <a:off x="7500840" y="160160"/>
              <a:ext cx="609840" cy="92844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0FBCA107-62A2-4A71-BD52-A5C33C446E36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494720" y="154040"/>
                <a:ext cx="622080" cy="9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0E1DE9CF-7C6B-6DAA-7F26-D0F5B08A1E97}"/>
                  </a:ext>
                </a:extLst>
              </p14:cNvPr>
              <p14:cNvContentPartPr/>
              <p14:nvPr/>
            </p14:nvContentPartPr>
            <p14:xfrm>
              <a:off x="3239160" y="2395760"/>
              <a:ext cx="2097000" cy="642600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0E1DE9CF-7C6B-6DAA-7F26-D0F5B08A1E97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233040" y="2389640"/>
                <a:ext cx="2109240" cy="65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D44A2867-7B65-B1D8-2E37-28AECCB16F93}"/>
                  </a:ext>
                </a:extLst>
              </p14:cNvPr>
              <p14:cNvContentPartPr/>
              <p14:nvPr/>
            </p14:nvContentPartPr>
            <p14:xfrm>
              <a:off x="5079840" y="2179040"/>
              <a:ext cx="720360" cy="28800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D44A2867-7B65-B1D8-2E37-28AECCB16F93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5073720" y="2172920"/>
                <a:ext cx="732600" cy="300240"/>
              </a:xfrm>
              <a:prstGeom prst="rect">
                <a:avLst/>
              </a:prstGeom>
            </p:spPr>
          </p:pic>
        </mc:Fallback>
      </mc:AlternateContent>
      <p:grpSp>
        <p:nvGrpSpPr>
          <p:cNvPr id="65" name="Group 64">
            <a:extLst>
              <a:ext uri="{FF2B5EF4-FFF2-40B4-BE49-F238E27FC236}">
                <a16:creationId xmlns:a16="http://schemas.microsoft.com/office/drawing/2014/main" id="{32ED65CC-C22E-67E5-719E-13B20210084E}"/>
              </a:ext>
            </a:extLst>
          </p:cNvPr>
          <p:cNvGrpSpPr/>
          <p:nvPr/>
        </p:nvGrpSpPr>
        <p:grpSpPr>
          <a:xfrm>
            <a:off x="6952560" y="7520"/>
            <a:ext cx="3990600" cy="1480680"/>
            <a:chOff x="6952560" y="7520"/>
            <a:chExt cx="3990600" cy="1480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57CC85F0-6AA0-09D5-5A3A-F5DB9E38CE6F}"/>
                    </a:ext>
                  </a:extLst>
                </p14:cNvPr>
                <p14:cNvContentPartPr/>
                <p14:nvPr/>
              </p14:nvContentPartPr>
              <p14:xfrm>
                <a:off x="9570480" y="588200"/>
                <a:ext cx="278640" cy="421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57CC85F0-6AA0-09D5-5A3A-F5DB9E38CE6F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9564360" y="582080"/>
                  <a:ext cx="29088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0774EC5F-6C18-31BA-89DF-E6422AC06158}"/>
                    </a:ext>
                  </a:extLst>
                </p14:cNvPr>
                <p14:cNvContentPartPr/>
                <p14:nvPr/>
              </p14:nvContentPartPr>
              <p14:xfrm>
                <a:off x="9810240" y="528080"/>
                <a:ext cx="4320" cy="1519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0774EC5F-6C18-31BA-89DF-E6422AC06158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9804120" y="521960"/>
                  <a:ext cx="1656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E228A7C0-391D-A267-8B8F-0AF9A927F802}"/>
                    </a:ext>
                  </a:extLst>
                </p14:cNvPr>
                <p14:cNvContentPartPr/>
                <p14:nvPr/>
              </p14:nvContentPartPr>
              <p14:xfrm>
                <a:off x="10017600" y="365720"/>
                <a:ext cx="380880" cy="4910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E228A7C0-391D-A267-8B8F-0AF9A927F802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0011480" y="359600"/>
                  <a:ext cx="393120" cy="50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DB22DA6-68F5-CAD1-F53A-05A49F32D2BD}"/>
                    </a:ext>
                  </a:extLst>
                </p14:cNvPr>
                <p14:cNvContentPartPr/>
                <p14:nvPr/>
              </p14:nvContentPartPr>
              <p14:xfrm>
                <a:off x="7620000" y="325040"/>
                <a:ext cx="339480" cy="5414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DB22DA6-68F5-CAD1-F53A-05A49F32D2BD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613880" y="318920"/>
                  <a:ext cx="351720" cy="55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5A1D91F6-C379-F91C-38E6-669C457061EB}"/>
                    </a:ext>
                  </a:extLst>
                </p14:cNvPr>
                <p14:cNvContentPartPr/>
                <p14:nvPr/>
              </p14:nvContentPartPr>
              <p14:xfrm>
                <a:off x="7965240" y="574520"/>
                <a:ext cx="91800" cy="759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5A1D91F6-C379-F91C-38E6-669C457061EB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7959120" y="568400"/>
                  <a:ext cx="10404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55003C9F-AF69-E90E-C258-4A91C32BCB8B}"/>
                    </a:ext>
                  </a:extLst>
                </p14:cNvPr>
                <p14:cNvContentPartPr/>
                <p14:nvPr/>
              </p14:nvContentPartPr>
              <p14:xfrm>
                <a:off x="8046600" y="690800"/>
                <a:ext cx="68400" cy="194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55003C9F-AF69-E90E-C258-4A91C32BCB8B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8040480" y="684680"/>
                  <a:ext cx="8064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75B5F359-1EB7-AE29-738C-7FA535CE01F4}"/>
                    </a:ext>
                  </a:extLst>
                </p14:cNvPr>
                <p14:cNvContentPartPr/>
                <p14:nvPr/>
              </p14:nvContentPartPr>
              <p14:xfrm>
                <a:off x="8208960" y="538160"/>
                <a:ext cx="390240" cy="2894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75B5F359-1EB7-AE29-738C-7FA535CE01F4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8202840" y="532040"/>
                  <a:ext cx="40248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748802B9-90A8-DE1D-DD2A-695B25BC04B7}"/>
                    </a:ext>
                  </a:extLst>
                </p14:cNvPr>
                <p14:cNvContentPartPr/>
                <p14:nvPr/>
              </p14:nvContentPartPr>
              <p14:xfrm>
                <a:off x="8807280" y="487400"/>
                <a:ext cx="397800" cy="2973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748802B9-90A8-DE1D-DD2A-695B25BC04B7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8801160" y="481280"/>
                  <a:ext cx="410040" cy="30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AC458869-E00C-0304-4697-695F0EF278D2}"/>
                    </a:ext>
                  </a:extLst>
                </p14:cNvPr>
                <p14:cNvContentPartPr/>
                <p14:nvPr/>
              </p14:nvContentPartPr>
              <p14:xfrm>
                <a:off x="8757600" y="589280"/>
                <a:ext cx="215640" cy="1774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AC458869-E00C-0304-4697-695F0EF278D2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751480" y="583160"/>
                  <a:ext cx="22788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18570FD6-D3AB-1500-45AA-14564A79B0AA}"/>
                    </a:ext>
                  </a:extLst>
                </p14:cNvPr>
                <p14:cNvContentPartPr/>
                <p14:nvPr/>
              </p14:nvContentPartPr>
              <p14:xfrm>
                <a:off x="8983320" y="1056560"/>
                <a:ext cx="28800" cy="2192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18570FD6-D3AB-1500-45AA-14564A79B0AA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8977200" y="1050440"/>
                  <a:ext cx="4104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0546B321-9BA4-C56D-7306-5F35B710F407}"/>
                    </a:ext>
                  </a:extLst>
                </p14:cNvPr>
                <p14:cNvContentPartPr/>
                <p14:nvPr/>
              </p14:nvContentPartPr>
              <p14:xfrm>
                <a:off x="8920320" y="1025960"/>
                <a:ext cx="201600" cy="2019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0546B321-9BA4-C56D-7306-5F35B710F407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8914200" y="1019840"/>
                  <a:ext cx="21384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016F5486-CC8D-0A38-15AC-8A9F48742E67}"/>
                    </a:ext>
                  </a:extLst>
                </p14:cNvPr>
                <p14:cNvContentPartPr/>
                <p14:nvPr/>
              </p14:nvContentPartPr>
              <p14:xfrm>
                <a:off x="7797120" y="1076720"/>
                <a:ext cx="46800" cy="20808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016F5486-CC8D-0A38-15AC-8A9F48742E67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7791000" y="1070600"/>
                  <a:ext cx="5904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9AF128BC-6134-15F7-B377-E6156C9A1CB2}"/>
                    </a:ext>
                  </a:extLst>
                </p14:cNvPr>
                <p14:cNvContentPartPr/>
                <p14:nvPr/>
              </p14:nvContentPartPr>
              <p14:xfrm>
                <a:off x="7680840" y="1110200"/>
                <a:ext cx="176040" cy="756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9AF128BC-6134-15F7-B377-E6156C9A1CB2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7674720" y="1104080"/>
                  <a:ext cx="18828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CD7BF23C-379A-5EB1-6640-1613F0B26079}"/>
                    </a:ext>
                  </a:extLst>
                </p14:cNvPr>
                <p14:cNvContentPartPr/>
                <p14:nvPr/>
              </p14:nvContentPartPr>
              <p14:xfrm>
                <a:off x="6952560" y="7520"/>
                <a:ext cx="3990600" cy="14806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CD7BF23C-379A-5EB1-6640-1613F0B26079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6946440" y="1400"/>
                  <a:ext cx="4002840" cy="1492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7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6FD8D325-5B12-0540-A11D-4172139699E2}"/>
                  </a:ext>
                </a:extLst>
              </p14:cNvPr>
              <p14:cNvContentPartPr/>
              <p14:nvPr/>
            </p14:nvContentPartPr>
            <p14:xfrm>
              <a:off x="3840360" y="3667640"/>
              <a:ext cx="1016280" cy="51120"/>
            </p14:xfrm>
          </p:contentPart>
        </mc:Choice>
        <mc:Fallback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6FD8D325-5B12-0540-A11D-4172139699E2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3834240" y="3661520"/>
                <a:ext cx="1028520" cy="6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DED23471-0AEF-0BB3-7BE2-C107F0EB7978}"/>
                  </a:ext>
                </a:extLst>
              </p14:cNvPr>
              <p14:cNvContentPartPr/>
              <p14:nvPr/>
            </p14:nvContentPartPr>
            <p14:xfrm>
              <a:off x="4978320" y="3037640"/>
              <a:ext cx="838440" cy="307800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DED23471-0AEF-0BB3-7BE2-C107F0EB7978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4972200" y="3031520"/>
                <a:ext cx="850680" cy="32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F537177E-94C8-8A13-0CC6-4E65269A22D5}"/>
                  </a:ext>
                </a:extLst>
              </p14:cNvPr>
              <p14:cNvContentPartPr/>
              <p14:nvPr/>
            </p14:nvContentPartPr>
            <p14:xfrm>
              <a:off x="6694440" y="2465960"/>
              <a:ext cx="1286280" cy="501840"/>
            </p14:xfrm>
          </p:contentPart>
        </mc:Choice>
        <mc:Fallback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F537177E-94C8-8A13-0CC6-4E65269A22D5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6688320" y="2459840"/>
                <a:ext cx="1298520" cy="51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3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2FAD278D-39B8-F8B3-99A8-E76B5313A57B}"/>
                  </a:ext>
                </a:extLst>
              </p14:cNvPr>
              <p14:cNvContentPartPr/>
              <p14:nvPr/>
            </p14:nvContentPartPr>
            <p14:xfrm>
              <a:off x="3911280" y="4561520"/>
              <a:ext cx="3231360" cy="31680"/>
            </p14:xfrm>
          </p:contentPart>
        </mc:Choice>
        <mc:Fallback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2FAD278D-39B8-F8B3-99A8-E76B5313A57B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3905160" y="4555400"/>
                <a:ext cx="3243600" cy="43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097280"/>
            <a:ext cx="11055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IDEA BEHIND ALL OF IT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55448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Instead of programming the answer,</a:t>
            </a:r>
            <a:endParaRPr lang="en-US" sz="3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we let the computer improve from examples?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3200400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1B2C4E"/>
          </a:solidFill>
          <a:ln w="12700">
            <a:solidFill>
              <a:srgbClr val="2E46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59536" y="340156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E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program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59536" y="3767328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6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write the rule.</a:t>
            </a: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6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computer follows it.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784848" y="3200400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1B2C4E"/>
          </a:solidFill>
          <a:ln w="12700">
            <a:solidFill>
              <a:srgbClr val="2E46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7077456" y="340156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077456" y="3767328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6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show examples.</a:t>
            </a: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6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computer finds the rule.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48920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examples are the teacher. The mistake — the error — is the feedback.</a:t>
            </a:r>
            <a:endParaRPr lang="en-US" sz="17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106338E5-8A6C-BF20-F47C-DB26C01E4B72}"/>
                  </a:ext>
                </a:extLst>
              </p14:cNvPr>
              <p14:cNvContentPartPr/>
              <p14:nvPr/>
            </p14:nvContentPartPr>
            <p14:xfrm>
              <a:off x="40560" y="2793920"/>
              <a:ext cx="804240" cy="4964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106338E5-8A6C-BF20-F47C-DB26C01E4B7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440" y="2787800"/>
                <a:ext cx="816480" cy="508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C8EE0A65-7A8E-4CE5-FD86-FDA6CF9F4081}"/>
              </a:ext>
            </a:extLst>
          </p:cNvPr>
          <p:cNvGrpSpPr/>
          <p:nvPr/>
        </p:nvGrpSpPr>
        <p:grpSpPr>
          <a:xfrm>
            <a:off x="2478840" y="3726680"/>
            <a:ext cx="1941840" cy="671040"/>
            <a:chOff x="2478840" y="3726680"/>
            <a:chExt cx="1941840" cy="671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B1F9D40-BEB0-C18F-C9E3-06EDE9156B93}"/>
                    </a:ext>
                  </a:extLst>
                </p14:cNvPr>
                <p14:cNvContentPartPr/>
                <p14:nvPr/>
              </p14:nvContentPartPr>
              <p14:xfrm>
                <a:off x="2478840" y="3726680"/>
                <a:ext cx="908640" cy="3038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B1F9D40-BEB0-C18F-C9E3-06EDE9156B93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472720" y="3720560"/>
                  <a:ext cx="92088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BF7E659-4A55-F172-9411-EB78C7E973F0}"/>
                    </a:ext>
                  </a:extLst>
                </p14:cNvPr>
                <p14:cNvContentPartPr/>
                <p14:nvPr/>
              </p14:nvContentPartPr>
              <p14:xfrm>
                <a:off x="2956560" y="4013600"/>
                <a:ext cx="1464120" cy="3841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BF7E659-4A55-F172-9411-EB78C7E973F0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950440" y="4007480"/>
                  <a:ext cx="1476360" cy="396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E69B4219-A667-8B0D-78D8-A3302113325A}"/>
                  </a:ext>
                </a:extLst>
              </p14:cNvPr>
              <p14:cNvContentPartPr/>
              <p14:nvPr/>
            </p14:nvContentPartPr>
            <p14:xfrm>
              <a:off x="8991600" y="3474320"/>
              <a:ext cx="1739160" cy="54756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E69B4219-A667-8B0D-78D8-A3302113325A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985480" y="3468200"/>
                <a:ext cx="1751400" cy="55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D94E6887-BC0C-CC17-FC42-6E9B5D4F3C36}"/>
                  </a:ext>
                </a:extLst>
              </p14:cNvPr>
              <p14:cNvContentPartPr/>
              <p14:nvPr/>
            </p14:nvContentPartPr>
            <p14:xfrm>
              <a:off x="9408120" y="3837920"/>
              <a:ext cx="1569960" cy="42120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D94E6887-BC0C-CC17-FC42-6E9B5D4F3C36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9402000" y="3831800"/>
                <a:ext cx="1582200" cy="433440"/>
              </a:xfrm>
              <a:prstGeom prst="rect">
                <a:avLst/>
              </a:prstGeom>
            </p:spPr>
          </p:pic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D5D84B72-CA62-007C-909B-F435A50B2365}"/>
              </a:ext>
            </a:extLst>
          </p:cNvPr>
          <p:cNvGrpSpPr/>
          <p:nvPr/>
        </p:nvGrpSpPr>
        <p:grpSpPr>
          <a:xfrm>
            <a:off x="3362640" y="5241560"/>
            <a:ext cx="3780360" cy="194400"/>
            <a:chOff x="3362640" y="5241560"/>
            <a:chExt cx="3780360" cy="194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C18C549-2ABF-4894-1A02-C4EC29DAD0B2}"/>
                    </a:ext>
                  </a:extLst>
                </p14:cNvPr>
                <p14:cNvContentPartPr/>
                <p14:nvPr/>
              </p14:nvContentPartPr>
              <p14:xfrm>
                <a:off x="3362640" y="5313200"/>
                <a:ext cx="736920" cy="108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C18C549-2ABF-4894-1A02-C4EC29DAD0B2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356520" y="5307080"/>
                  <a:ext cx="74916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B67200D6-E98A-C7B3-4FA2-BCB55C671E74}"/>
                    </a:ext>
                  </a:extLst>
                </p14:cNvPr>
                <p14:cNvContentPartPr/>
                <p14:nvPr/>
              </p14:nvContentPartPr>
              <p14:xfrm>
                <a:off x="4642800" y="5241560"/>
                <a:ext cx="803160" cy="619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67200D6-E98A-C7B3-4FA2-BCB55C671E74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636680" y="5235440"/>
                  <a:ext cx="81540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BA2B361-E5F1-C1B1-FD26-F514BB5847C4}"/>
                    </a:ext>
                  </a:extLst>
                </p14:cNvPr>
                <p14:cNvContentPartPr/>
                <p14:nvPr/>
              </p14:nvContentPartPr>
              <p14:xfrm>
                <a:off x="6136440" y="5372240"/>
                <a:ext cx="1006560" cy="637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BA2B361-E5F1-C1B1-FD26-F514BB5847C4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130320" y="5366120"/>
                  <a:ext cx="1018800" cy="7596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tiny: learn a hidden rule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69264"/>
            <a:ext cx="11055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any physics or code - just three examples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4206240" cy="2926080"/>
          </a:xfrm>
          <a:prstGeom prst="roundRect">
            <a:avLst>
              <a:gd name="adj" fmla="val 2500"/>
            </a:avLst>
          </a:prstGeom>
          <a:solidFill>
            <a:srgbClr val="F2F5F9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41248" y="18470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WE SHOW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2402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35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0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350008" y="2313432"/>
            <a:ext cx="502920" cy="237744"/>
          </a:xfrm>
          <a:prstGeom prst="rightArrow">
            <a:avLst/>
          </a:prstGeom>
          <a:solidFill>
            <a:srgbClr val="D8E0EA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3035808" y="22402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A9D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286207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35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1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350008" y="2935224"/>
            <a:ext cx="502920" cy="237744"/>
          </a:xfrm>
          <a:prstGeom prst="rightArrow">
            <a:avLst/>
          </a:prstGeom>
          <a:solidFill>
            <a:srgbClr val="D8E0EA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3035808" y="286207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A9D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3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841248" y="348386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35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2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2350008" y="3557016"/>
            <a:ext cx="502920" cy="237744"/>
          </a:xfrm>
          <a:prstGeom prst="rightArrow">
            <a:avLst/>
          </a:prstGeom>
          <a:solidFill>
            <a:srgbClr val="D8E0EA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3035808" y="348386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A9D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5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093208" y="1645920"/>
            <a:ext cx="2926080" cy="2926080"/>
          </a:xfrm>
          <a:prstGeom prst="roundRect">
            <a:avLst>
              <a:gd name="adj" fmla="val 2500"/>
            </a:avLst>
          </a:prstGeom>
          <a:solidFill>
            <a:srgbClr val="FDF1EC"/>
          </a:solidFill>
          <a:ln w="12700">
            <a:solidFill>
              <a:srgbClr val="F3C9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5367528" y="184708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DO NOT SAY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367528" y="228600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never tell the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the rule.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only show it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pairs.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339328" y="1645920"/>
            <a:ext cx="3291840" cy="2926080"/>
          </a:xfrm>
          <a:prstGeom prst="roundRect">
            <a:avLst>
              <a:gd name="adj" fmla="val 2500"/>
            </a:avLst>
          </a:prstGeom>
          <a:solidFill>
            <a:srgbClr val="EAF6F4"/>
          </a:solidFill>
          <a:ln w="12700">
            <a:solidFill>
              <a:srgbClr val="BFE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8613648" y="18470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613648" y="22860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the model</a:t>
            </a:r>
            <a:endParaRPr lang="en-US" sz="1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when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613648" y="29260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D35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3 ?</a:t>
            </a:r>
            <a:endParaRPr lang="en-US" sz="4000" dirty="0"/>
          </a:p>
        </p:txBody>
      </p:sp>
      <p:sp>
        <p:nvSpPr>
          <p:cNvPr id="22" name="Text 20"/>
          <p:cNvSpPr txBox="1"/>
          <p:nvPr/>
        </p:nvSpPr>
        <p:spPr>
          <a:xfrm>
            <a:off x="8613648" y="36576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…and how would it</a:t>
            </a:r>
            <a:endParaRPr lang="en-US" sz="1500" dirty="0"/>
          </a:p>
          <a:p>
            <a:pPr marL="0" indent="0">
              <a:buNone/>
            </a:pPr>
            <a:r>
              <a:rPr lang="en-US" sz="1500" i="1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that out?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566928" y="4800600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always starts here: with examples, not with a formula.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566928" y="5715000"/>
            <a:ext cx="11055096" cy="475488"/>
          </a:xfrm>
          <a:prstGeom prst="roundRect">
            <a:avLst>
              <a:gd name="adj" fmla="val 19231"/>
            </a:avLst>
          </a:prstGeom>
          <a:solidFill>
            <a:srgbClr val="FDF1EC"/>
          </a:solidFill>
          <a:ln w="12700">
            <a:solidFill>
              <a:srgbClr val="F3C9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768096" y="5769864"/>
            <a:ext cx="10652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PREDICT:  </a:t>
            </a:r>
            <a:r>
              <a:rPr lang="en-US" sz="14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the pattern. Say out loud - what is y when x = 3?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66928" y="6327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From Regression to Neural Networks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10972800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64431620-8A88-E1A8-1280-AF3682C7536C}"/>
                  </a:ext>
                </a:extLst>
              </p14:cNvPr>
              <p14:cNvContentPartPr/>
              <p14:nvPr/>
            </p14:nvContentPartPr>
            <p14:xfrm>
              <a:off x="2986800" y="2752520"/>
              <a:ext cx="1402920" cy="3816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64431620-8A88-E1A8-1280-AF3682C7536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80680" y="2746400"/>
                <a:ext cx="1415160" cy="5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203437EE-9F27-DF5D-476E-BCC79A2AD758}"/>
                  </a:ext>
                </a:extLst>
              </p14:cNvPr>
              <p14:cNvContentPartPr/>
              <p14:nvPr/>
            </p14:nvContentPartPr>
            <p14:xfrm>
              <a:off x="3139440" y="3392960"/>
              <a:ext cx="338760" cy="1080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203437EE-9F27-DF5D-476E-BCC79A2AD75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133320" y="3386840"/>
                <a:ext cx="351000" cy="2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615AD686-AF0F-5712-1EB6-439DFCBC435D}"/>
                  </a:ext>
                </a:extLst>
              </p14:cNvPr>
              <p14:cNvContentPartPr/>
              <p14:nvPr/>
            </p14:nvContentPartPr>
            <p14:xfrm>
              <a:off x="3311880" y="4053200"/>
              <a:ext cx="465480" cy="1080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615AD686-AF0F-5712-1EB6-439DFCBC435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305760" y="4047080"/>
                <a:ext cx="477720" cy="23040"/>
              </a:xfrm>
              <a:prstGeom prst="rect">
                <a:avLst/>
              </a:prstGeom>
            </p:spPr>
          </p:pic>
        </mc:Fallback>
      </mc:AlternateContent>
      <p:grpSp>
        <p:nvGrpSpPr>
          <p:cNvPr id="37" name="Group 36">
            <a:extLst>
              <a:ext uri="{FF2B5EF4-FFF2-40B4-BE49-F238E27FC236}">
                <a16:creationId xmlns:a16="http://schemas.microsoft.com/office/drawing/2014/main" id="{4F8ABF60-CA7D-C069-1E7F-9BD4715EACBC}"/>
              </a:ext>
            </a:extLst>
          </p:cNvPr>
          <p:cNvGrpSpPr/>
          <p:nvPr/>
        </p:nvGrpSpPr>
        <p:grpSpPr>
          <a:xfrm>
            <a:off x="-112080" y="1706720"/>
            <a:ext cx="1918440" cy="3302640"/>
            <a:chOff x="-112080" y="1706720"/>
            <a:chExt cx="1918440" cy="3302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4AFE642-73DC-81AE-DF31-5DEACFF32E98}"/>
                    </a:ext>
                  </a:extLst>
                </p14:cNvPr>
                <p14:cNvContentPartPr/>
                <p14:nvPr/>
              </p14:nvContentPartPr>
              <p14:xfrm>
                <a:off x="-112080" y="1706720"/>
                <a:ext cx="529560" cy="33026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14AFE642-73DC-81AE-DF31-5DEACFF32E98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-118200" y="1700600"/>
                  <a:ext cx="541800" cy="331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1DBD775-0B3C-A5F8-10BB-7820E7A769AA}"/>
                    </a:ext>
                  </a:extLst>
                </p14:cNvPr>
                <p14:cNvContentPartPr/>
                <p14:nvPr/>
              </p14:nvContentPartPr>
              <p14:xfrm>
                <a:off x="924360" y="2722640"/>
                <a:ext cx="473400" cy="630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1DBD775-0B3C-A5F8-10BB-7820E7A769AA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918240" y="2716520"/>
                  <a:ext cx="48564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E5BDFD2-F62A-B578-FBFA-2944616274F0}"/>
                    </a:ext>
                  </a:extLst>
                </p14:cNvPr>
                <p14:cNvContentPartPr/>
                <p14:nvPr/>
              </p14:nvContentPartPr>
              <p14:xfrm>
                <a:off x="1075200" y="3372800"/>
                <a:ext cx="235440" cy="316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E5BDFD2-F62A-B578-FBFA-2944616274F0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069080" y="3366680"/>
                  <a:ext cx="24768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9DAAA10-A39C-EADB-9615-D2B06B8298EE}"/>
                    </a:ext>
                  </a:extLst>
                </p14:cNvPr>
                <p14:cNvContentPartPr/>
                <p14:nvPr/>
              </p14:nvContentPartPr>
              <p14:xfrm>
                <a:off x="1107240" y="4012880"/>
                <a:ext cx="699120" cy="396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9DAAA10-A39C-EADB-9615-D2B06B8298EE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101120" y="4006760"/>
                  <a:ext cx="71136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A96630E6-35D9-6E14-C7F2-0036E1582C8E}"/>
                    </a:ext>
                  </a:extLst>
                </p14:cNvPr>
                <p14:cNvContentPartPr/>
                <p14:nvPr/>
              </p14:nvContentPartPr>
              <p14:xfrm>
                <a:off x="527640" y="2332040"/>
                <a:ext cx="204120" cy="16642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A96630E6-35D9-6E14-C7F2-0036E1582C8E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21520" y="2325920"/>
                  <a:ext cx="216360" cy="167652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1 - Choose the shape of the model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69264"/>
            <a:ext cx="11055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rule with adjustable numbers inside it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11055096" cy="1143000"/>
          </a:xfrm>
          <a:prstGeom prst="roundRect">
            <a:avLst>
              <a:gd name="adj" fmla="val 8000"/>
            </a:avLst>
          </a:prstGeom>
          <a:solidFill>
            <a:srgbClr val="12203A"/>
          </a:solidFill>
          <a:ln w="12700">
            <a:solidFill>
              <a:srgbClr val="1220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66928" y="1874520"/>
            <a:ext cx="110550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prediction  =  w × x  +  b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566928" y="301752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F2F5F9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22960" y="3246120"/>
            <a:ext cx="548640" cy="54864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822960" y="3374136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527048" y="32918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weight (slope)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527048" y="361188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the output changes when the input goes up by 1.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784848" y="301752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F2F5F9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040880" y="3246120"/>
            <a:ext cx="548640" cy="54864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7040880" y="3374136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744968" y="32918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bias (shift)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744968" y="361188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model predicts when the input is 0. It moves the line up or down.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66928" y="4617720"/>
            <a:ext cx="11055096" cy="822960"/>
          </a:xfrm>
          <a:prstGeom prst="roundRect">
            <a:avLst>
              <a:gd name="adj" fmla="val 11111"/>
            </a:avLst>
          </a:prstGeom>
          <a:solidFill>
            <a:srgbClr val="EAF6F4"/>
          </a:solidFill>
          <a:ln w="12700">
            <a:solidFill>
              <a:srgbClr val="BFE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822960" y="4754880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of learning:  </a:t>
            </a:r>
            <a:r>
              <a:rPr lang="en-US" sz="15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w and b so that the predictions are less wrong on the examples. The computer is not choosing words or ideas - it is only changing numbers.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66928" y="5715000"/>
            <a:ext cx="11055096" cy="475488"/>
          </a:xfrm>
          <a:prstGeom prst="roundRect">
            <a:avLst>
              <a:gd name="adj" fmla="val 19231"/>
            </a:avLst>
          </a:prstGeom>
          <a:solidFill>
            <a:srgbClr val="FDF1EC"/>
          </a:solidFill>
          <a:ln w="12700">
            <a:solidFill>
              <a:srgbClr val="F3C9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768096" y="5769864"/>
            <a:ext cx="10652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PREDICT:  </a:t>
            </a:r>
            <a:r>
              <a:rPr lang="en-US" sz="14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 and b are terrible at the start, is the model still allowed to make a prediction?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66928" y="6327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From Regression to Neural Networks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0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5F85C9A4-3093-91FA-1123-F8B83D1342F6}"/>
                  </a:ext>
                </a:extLst>
              </p14:cNvPr>
              <p14:cNvContentPartPr/>
              <p14:nvPr/>
            </p14:nvContentPartPr>
            <p14:xfrm>
              <a:off x="6536400" y="1218920"/>
              <a:ext cx="210600" cy="48204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5F85C9A4-3093-91FA-1123-F8B83D1342F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530280" y="1212800"/>
                <a:ext cx="222840" cy="49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1CDBC558-E805-8C82-4CD9-3B9B8970B132}"/>
                  </a:ext>
                </a:extLst>
              </p14:cNvPr>
              <p14:cNvContentPartPr/>
              <p14:nvPr/>
            </p14:nvContentPartPr>
            <p14:xfrm>
              <a:off x="9042360" y="1036040"/>
              <a:ext cx="380520" cy="64152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1CDBC558-E805-8C82-4CD9-3B9B8970B13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036240" y="1029920"/>
                <a:ext cx="392760" cy="65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56AF1D59-4B1C-F7C6-729E-FE152D5B7056}"/>
                  </a:ext>
                </a:extLst>
              </p14:cNvPr>
              <p14:cNvContentPartPr/>
              <p14:nvPr/>
            </p14:nvContentPartPr>
            <p14:xfrm>
              <a:off x="9396240" y="1815800"/>
              <a:ext cx="708840" cy="74700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56AF1D59-4B1C-F7C6-729E-FE152D5B705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390120" y="1809680"/>
                <a:ext cx="721080" cy="75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2F04CD04-C4EC-0945-067E-69AC7D93D1D0}"/>
                  </a:ext>
                </a:extLst>
              </p14:cNvPr>
              <p14:cNvContentPartPr/>
              <p14:nvPr/>
            </p14:nvContentPartPr>
            <p14:xfrm>
              <a:off x="1615200" y="3637040"/>
              <a:ext cx="970560" cy="5292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2F04CD04-C4EC-0945-067E-69AC7D93D1D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609080" y="3630920"/>
                <a:ext cx="982800" cy="6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5FCF12E5-3D88-94D1-2CBC-8E10E5660B69}"/>
                  </a:ext>
                </a:extLst>
              </p14:cNvPr>
              <p14:cNvContentPartPr/>
              <p14:nvPr/>
            </p14:nvContentPartPr>
            <p14:xfrm>
              <a:off x="7823040" y="3440840"/>
              <a:ext cx="819720" cy="9504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5FCF12E5-3D88-94D1-2CBC-8E10E5660B69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816920" y="3434720"/>
                <a:ext cx="831960" cy="10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699513D3-3B98-4DF2-0663-4F14A32ED52C}"/>
                  </a:ext>
                </a:extLst>
              </p14:cNvPr>
              <p14:cNvContentPartPr/>
              <p14:nvPr/>
            </p14:nvContentPartPr>
            <p14:xfrm>
              <a:off x="6502920" y="1333040"/>
              <a:ext cx="621720" cy="136044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699513D3-3B98-4DF2-0663-4F14A32ED52C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496800" y="1326920"/>
                <a:ext cx="633960" cy="137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41EACEB6-9DD5-E015-E3CF-530FA8B3F484}"/>
                  </a:ext>
                </a:extLst>
              </p14:cNvPr>
              <p14:cNvContentPartPr/>
              <p14:nvPr/>
            </p14:nvContentPartPr>
            <p14:xfrm>
              <a:off x="9376800" y="1850000"/>
              <a:ext cx="681840" cy="76212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41EACEB6-9DD5-E015-E3CF-530FA8B3F484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9370680" y="1843880"/>
                <a:ext cx="694080" cy="774360"/>
              </a:xfrm>
              <a:prstGeom prst="rect">
                <a:avLst/>
              </a:prstGeom>
            </p:spPr>
          </p:pic>
        </mc:Fallback>
      </mc:AlternateContent>
      <p:grpSp>
        <p:nvGrpSpPr>
          <p:cNvPr id="32" name="Group 31">
            <a:extLst>
              <a:ext uri="{FF2B5EF4-FFF2-40B4-BE49-F238E27FC236}">
                <a16:creationId xmlns:a16="http://schemas.microsoft.com/office/drawing/2014/main" id="{C3FB3050-8469-1509-4EB0-3840CF4A4F05}"/>
              </a:ext>
            </a:extLst>
          </p:cNvPr>
          <p:cNvGrpSpPr/>
          <p:nvPr/>
        </p:nvGrpSpPr>
        <p:grpSpPr>
          <a:xfrm>
            <a:off x="2589000" y="2233040"/>
            <a:ext cx="7032600" cy="919440"/>
            <a:chOff x="2589000" y="2233040"/>
            <a:chExt cx="7032600" cy="919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FC83901D-FE92-924A-0DB4-A9B1C215333B}"/>
                    </a:ext>
                  </a:extLst>
                </p14:cNvPr>
                <p14:cNvContentPartPr/>
                <p14:nvPr/>
              </p14:nvContentPartPr>
              <p14:xfrm>
                <a:off x="2589000" y="2233040"/>
                <a:ext cx="4065840" cy="9172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FC83901D-FE92-924A-0DB4-A9B1C215333B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582880" y="2226920"/>
                  <a:ext cx="4078080" cy="9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016E0C3-2665-2C67-D8D6-5070D79680A7}"/>
                    </a:ext>
                  </a:extLst>
                </p14:cNvPr>
                <p14:cNvContentPartPr/>
                <p14:nvPr/>
              </p14:nvContentPartPr>
              <p14:xfrm>
                <a:off x="8474280" y="2428160"/>
                <a:ext cx="1147320" cy="7243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016E0C3-2665-2C67-D8D6-5070D79680A7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468160" y="2422040"/>
                  <a:ext cx="1159560" cy="73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B3B487C3-38DD-33B6-022D-BA2A32BCF6F9}"/>
                    </a:ext>
                  </a:extLst>
                </p14:cNvPr>
                <p14:cNvContentPartPr/>
                <p14:nvPr/>
              </p14:nvContentPartPr>
              <p14:xfrm>
                <a:off x="6493560" y="2477840"/>
                <a:ext cx="1800360" cy="2026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B3B487C3-38DD-33B6-022D-BA2A32BCF6F9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487440" y="2471720"/>
                  <a:ext cx="1812600" cy="21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247F7951-9214-15CF-43F5-9EED572434CE}"/>
              </a:ext>
            </a:extLst>
          </p:cNvPr>
          <p:cNvGrpSpPr/>
          <p:nvPr/>
        </p:nvGrpSpPr>
        <p:grpSpPr>
          <a:xfrm>
            <a:off x="8473200" y="243680"/>
            <a:ext cx="2306880" cy="695160"/>
            <a:chOff x="8473200" y="243680"/>
            <a:chExt cx="2306880" cy="695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9535C703-0AAC-DA33-EDDA-CC868D5908A8}"/>
                    </a:ext>
                  </a:extLst>
                </p14:cNvPr>
                <p14:cNvContentPartPr/>
                <p14:nvPr/>
              </p14:nvContentPartPr>
              <p14:xfrm>
                <a:off x="8473200" y="250160"/>
                <a:ext cx="286920" cy="4615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9535C703-0AAC-DA33-EDDA-CC868D5908A8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467080" y="244040"/>
                  <a:ext cx="299160" cy="47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C0FEE67C-D1D6-8461-99FA-3B72974C2383}"/>
                    </a:ext>
                  </a:extLst>
                </p14:cNvPr>
                <p14:cNvContentPartPr/>
                <p14:nvPr/>
              </p14:nvContentPartPr>
              <p14:xfrm>
                <a:off x="9103200" y="457160"/>
                <a:ext cx="2160" cy="3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C0FEE67C-D1D6-8461-99FA-3B72974C2383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9097080" y="451040"/>
                  <a:ext cx="144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18DA211-4CD5-E2A9-4FDE-589DFF37D962}"/>
                    </a:ext>
                  </a:extLst>
                </p14:cNvPr>
                <p14:cNvContentPartPr/>
                <p14:nvPr/>
              </p14:nvContentPartPr>
              <p14:xfrm>
                <a:off x="9133800" y="528080"/>
                <a:ext cx="2160" cy="3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18DA211-4CD5-E2A9-4FDE-589DFF37D962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9127680" y="521960"/>
                  <a:ext cx="144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080F32CC-9770-7E1D-2116-D1833641A140}"/>
                    </a:ext>
                  </a:extLst>
                </p14:cNvPr>
                <p14:cNvContentPartPr/>
                <p14:nvPr/>
              </p14:nvContentPartPr>
              <p14:xfrm>
                <a:off x="9031920" y="448880"/>
                <a:ext cx="145080" cy="187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080F32CC-9770-7E1D-2116-D1833641A140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9025800" y="442760"/>
                  <a:ext cx="15732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023A913C-DD4C-80EA-CE25-EA53A7B77B02}"/>
                    </a:ext>
                  </a:extLst>
                </p14:cNvPr>
                <p14:cNvContentPartPr/>
                <p14:nvPr/>
              </p14:nvContentPartPr>
              <p14:xfrm>
                <a:off x="9062520" y="548600"/>
                <a:ext cx="79560" cy="3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023A913C-DD4C-80EA-CE25-EA53A7B77B02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056400" y="542480"/>
                  <a:ext cx="918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689DE6AE-968C-3F5A-432B-3B934D96C43A}"/>
                    </a:ext>
                  </a:extLst>
                </p14:cNvPr>
                <p14:cNvContentPartPr/>
                <p14:nvPr/>
              </p14:nvContentPartPr>
              <p14:xfrm>
                <a:off x="9294720" y="320000"/>
                <a:ext cx="195120" cy="2401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689DE6AE-968C-3F5A-432B-3B934D96C43A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9288600" y="313880"/>
                  <a:ext cx="20736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EF975793-92A0-45BA-4FD2-B99F9868D756}"/>
                    </a:ext>
                  </a:extLst>
                </p14:cNvPr>
                <p14:cNvContentPartPr/>
                <p14:nvPr/>
              </p14:nvContentPartPr>
              <p14:xfrm>
                <a:off x="9583080" y="355280"/>
                <a:ext cx="129960" cy="2239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EF975793-92A0-45BA-4FD2-B99F9868D756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576960" y="349160"/>
                  <a:ext cx="14220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3C1B4FAB-1B17-C3B7-CDFF-6A598397C181}"/>
                    </a:ext>
                  </a:extLst>
                </p14:cNvPr>
                <p14:cNvContentPartPr/>
                <p14:nvPr/>
              </p14:nvContentPartPr>
              <p14:xfrm>
                <a:off x="9529800" y="385880"/>
                <a:ext cx="178920" cy="1346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3C1B4FAB-1B17-C3B7-CDFF-6A598397C181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9523680" y="379760"/>
                  <a:ext cx="19116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53527C69-A6EB-F1FF-2436-7EE7FB860E0F}"/>
                    </a:ext>
                  </a:extLst>
                </p14:cNvPr>
                <p14:cNvContentPartPr/>
                <p14:nvPr/>
              </p14:nvContentPartPr>
              <p14:xfrm>
                <a:off x="10119120" y="370040"/>
                <a:ext cx="484560" cy="244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53527C69-A6EB-F1FF-2436-7EE7FB860E0F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0113000" y="363920"/>
                  <a:ext cx="49680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8ED676F5-91E8-7D4B-E950-4D2F3D9D95B1}"/>
                    </a:ext>
                  </a:extLst>
                </p14:cNvPr>
                <p14:cNvContentPartPr/>
                <p14:nvPr/>
              </p14:nvContentPartPr>
              <p14:xfrm>
                <a:off x="10281840" y="243680"/>
                <a:ext cx="42120" cy="3398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8ED676F5-91E8-7D4B-E950-4D2F3D9D95B1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0275720" y="237560"/>
                  <a:ext cx="54360" cy="35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C6427DE1-C849-F218-95A9-7558AFC5ED27}"/>
                    </a:ext>
                  </a:extLst>
                </p14:cNvPr>
                <p14:cNvContentPartPr/>
                <p14:nvPr/>
              </p14:nvContentPartPr>
              <p14:xfrm>
                <a:off x="10497840" y="243680"/>
                <a:ext cx="282240" cy="2253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C6427DE1-C849-F218-95A9-7558AFC5ED27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0491720" y="237560"/>
                  <a:ext cx="29448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5D5739B6-A99D-BA81-1985-E58290C24BA4}"/>
                    </a:ext>
                  </a:extLst>
                </p14:cNvPr>
                <p14:cNvContentPartPr/>
                <p14:nvPr/>
              </p14:nvContentPartPr>
              <p14:xfrm>
                <a:off x="9123000" y="681080"/>
                <a:ext cx="437760" cy="612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5D5739B6-A99D-BA81-1985-E58290C24BA4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9116880" y="674960"/>
                  <a:ext cx="45000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2FE3B060-60E8-42D6-5589-829C67C7460B}"/>
                    </a:ext>
                  </a:extLst>
                </p14:cNvPr>
                <p14:cNvContentPartPr/>
                <p14:nvPr/>
              </p14:nvContentPartPr>
              <p14:xfrm>
                <a:off x="9723120" y="650120"/>
                <a:ext cx="146880" cy="2887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2FE3B060-60E8-42D6-5589-829C67C7460B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9717000" y="644000"/>
                  <a:ext cx="159120" cy="300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9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7C05AE78-0A15-0A75-9DE9-A93AAA5014AB}"/>
                  </a:ext>
                </a:extLst>
              </p14:cNvPr>
              <p14:cNvContentPartPr/>
              <p14:nvPr/>
            </p14:nvContentPartPr>
            <p14:xfrm>
              <a:off x="7251360" y="1198760"/>
              <a:ext cx="285840" cy="56520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7C05AE78-0A15-0A75-9DE9-A93AAA5014AB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7245240" y="1192640"/>
                <a:ext cx="298080" cy="577440"/>
              </a:xfrm>
              <a:prstGeom prst="rect">
                <a:avLst/>
              </a:prstGeom>
            </p:spPr>
          </p:pic>
        </mc:Fallback>
      </mc:AlternateContent>
      <p:grpSp>
        <p:nvGrpSpPr>
          <p:cNvPr id="51" name="Group 50">
            <a:extLst>
              <a:ext uri="{FF2B5EF4-FFF2-40B4-BE49-F238E27FC236}">
                <a16:creationId xmlns:a16="http://schemas.microsoft.com/office/drawing/2014/main" id="{FD993833-F942-4F4E-854A-26EC828E3C02}"/>
              </a:ext>
            </a:extLst>
          </p:cNvPr>
          <p:cNvGrpSpPr/>
          <p:nvPr/>
        </p:nvGrpSpPr>
        <p:grpSpPr>
          <a:xfrm>
            <a:off x="4145280" y="1351040"/>
            <a:ext cx="465480" cy="531000"/>
            <a:chOff x="4145280" y="1351040"/>
            <a:chExt cx="465480" cy="531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58C4089E-5B98-9E92-5F56-85D77C0F3B4B}"/>
                    </a:ext>
                  </a:extLst>
                </p14:cNvPr>
                <p14:cNvContentPartPr/>
                <p14:nvPr/>
              </p14:nvContentPartPr>
              <p14:xfrm>
                <a:off x="4170840" y="1351040"/>
                <a:ext cx="128520" cy="4521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58C4089E-5B98-9E92-5F56-85D77C0F3B4B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4164720" y="1344920"/>
                  <a:ext cx="140760" cy="46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D448586-804F-A428-3EEC-48AD8C0258DD}"/>
                    </a:ext>
                  </a:extLst>
                </p14:cNvPr>
                <p14:cNvContentPartPr/>
                <p14:nvPr/>
              </p14:nvContentPartPr>
              <p14:xfrm>
                <a:off x="4145280" y="1625360"/>
                <a:ext cx="465480" cy="2566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D448586-804F-A428-3EEC-48AD8C0258DD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4139160" y="1619240"/>
                  <a:ext cx="477720" cy="268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5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809C99F4-9E62-7AB7-FDBD-11F990E64C0B}"/>
                  </a:ext>
                </a:extLst>
              </p14:cNvPr>
              <p14:cNvContentPartPr/>
              <p14:nvPr/>
            </p14:nvContentPartPr>
            <p14:xfrm>
              <a:off x="6552960" y="2469200"/>
              <a:ext cx="294840" cy="9144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809C99F4-9E62-7AB7-FDBD-11F990E64C0B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6546840" y="2463080"/>
                <a:ext cx="307080" cy="10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7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BCC6EF17-1785-A8D6-E543-577E3B5A6F4F}"/>
                  </a:ext>
                </a:extLst>
              </p14:cNvPr>
              <p14:cNvContentPartPr/>
              <p14:nvPr/>
            </p14:nvContentPartPr>
            <p14:xfrm>
              <a:off x="9936240" y="2631200"/>
              <a:ext cx="101160" cy="36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BCC6EF17-1785-A8D6-E543-577E3B5A6F4F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9930120" y="2625080"/>
                <a:ext cx="1134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9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CD7E8CCF-7491-4911-AC78-175C94544C83}"/>
                  </a:ext>
                </a:extLst>
              </p14:cNvPr>
              <p14:cNvContentPartPr/>
              <p14:nvPr/>
            </p14:nvContentPartPr>
            <p14:xfrm>
              <a:off x="9500280" y="2429960"/>
              <a:ext cx="570960" cy="20088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CD7E8CCF-7491-4911-AC78-175C94544C83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9494160" y="2423840"/>
                <a:ext cx="583200" cy="21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1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60FD4E5F-8D03-26DA-CD63-B973392EE50C}"/>
                  </a:ext>
                </a:extLst>
              </p14:cNvPr>
              <p14:cNvContentPartPr/>
              <p14:nvPr/>
            </p14:nvContentPartPr>
            <p14:xfrm>
              <a:off x="10505400" y="3931160"/>
              <a:ext cx="308880" cy="2124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60FD4E5F-8D03-26DA-CD63-B973392EE50C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10499280" y="3925040"/>
                <a:ext cx="321120" cy="3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3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3001CE4D-D2A6-4860-069A-2F4ED10FBBB6}"/>
                  </a:ext>
                </a:extLst>
              </p14:cNvPr>
              <p14:cNvContentPartPr/>
              <p14:nvPr/>
            </p14:nvContentPartPr>
            <p14:xfrm>
              <a:off x="1380480" y="5413280"/>
              <a:ext cx="6116760" cy="90648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3001CE4D-D2A6-4860-069A-2F4ED10FBBB6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1374360" y="5407160"/>
                <a:ext cx="6129000" cy="9187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2 - Start with a bad guess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69264"/>
            <a:ext cx="11055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happens before learning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3200400" cy="2286000"/>
          </a:xfrm>
          <a:prstGeom prst="roundRect">
            <a:avLst>
              <a:gd name="adj" fmla="val 3200"/>
            </a:avLst>
          </a:prstGeom>
          <a:solidFill>
            <a:srgbClr val="F2F5F9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19019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PARAMETERS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35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 = 1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88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35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0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383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with no thought at all.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087368" y="1691640"/>
            <a:ext cx="3383280" cy="2286000"/>
          </a:xfrm>
          <a:prstGeom prst="roundRect">
            <a:avLst>
              <a:gd name="adj" fmla="val 3200"/>
            </a:avLst>
          </a:prstGeom>
          <a:solidFill>
            <a:srgbClr val="F2F5F9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343400" y="190195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ONE EXAMPLE: x = 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343400" y="22860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D35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ŷ = 1 × 2 + 0 = 2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4343400" y="27889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= 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343400" y="312724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= 5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790688" y="1691640"/>
            <a:ext cx="3840480" cy="2286000"/>
          </a:xfrm>
          <a:prstGeom prst="roundRect">
            <a:avLst>
              <a:gd name="adj" fmla="val 3200"/>
            </a:avLst>
          </a:prstGeom>
          <a:solidFill>
            <a:srgbClr val="FDF1EC"/>
          </a:solidFill>
          <a:ln w="12700">
            <a:solidFill>
              <a:srgbClr val="F3C9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8046720" y="190195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WRONG WERE WE?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046720" y="22860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140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 = prediction − actual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046720" y="26517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76F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2 − 5 = −3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8046720" y="32004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3 too low.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must change its numbers.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" y="4251960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here is intelligent yet. It is arithmetic — and a signal that says “you are wrong, and by how much.”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66928" y="4892040"/>
            <a:ext cx="11055096" cy="475488"/>
          </a:xfrm>
          <a:prstGeom prst="roundRect">
            <a:avLst>
              <a:gd name="adj" fmla="val 19231"/>
            </a:avLst>
          </a:prstGeom>
          <a:solidFill>
            <a:srgbClr val="FDF1EC"/>
          </a:solidFill>
          <a:ln w="12700">
            <a:solidFill>
              <a:srgbClr val="F3C9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768096" y="4946904"/>
            <a:ext cx="10652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 </a:t>
            </a:r>
            <a:r>
              <a:rPr lang="en-US" sz="14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w increase, decrease, or stay the same? Why?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6327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From Regression to Neural Networks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0972800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082D44BE-68B0-DADC-6CFB-6D6E6A6038F5}"/>
              </a:ext>
            </a:extLst>
          </p:cNvPr>
          <p:cNvGrpSpPr/>
          <p:nvPr/>
        </p:nvGrpSpPr>
        <p:grpSpPr>
          <a:xfrm>
            <a:off x="556800" y="599360"/>
            <a:ext cx="10396800" cy="2864160"/>
            <a:chOff x="556800" y="599360"/>
            <a:chExt cx="10396800" cy="2864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A03AB59-C6B1-56C2-14A4-2C6272BC7B30}"/>
                    </a:ext>
                  </a:extLst>
                </p14:cNvPr>
                <p14:cNvContentPartPr/>
                <p14:nvPr/>
              </p14:nvContentPartPr>
              <p14:xfrm>
                <a:off x="863520" y="1991120"/>
                <a:ext cx="19440" cy="651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A03AB59-C6B1-56C2-14A4-2C6272BC7B30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57400" y="1985000"/>
                  <a:ext cx="3168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EFF58488-E944-10EE-5287-37574292FE24}"/>
                    </a:ext>
                  </a:extLst>
                </p14:cNvPr>
                <p14:cNvContentPartPr/>
                <p14:nvPr/>
              </p14:nvContentPartPr>
              <p14:xfrm>
                <a:off x="556800" y="2060600"/>
                <a:ext cx="2016360" cy="14029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EFF58488-E944-10EE-5287-37574292FE24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50680" y="2054480"/>
                  <a:ext cx="2028600" cy="141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231A6DC-66C9-CDD8-CE84-037D0A72282F}"/>
                    </a:ext>
                  </a:extLst>
                </p14:cNvPr>
                <p14:cNvContentPartPr/>
                <p14:nvPr/>
              </p14:nvContentPartPr>
              <p14:xfrm>
                <a:off x="2163840" y="2328080"/>
                <a:ext cx="597960" cy="2426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231A6DC-66C9-CDD8-CE84-037D0A72282F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157720" y="2321960"/>
                  <a:ext cx="61020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82D6D82-252C-89BC-108C-D10ADF580610}"/>
                    </a:ext>
                  </a:extLst>
                </p14:cNvPr>
                <p14:cNvContentPartPr/>
                <p14:nvPr/>
              </p14:nvContentPartPr>
              <p14:xfrm>
                <a:off x="2294880" y="2725880"/>
                <a:ext cx="672840" cy="3016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82D6D82-252C-89BC-108C-D10ADF580610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288760" y="2719760"/>
                  <a:ext cx="68508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D489222-1A11-C245-D7B8-373D7CF79F0B}"/>
                    </a:ext>
                  </a:extLst>
                </p14:cNvPr>
                <p14:cNvContentPartPr/>
                <p14:nvPr/>
              </p14:nvContentPartPr>
              <p14:xfrm>
                <a:off x="8839320" y="599360"/>
                <a:ext cx="522720" cy="7592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D489222-1A11-C245-D7B8-373D7CF79F0B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833200" y="593240"/>
                  <a:ext cx="534960" cy="77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3FF35CE1-075E-5491-0C75-1C6ECC5DB83E}"/>
                    </a:ext>
                  </a:extLst>
                </p14:cNvPr>
                <p14:cNvContentPartPr/>
                <p14:nvPr/>
              </p14:nvContentPartPr>
              <p14:xfrm>
                <a:off x="8127960" y="2681600"/>
                <a:ext cx="132840" cy="108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3FF35CE1-075E-5491-0C75-1C6ECC5DB83E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121840" y="2675480"/>
                  <a:ext cx="14508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5FDCAD5-DB02-502A-7888-5DD8CF9982C8}"/>
                    </a:ext>
                  </a:extLst>
                </p14:cNvPr>
                <p14:cNvContentPartPr/>
                <p14:nvPr/>
              </p14:nvContentPartPr>
              <p14:xfrm>
                <a:off x="10833360" y="1940360"/>
                <a:ext cx="120240" cy="3164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5FDCAD5-DB02-502A-7888-5DD8CF9982C8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0827240" y="1934240"/>
                  <a:ext cx="132480" cy="32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A199D20-4C29-3FE4-57DC-739237DB4358}"/>
                    </a:ext>
                  </a:extLst>
                </p14:cNvPr>
                <p14:cNvContentPartPr/>
                <p14:nvPr/>
              </p14:nvContentPartPr>
              <p14:xfrm>
                <a:off x="9882960" y="2011640"/>
                <a:ext cx="195840" cy="2361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A199D20-4C29-3FE4-57DC-739237DB4358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876840" y="2005520"/>
                  <a:ext cx="20808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D65742C-3CC4-0BCB-FB5B-E40901865F3F}"/>
                    </a:ext>
                  </a:extLst>
                </p14:cNvPr>
                <p14:cNvContentPartPr/>
                <p14:nvPr/>
              </p14:nvContentPartPr>
              <p14:xfrm>
                <a:off x="9814560" y="2153840"/>
                <a:ext cx="137520" cy="1036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D65742C-3CC4-0BCB-FB5B-E40901865F3F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9808440" y="2147720"/>
                  <a:ext cx="14976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AF63968E-DC97-E6A0-6193-ABE29B916885}"/>
                    </a:ext>
                  </a:extLst>
                </p14:cNvPr>
                <p14:cNvContentPartPr/>
                <p14:nvPr/>
              </p14:nvContentPartPr>
              <p14:xfrm>
                <a:off x="2140800" y="1158440"/>
                <a:ext cx="5631840" cy="7984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AF63968E-DC97-E6A0-6193-ABE29B916885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134680" y="1152320"/>
                  <a:ext cx="5644080" cy="81072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3 - Turn many mistakes into ONE score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69264"/>
            <a:ext cx="11055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single score is called the loss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3383280" cy="2103120"/>
          </a:xfrm>
          <a:prstGeom prst="roundRect">
            <a:avLst>
              <a:gd name="adj" fmla="val 3478"/>
            </a:avLst>
          </a:prstGeom>
          <a:solidFill>
            <a:srgbClr val="F2F5F9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1901952"/>
            <a:ext cx="411480" cy="41148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22960" y="1961388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344168" y="19659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487168"/>
            <a:ext cx="2871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140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prediction − actual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926080"/>
            <a:ext cx="2871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76F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−3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4005072" y="2606040"/>
            <a:ext cx="384048" cy="237744"/>
          </a:xfrm>
          <a:prstGeom prst="rightArrow">
            <a:avLst/>
          </a:prstGeom>
          <a:solidFill>
            <a:srgbClr val="D8E0EA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453128" y="1691640"/>
            <a:ext cx="3383280" cy="2103120"/>
          </a:xfrm>
          <a:prstGeom prst="roundRect">
            <a:avLst>
              <a:gd name="adj" fmla="val 3478"/>
            </a:avLst>
          </a:prstGeom>
          <a:solidFill>
            <a:srgbClr val="F2F5F9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09160" y="1901952"/>
            <a:ext cx="411480" cy="41148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4709160" y="1961388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230368" y="19659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squared error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4709160" y="2487168"/>
            <a:ext cx="2871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140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 × error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709160" y="2926080"/>
            <a:ext cx="2871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76F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7891272" y="2606040"/>
            <a:ext cx="384048" cy="237744"/>
          </a:xfrm>
          <a:prstGeom prst="rightArrow">
            <a:avLst/>
          </a:prstGeom>
          <a:solidFill>
            <a:srgbClr val="D8E0EA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339328" y="1691640"/>
            <a:ext cx="3383280" cy="2103120"/>
          </a:xfrm>
          <a:prstGeom prst="roundRect">
            <a:avLst>
              <a:gd name="adj" fmla="val 3478"/>
            </a:avLst>
          </a:prstGeom>
          <a:solidFill>
            <a:srgbClr val="EAF6F4"/>
          </a:solidFill>
          <a:ln w="12700">
            <a:solidFill>
              <a:srgbClr val="BFE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595360" y="1901952"/>
            <a:ext cx="411480" cy="4114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8595360" y="1961388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9116568" y="19659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(MSE)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8595360" y="2487168"/>
            <a:ext cx="2871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140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average of squared errors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595360" y="2926080"/>
            <a:ext cx="2871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A9D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number</a:t>
            </a:r>
            <a:endParaRPr lang="en-US" sz="2800" dirty="0"/>
          </a:p>
        </p:txBody>
      </p:sp>
      <p:sp>
        <p:nvSpPr>
          <p:cNvPr id="24" name="Shape 22"/>
          <p:cNvSpPr/>
          <p:nvPr/>
        </p:nvSpPr>
        <p:spPr>
          <a:xfrm>
            <a:off x="566928" y="3977640"/>
            <a:ext cx="5394960" cy="1280160"/>
          </a:xfrm>
          <a:prstGeom prst="roundRect">
            <a:avLst>
              <a:gd name="adj" fmla="val 5714"/>
            </a:avLst>
          </a:prstGeom>
          <a:solidFill>
            <a:srgbClr val="F2F5F9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822960" y="416052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square the error?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" y="4498848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Negative and positive errors stop cancelling out.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Big mistakes are punished much more than small ones.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236208" y="3977640"/>
            <a:ext cx="5394960" cy="1280160"/>
          </a:xfrm>
          <a:prstGeom prst="roundRect">
            <a:avLst>
              <a:gd name="adj" fmla="val 5714"/>
            </a:avLst>
          </a:prstGeom>
          <a:solidFill>
            <a:srgbClr val="12203A"/>
          </a:solidFill>
          <a:ln w="12700">
            <a:solidFill>
              <a:srgbClr val="1220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6419088" y="43434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MSE = average( (prediction − actual)² )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6419088" y="48006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AF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number that says how bad the whole model is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66928" y="5715000"/>
            <a:ext cx="11055096" cy="475488"/>
          </a:xfrm>
          <a:prstGeom prst="roundRect">
            <a:avLst>
              <a:gd name="adj" fmla="val 19231"/>
            </a:avLst>
          </a:prstGeom>
          <a:solidFill>
            <a:srgbClr val="FDF1EC"/>
          </a:solidFill>
          <a:ln w="12700">
            <a:solidFill>
              <a:srgbClr val="F3C9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768096" y="5769864"/>
            <a:ext cx="10652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PREDICT:  </a:t>
            </a:r>
            <a:r>
              <a:rPr lang="en-US" sz="14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loss gets smaller after training, what does that mean in plain English?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566928" y="6327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From Regression to Neural Networks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10972800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AD576853-36EB-BE25-7458-4D09FD0F6107}"/>
                  </a:ext>
                </a:extLst>
              </p14:cNvPr>
              <p14:cNvContentPartPr/>
              <p14:nvPr/>
            </p14:nvContentPartPr>
            <p14:xfrm>
              <a:off x="3088320" y="882680"/>
              <a:ext cx="2433600" cy="6372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AD576853-36EB-BE25-7458-4D09FD0F610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82200" y="876560"/>
                <a:ext cx="2445840" cy="7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939D29A4-04C2-D06E-9AD4-C4D571C1D176}"/>
                  </a:ext>
                </a:extLst>
              </p14:cNvPr>
              <p14:cNvContentPartPr/>
              <p14:nvPr/>
            </p14:nvContentPartPr>
            <p14:xfrm>
              <a:off x="9661920" y="761720"/>
              <a:ext cx="216720" cy="61776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939D29A4-04C2-D06E-9AD4-C4D571C1D17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655800" y="755600"/>
                <a:ext cx="228960" cy="63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8EBC1A12-2BEA-E744-EB6D-A4FE4DD7F290}"/>
                  </a:ext>
                </a:extLst>
              </p14:cNvPr>
              <p14:cNvContentPartPr/>
              <p14:nvPr/>
            </p14:nvContentPartPr>
            <p14:xfrm>
              <a:off x="8788200" y="4825760"/>
              <a:ext cx="1617480" cy="6192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8EBC1A12-2BEA-E744-EB6D-A4FE4DD7F29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782080" y="4819640"/>
                <a:ext cx="1629720" cy="7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75E34A77-48C5-4A5E-F30D-ABAFD9D4339D}"/>
                  </a:ext>
                </a:extLst>
              </p14:cNvPr>
              <p14:cNvContentPartPr/>
              <p14:nvPr/>
            </p14:nvContentPartPr>
            <p14:xfrm>
              <a:off x="10434120" y="3992720"/>
              <a:ext cx="326160" cy="38880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75E34A77-48C5-4A5E-F30D-ABAFD9D4339D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0428000" y="3986600"/>
                <a:ext cx="338400" cy="401040"/>
              </a:xfrm>
              <a:prstGeom prst="rect">
                <a:avLst/>
              </a:prstGeom>
            </p:spPr>
          </p:pic>
        </mc:Fallback>
      </mc:AlternateContent>
      <p:grpSp>
        <p:nvGrpSpPr>
          <p:cNvPr id="40" name="Group 39">
            <a:extLst>
              <a:ext uri="{FF2B5EF4-FFF2-40B4-BE49-F238E27FC236}">
                <a16:creationId xmlns:a16="http://schemas.microsoft.com/office/drawing/2014/main" id="{EBEF3BC4-8C85-60F3-B890-6F36B7012EBC}"/>
              </a:ext>
            </a:extLst>
          </p:cNvPr>
          <p:cNvGrpSpPr/>
          <p:nvPr/>
        </p:nvGrpSpPr>
        <p:grpSpPr>
          <a:xfrm>
            <a:off x="477240" y="4602200"/>
            <a:ext cx="397080" cy="308880"/>
            <a:chOff x="477240" y="4602200"/>
            <a:chExt cx="397080" cy="308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9AC6AD33-FC84-407D-9494-39A62073F035}"/>
                    </a:ext>
                  </a:extLst>
                </p14:cNvPr>
                <p14:cNvContentPartPr/>
                <p14:nvPr/>
              </p14:nvContentPartPr>
              <p14:xfrm>
                <a:off x="477240" y="4723880"/>
                <a:ext cx="366840" cy="108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9AC6AD33-FC84-407D-9494-39A62073F035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71120" y="4717760"/>
                  <a:ext cx="37908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B764ABC8-71A6-879C-A2AA-6C3482DBFBE9}"/>
                    </a:ext>
                  </a:extLst>
                </p14:cNvPr>
                <p14:cNvContentPartPr/>
                <p14:nvPr/>
              </p14:nvContentPartPr>
              <p14:xfrm>
                <a:off x="741480" y="4602200"/>
                <a:ext cx="132840" cy="3088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B764ABC8-71A6-879C-A2AA-6C3482DBFBE9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35360" y="4596080"/>
                  <a:ext cx="145080" cy="321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4D327A14-E750-6FD0-990C-4E973234674E}"/>
                  </a:ext>
                </a:extLst>
              </p14:cNvPr>
              <p14:cNvContentPartPr/>
              <p14:nvPr/>
            </p14:nvContentPartPr>
            <p14:xfrm>
              <a:off x="538440" y="2924600"/>
              <a:ext cx="1036080" cy="86832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4D327A14-E750-6FD0-990C-4E973234674E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32320" y="2918480"/>
                <a:ext cx="1048320" cy="880560"/>
              </a:xfrm>
              <a:prstGeom prst="rect">
                <a:avLst/>
              </a:prstGeom>
            </p:spPr>
          </p:pic>
        </mc:Fallback>
      </mc:AlternateContent>
      <p:grpSp>
        <p:nvGrpSpPr>
          <p:cNvPr id="45" name="Group 44">
            <a:extLst>
              <a:ext uri="{FF2B5EF4-FFF2-40B4-BE49-F238E27FC236}">
                <a16:creationId xmlns:a16="http://schemas.microsoft.com/office/drawing/2014/main" id="{3EB5DFD1-CD56-333D-F591-23ECF91458DE}"/>
              </a:ext>
            </a:extLst>
          </p:cNvPr>
          <p:cNvGrpSpPr/>
          <p:nvPr/>
        </p:nvGrpSpPr>
        <p:grpSpPr>
          <a:xfrm>
            <a:off x="1290120" y="2248520"/>
            <a:ext cx="1275840" cy="368280"/>
            <a:chOff x="1290120" y="2248520"/>
            <a:chExt cx="1275840" cy="368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42DFC5C9-D8BE-6E4A-22A1-B9592250240F}"/>
                    </a:ext>
                  </a:extLst>
                </p14:cNvPr>
                <p14:cNvContentPartPr/>
                <p14:nvPr/>
              </p14:nvContentPartPr>
              <p14:xfrm>
                <a:off x="1290120" y="2306120"/>
                <a:ext cx="237600" cy="3106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42DFC5C9-D8BE-6E4A-22A1-B9592250240F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284000" y="2300000"/>
                  <a:ext cx="24984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CD187AA4-5D2C-7794-A9DA-5314ADE4FA9B}"/>
                    </a:ext>
                  </a:extLst>
                </p14:cNvPr>
                <p14:cNvContentPartPr/>
                <p14:nvPr/>
              </p14:nvContentPartPr>
              <p14:xfrm>
                <a:off x="2266440" y="2248520"/>
                <a:ext cx="299520" cy="2786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CD187AA4-5D2C-7794-A9DA-5314ADE4FA9B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260320" y="2242400"/>
                  <a:ext cx="311760" cy="290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802492B0-C10F-B358-5F10-93148D7242F5}"/>
                  </a:ext>
                </a:extLst>
              </p14:cNvPr>
              <p14:cNvContentPartPr/>
              <p14:nvPr/>
            </p14:nvContentPartPr>
            <p14:xfrm>
              <a:off x="796560" y="3543800"/>
              <a:ext cx="631800" cy="17496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802492B0-C10F-B358-5F10-93148D7242F5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790440" y="3537680"/>
                <a:ext cx="644040" cy="18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614F685A-04EE-B6CF-E363-B51CDD9A62E5}"/>
                  </a:ext>
                </a:extLst>
              </p14:cNvPr>
              <p14:cNvContentPartPr/>
              <p14:nvPr/>
            </p14:nvContentPartPr>
            <p14:xfrm>
              <a:off x="843000" y="3542360"/>
              <a:ext cx="843840" cy="16740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614F685A-04EE-B6CF-E363-B51CDD9A62E5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836880" y="3536240"/>
                <a:ext cx="856080" cy="17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40139A82-6BDD-9236-0AE8-6390806267AC}"/>
                  </a:ext>
                </a:extLst>
              </p14:cNvPr>
              <p14:cNvContentPartPr/>
              <p14:nvPr/>
            </p14:nvContentPartPr>
            <p14:xfrm>
              <a:off x="4603920" y="2852960"/>
              <a:ext cx="476280" cy="71532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40139A82-6BDD-9236-0AE8-6390806267AC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4597800" y="2846840"/>
                <a:ext cx="488520" cy="72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0D126061-C89E-F622-2834-5F1BAA886E94}"/>
                  </a:ext>
                </a:extLst>
              </p14:cNvPr>
              <p14:cNvContentPartPr/>
              <p14:nvPr/>
            </p14:nvContentPartPr>
            <p14:xfrm>
              <a:off x="5181360" y="2972480"/>
              <a:ext cx="1160640" cy="25992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0D126061-C89E-F622-2834-5F1BAA886E94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5175240" y="2966360"/>
                <a:ext cx="1172880" cy="27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BA768CE4-1EC8-71C4-ED13-4FDA4DEE018F}"/>
                  </a:ext>
                </a:extLst>
              </p14:cNvPr>
              <p14:cNvContentPartPr/>
              <p14:nvPr/>
            </p14:nvContentPartPr>
            <p14:xfrm>
              <a:off x="4559280" y="2817680"/>
              <a:ext cx="592920" cy="71928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BA768CE4-1EC8-71C4-ED13-4FDA4DEE018F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4553160" y="2811560"/>
                <a:ext cx="605160" cy="73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3D6AE83B-41C8-B59D-C484-98F832764CDB}"/>
                  </a:ext>
                </a:extLst>
              </p14:cNvPr>
              <p14:cNvContentPartPr/>
              <p14:nvPr/>
            </p14:nvContentPartPr>
            <p14:xfrm>
              <a:off x="576960" y="2843960"/>
              <a:ext cx="919440" cy="95688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3D6AE83B-41C8-B59D-C484-98F832764CDB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570840" y="2837840"/>
                <a:ext cx="931680" cy="96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474B7D44-44AA-F78D-37CD-AA0DA3952A31}"/>
                  </a:ext>
                </a:extLst>
              </p14:cNvPr>
              <p14:cNvContentPartPr/>
              <p14:nvPr/>
            </p14:nvContentPartPr>
            <p14:xfrm>
              <a:off x="4158600" y="1186520"/>
              <a:ext cx="3047040" cy="210924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474B7D44-44AA-F78D-37CD-AA0DA3952A31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4152480" y="1180400"/>
                <a:ext cx="3059280" cy="2121480"/>
              </a:xfrm>
              <a:prstGeom prst="rect">
                <a:avLst/>
              </a:prstGeom>
            </p:spPr>
          </p:pic>
        </mc:Fallback>
      </mc:AlternateContent>
      <p:grpSp>
        <p:nvGrpSpPr>
          <p:cNvPr id="55" name="Group 54">
            <a:extLst>
              <a:ext uri="{FF2B5EF4-FFF2-40B4-BE49-F238E27FC236}">
                <a16:creationId xmlns:a16="http://schemas.microsoft.com/office/drawing/2014/main" id="{B040843B-12E8-1015-5DB9-7D8931334015}"/>
              </a:ext>
            </a:extLst>
          </p:cNvPr>
          <p:cNvGrpSpPr/>
          <p:nvPr/>
        </p:nvGrpSpPr>
        <p:grpSpPr>
          <a:xfrm>
            <a:off x="7355760" y="892760"/>
            <a:ext cx="1749240" cy="757800"/>
            <a:chOff x="7355760" y="892760"/>
            <a:chExt cx="1749240" cy="757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925DF32C-23C0-9DDC-3367-6F92A6C91AEE}"/>
                    </a:ext>
                  </a:extLst>
                </p14:cNvPr>
                <p14:cNvContentPartPr/>
                <p14:nvPr/>
              </p14:nvContentPartPr>
              <p14:xfrm>
                <a:off x="8386800" y="1076720"/>
                <a:ext cx="718200" cy="5738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925DF32C-23C0-9DDC-3367-6F92A6C91AEE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380680" y="1070600"/>
                  <a:ext cx="730440" cy="58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A2745003-2892-DD27-5444-DEC11B5582E3}"/>
                    </a:ext>
                  </a:extLst>
                </p14:cNvPr>
                <p14:cNvContentPartPr/>
                <p14:nvPr/>
              </p14:nvContentPartPr>
              <p14:xfrm>
                <a:off x="7355760" y="892760"/>
                <a:ext cx="1160640" cy="5094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A2745003-2892-DD27-5444-DEC11B5582E3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7349640" y="886640"/>
                  <a:ext cx="1172880" cy="521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9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64A72E4C-9703-D57D-DC8E-5890B47627DC}"/>
                  </a:ext>
                </a:extLst>
              </p14:cNvPr>
              <p14:cNvContentPartPr/>
              <p14:nvPr/>
            </p14:nvContentPartPr>
            <p14:xfrm>
              <a:off x="1157280" y="5159120"/>
              <a:ext cx="766800" cy="8352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64A72E4C-9703-D57D-DC8E-5890B47627DC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1151160" y="5153000"/>
                <a:ext cx="779040" cy="9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18A469BE-8830-DD50-894E-EA23C3B6918A}"/>
                  </a:ext>
                </a:extLst>
              </p14:cNvPr>
              <p14:cNvContentPartPr/>
              <p14:nvPr/>
            </p14:nvContentPartPr>
            <p14:xfrm>
              <a:off x="588840" y="3017120"/>
              <a:ext cx="875880" cy="66204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18A469BE-8830-DD50-894E-EA23C3B6918A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582720" y="3011000"/>
                <a:ext cx="888120" cy="6742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4 - Training changes the numbers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69264"/>
            <a:ext cx="11055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data, same code - different parameters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4754880" cy="2743200"/>
          </a:xfrm>
          <a:prstGeom prst="roundRect">
            <a:avLst>
              <a:gd name="adj" fmla="val 2667"/>
            </a:avLst>
          </a:prstGeom>
          <a:solidFill>
            <a:srgbClr val="FDF1EC"/>
          </a:solidFill>
          <a:ln w="12700">
            <a:solidFill>
              <a:srgbClr val="F3C9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41248" y="190195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TRAINING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2860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35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 = 1     b = 0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9260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76F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x = 3   →   ŷ = 3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35204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from the pattern.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44768" y="1691640"/>
            <a:ext cx="4754880" cy="2743200"/>
          </a:xfrm>
          <a:prstGeom prst="roundRect">
            <a:avLst>
              <a:gd name="adj" fmla="val 2667"/>
            </a:avLst>
          </a:prstGeom>
          <a:solidFill>
            <a:srgbClr val="EAF6F4"/>
          </a:solidFill>
          <a:ln w="12700">
            <a:solidFill>
              <a:srgbClr val="BFE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419088" y="190195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TRAINING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19088" y="22860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35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 ≈ 2     b ≈ 1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6419088" y="29260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A9D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x = 3   →   ŷ = 7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419088" y="35204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the pattern.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394960" y="2926080"/>
            <a:ext cx="685800" cy="237744"/>
          </a:xfrm>
          <a:prstGeom prst="rightArrow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66928" y="4617720"/>
            <a:ext cx="11055096" cy="868680"/>
          </a:xfrm>
          <a:prstGeom prst="roundRect">
            <a:avLst>
              <a:gd name="adj" fmla="val 10526"/>
            </a:avLst>
          </a:prstGeom>
          <a:solidFill>
            <a:srgbClr val="12203A"/>
          </a:solidFill>
          <a:ln w="12700">
            <a:solidFill>
              <a:srgbClr val="1220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841248" y="4828032"/>
            <a:ext cx="10506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changed?   </a:t>
            </a:r>
            <a:r>
              <a:rPr lang="en-US" sz="16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code. Not the data. Only the parameters w and b. That is the whole idea of machine learning.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66928" y="5715000"/>
            <a:ext cx="11055096" cy="475488"/>
          </a:xfrm>
          <a:prstGeom prst="roundRect">
            <a:avLst>
              <a:gd name="adj" fmla="val 19231"/>
            </a:avLst>
          </a:prstGeom>
          <a:solidFill>
            <a:srgbClr val="FDF1EC"/>
          </a:solidFill>
          <a:ln w="12700">
            <a:solidFill>
              <a:srgbClr val="F3C9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768096" y="5769864"/>
            <a:ext cx="10652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CHECKPOINT:  </a:t>
            </a:r>
            <a:r>
              <a:rPr lang="en-US" sz="14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two numbers did the model learn in this tiny example?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" y="6327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From Regression to Neural Networks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0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5F34CE16-D1C3-9F97-4CAE-7FAB890982E6}"/>
                  </a:ext>
                </a:extLst>
              </p14:cNvPr>
              <p14:cNvContentPartPr/>
              <p14:nvPr/>
            </p14:nvContentPartPr>
            <p14:xfrm>
              <a:off x="-416640" y="1351040"/>
              <a:ext cx="847080" cy="59328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5F34CE16-D1C3-9F97-4CAE-7FAB890982E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422760" y="1344920"/>
                <a:ext cx="859320" cy="60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831EC5D8-FFB2-573F-F5AD-A1F10DF3AB6B}"/>
                  </a:ext>
                </a:extLst>
              </p14:cNvPr>
              <p14:cNvContentPartPr/>
              <p14:nvPr/>
            </p14:nvContentPartPr>
            <p14:xfrm>
              <a:off x="495240" y="2108480"/>
              <a:ext cx="3528720" cy="78768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831EC5D8-FFB2-573F-F5AD-A1F10DF3AB6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89120" y="2102360"/>
                <a:ext cx="3540960" cy="79992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FBF61F30-70DF-9195-1D34-2A5774D90FBA}"/>
              </a:ext>
            </a:extLst>
          </p:cNvPr>
          <p:cNvGrpSpPr/>
          <p:nvPr/>
        </p:nvGrpSpPr>
        <p:grpSpPr>
          <a:xfrm>
            <a:off x="5995680" y="2253560"/>
            <a:ext cx="5274000" cy="986040"/>
            <a:chOff x="5995680" y="2253560"/>
            <a:chExt cx="5274000" cy="986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42F3025B-FFB9-9862-E657-108CEC1FAE23}"/>
                    </a:ext>
                  </a:extLst>
                </p14:cNvPr>
                <p14:cNvContentPartPr/>
                <p14:nvPr/>
              </p14:nvContentPartPr>
              <p14:xfrm>
                <a:off x="5995680" y="2253560"/>
                <a:ext cx="3781440" cy="5104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42F3025B-FFB9-9862-E657-108CEC1FAE23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989560" y="2247440"/>
                  <a:ext cx="3793680" cy="52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58EAFFFA-94FF-7B5F-D458-D3A0ECB6C21F}"/>
                    </a:ext>
                  </a:extLst>
                </p14:cNvPr>
                <p14:cNvContentPartPr/>
                <p14:nvPr/>
              </p14:nvContentPartPr>
              <p14:xfrm>
                <a:off x="9844800" y="2710400"/>
                <a:ext cx="1424880" cy="5292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58EAFFFA-94FF-7B5F-D458-D3A0ECB6C21F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838680" y="2704280"/>
                  <a:ext cx="1437120" cy="541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E6D87FE6-DC1D-8032-83CA-E81AE4C7DC64}"/>
                  </a:ext>
                </a:extLst>
              </p14:cNvPr>
              <p14:cNvContentPartPr/>
              <p14:nvPr/>
            </p14:nvContentPartPr>
            <p14:xfrm>
              <a:off x="3525360" y="1703840"/>
              <a:ext cx="1004760" cy="58860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E6D87FE6-DC1D-8032-83CA-E81AE4C7DC64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519240" y="1697720"/>
                <a:ext cx="1017000" cy="60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598C56AC-B56A-CF70-3284-F3A6AA8E9685}"/>
                  </a:ext>
                </a:extLst>
              </p14:cNvPr>
              <p14:cNvContentPartPr/>
              <p14:nvPr/>
            </p14:nvContentPartPr>
            <p14:xfrm>
              <a:off x="9062520" y="1581800"/>
              <a:ext cx="1433160" cy="64188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598C56AC-B56A-CF70-3284-F3A6AA8E9685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9056400" y="1575680"/>
                <a:ext cx="1445400" cy="65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91AF9733-1D24-8C14-B7F3-C686AFAB5F7C}"/>
                  </a:ext>
                </a:extLst>
              </p14:cNvPr>
              <p14:cNvContentPartPr/>
              <p14:nvPr/>
            </p14:nvContentPartPr>
            <p14:xfrm>
              <a:off x="5207640" y="5186480"/>
              <a:ext cx="2584080" cy="24480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91AF9733-1D24-8C14-B7F3-C686AFAB5F7C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201520" y="5180360"/>
                <a:ext cx="2596320" cy="257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machine learning loop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69264"/>
            <a:ext cx="11055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steps, repeated many times - that is all training is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F2F5F9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600200" y="1965960"/>
            <a:ext cx="585216" cy="585216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600200" y="2112264"/>
            <a:ext cx="585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743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95528" y="31546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current w and b</a:t>
            </a:r>
            <a:endParaRPr lang="en-US" sz="14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4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guess an output.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64408" y="2788920"/>
            <a:ext cx="320040" cy="237744"/>
          </a:xfrm>
          <a:prstGeom prst="rightArrow">
            <a:avLst/>
          </a:prstGeom>
          <a:solidFill>
            <a:srgbClr val="D8E0EA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538728" y="173736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F2F5F9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0" y="1965960"/>
            <a:ext cx="585216" cy="585216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4572000" y="2112264"/>
            <a:ext cx="585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721608" y="2743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767328" y="31546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with the truth.</a:t>
            </a:r>
            <a:endParaRPr lang="en-US" sz="14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4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the loss.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36208" y="2788920"/>
            <a:ext cx="320040" cy="237744"/>
          </a:xfrm>
          <a:prstGeom prst="rightArrow">
            <a:avLst/>
          </a:prstGeom>
          <a:solidFill>
            <a:srgbClr val="D8E0EA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510528" y="173736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F2F5F9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543800" y="1965960"/>
            <a:ext cx="585216" cy="585216"/>
          </a:xfrm>
          <a:prstGeom prst="ellipse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7543800" y="2112264"/>
            <a:ext cx="585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693408" y="2743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UPDATE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739128" y="31546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Nudge w and b in the</a:t>
            </a:r>
            <a:endParaRPr lang="en-US" sz="14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4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that helps.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208008" y="2788920"/>
            <a:ext cx="320040" cy="237744"/>
          </a:xfrm>
          <a:prstGeom prst="rightArrow">
            <a:avLst/>
          </a:prstGeom>
          <a:solidFill>
            <a:srgbClr val="D8E0EA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482328" y="173736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F2F5F9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0515600" y="1965960"/>
            <a:ext cx="585216" cy="585216"/>
          </a:xfrm>
          <a:prstGeom prst="ellipse">
            <a:avLst/>
          </a:prstGeom>
          <a:solidFill>
            <a:srgbClr val="6B7A94"/>
          </a:solidFill>
          <a:ln w="12700">
            <a:solidFill>
              <a:srgbClr val="6B7A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10515600" y="2112264"/>
            <a:ext cx="585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9665208" y="2743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REPEAT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9710928" y="31546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it again, hundreds</a:t>
            </a:r>
            <a:endParaRPr lang="en-US" sz="14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4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thousands of times.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407408" y="4434840"/>
            <a:ext cx="4480560" cy="310896"/>
          </a:xfrm>
          <a:prstGeom prst="leftArrow">
            <a:avLst/>
          </a:prstGeom>
          <a:solidFill>
            <a:srgbClr val="D8E0EA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566928" y="4892040"/>
            <a:ext cx="11055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…and back to the start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566928" y="5257800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model you will ever meet — regression, neurons, deep networks, ChatGPT - runs this same loop.</a:t>
            </a:r>
            <a:endParaRPr 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566928" y="6327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From Regression to Neural Networks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10972800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A34CE1E1-B82E-5C3E-B608-826B64CFDEBE}"/>
                  </a:ext>
                </a:extLst>
              </p14:cNvPr>
              <p14:cNvContentPartPr/>
              <p14:nvPr/>
            </p14:nvContentPartPr>
            <p14:xfrm>
              <a:off x="-569280" y="1463000"/>
              <a:ext cx="788040" cy="52956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A34CE1E1-B82E-5C3E-B608-826B64CFDEB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575400" y="1456880"/>
                <a:ext cx="800280" cy="54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B8961F7A-30D6-3C2C-D5CC-CCE3FADA7C7D}"/>
                  </a:ext>
                </a:extLst>
              </p14:cNvPr>
              <p14:cNvContentPartPr/>
              <p14:nvPr/>
            </p14:nvContentPartPr>
            <p14:xfrm>
              <a:off x="3322320" y="1401800"/>
              <a:ext cx="687960" cy="73224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B8961F7A-30D6-3C2C-D5CC-CCE3FADA7C7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316200" y="1395680"/>
                <a:ext cx="700200" cy="74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2630A3C8-C162-FFA0-71E9-216DB0ECF6E9}"/>
                  </a:ext>
                </a:extLst>
              </p14:cNvPr>
              <p14:cNvContentPartPr/>
              <p14:nvPr/>
            </p14:nvContentPartPr>
            <p14:xfrm>
              <a:off x="5163000" y="3879680"/>
              <a:ext cx="311400" cy="3204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2630A3C8-C162-FFA0-71E9-216DB0ECF6E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156880" y="3873560"/>
                <a:ext cx="323640" cy="4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74C12906-7266-722F-8519-8B4D64A13175}"/>
                  </a:ext>
                </a:extLst>
              </p14:cNvPr>
              <p14:cNvContentPartPr/>
              <p14:nvPr/>
            </p14:nvContentPartPr>
            <p14:xfrm>
              <a:off x="6785520" y="1269680"/>
              <a:ext cx="498960" cy="68940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74C12906-7266-722F-8519-8B4D64A13175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779400" y="1263560"/>
                <a:ext cx="511200" cy="70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6D54C866-428C-7CBC-265B-B66AEEE9F085}"/>
                  </a:ext>
                </a:extLst>
              </p14:cNvPr>
              <p14:cNvContentPartPr/>
              <p14:nvPr/>
            </p14:nvContentPartPr>
            <p14:xfrm>
              <a:off x="7375920" y="3097040"/>
              <a:ext cx="533880" cy="13500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6D54C866-428C-7CBC-265B-B66AEEE9F085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369800" y="3090920"/>
                <a:ext cx="546120" cy="14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2CA63D61-13D0-B105-E93C-08832245B76F}"/>
                  </a:ext>
                </a:extLst>
              </p14:cNvPr>
              <p14:cNvContentPartPr/>
              <p14:nvPr/>
            </p14:nvContentPartPr>
            <p14:xfrm>
              <a:off x="9556440" y="1451840"/>
              <a:ext cx="689760" cy="99288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2CA63D61-13D0-B105-E93C-08832245B76F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9550320" y="1445720"/>
                <a:ext cx="702000" cy="100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95C332F5-6942-E0B0-2628-99377FE2E716}"/>
                  </a:ext>
                </a:extLst>
              </p14:cNvPr>
              <p14:cNvContentPartPr/>
              <p14:nvPr/>
            </p14:nvContentPartPr>
            <p14:xfrm>
              <a:off x="1573800" y="3718400"/>
              <a:ext cx="8759520" cy="137484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95C332F5-6942-E0B0-2628-99377FE2E716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567680" y="3712280"/>
                <a:ext cx="8771760" cy="1387080"/>
              </a:xfrm>
              <a:prstGeom prst="rect">
                <a:avLst/>
              </a:prstGeom>
            </p:spPr>
          </p:pic>
        </mc:Fallback>
      </mc:AlternateContent>
      <p:grpSp>
        <p:nvGrpSpPr>
          <p:cNvPr id="43" name="Group 42">
            <a:extLst>
              <a:ext uri="{FF2B5EF4-FFF2-40B4-BE49-F238E27FC236}">
                <a16:creationId xmlns:a16="http://schemas.microsoft.com/office/drawing/2014/main" id="{D2473B62-5930-E638-793D-E0FC5B32AC50}"/>
              </a:ext>
            </a:extLst>
          </p:cNvPr>
          <p:cNvGrpSpPr/>
          <p:nvPr/>
        </p:nvGrpSpPr>
        <p:grpSpPr>
          <a:xfrm>
            <a:off x="4774920" y="5658440"/>
            <a:ext cx="3775320" cy="96480"/>
            <a:chOff x="4774920" y="5658440"/>
            <a:chExt cx="3775320" cy="96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EBC14719-E256-C60A-F2DE-F80943759C52}"/>
                    </a:ext>
                  </a:extLst>
                </p14:cNvPr>
                <p14:cNvContentPartPr/>
                <p14:nvPr/>
              </p14:nvContentPartPr>
              <p14:xfrm>
                <a:off x="4774920" y="5740160"/>
                <a:ext cx="644400" cy="147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EBC14719-E256-C60A-F2DE-F80943759C52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768800" y="5734040"/>
                  <a:ext cx="65664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D56A4CF1-21AF-283B-0373-68751E4CD640}"/>
                    </a:ext>
                  </a:extLst>
                </p14:cNvPr>
                <p14:cNvContentPartPr/>
                <p14:nvPr/>
              </p14:nvContentPartPr>
              <p14:xfrm>
                <a:off x="5730000" y="5658440"/>
                <a:ext cx="567360" cy="216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D56A4CF1-21AF-283B-0373-68751E4CD640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5723880" y="5652320"/>
                  <a:ext cx="57960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C5BA5022-952B-77C1-9B13-09BECC52C02B}"/>
                    </a:ext>
                  </a:extLst>
                </p14:cNvPr>
                <p14:cNvContentPartPr/>
                <p14:nvPr/>
              </p14:nvContentPartPr>
              <p14:xfrm>
                <a:off x="6804240" y="5709920"/>
                <a:ext cx="687960" cy="108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C5BA5022-952B-77C1-9B13-09BECC52C02B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798120" y="5703800"/>
                  <a:ext cx="70020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C8C60DB6-465B-A000-CF69-E9948B9E45F2}"/>
                    </a:ext>
                  </a:extLst>
                </p14:cNvPr>
                <p14:cNvContentPartPr/>
                <p14:nvPr/>
              </p14:nvContentPartPr>
              <p14:xfrm>
                <a:off x="7958040" y="5679320"/>
                <a:ext cx="592200" cy="108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C8C60DB6-465B-A000-CF69-E9948B9E45F2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951920" y="5673200"/>
                  <a:ext cx="604440" cy="23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351ED93E-2FC7-91DD-1893-2300EB47AF78}"/>
                  </a:ext>
                </a:extLst>
              </p14:cNvPr>
              <p14:cNvContentPartPr/>
              <p14:nvPr/>
            </p14:nvContentPartPr>
            <p14:xfrm>
              <a:off x="1574520" y="944600"/>
              <a:ext cx="3109320" cy="12420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351ED93E-2FC7-91DD-1893-2300EB47AF78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568400" y="938480"/>
                <a:ext cx="3121560" cy="136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idea, now with real-life data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69264"/>
            <a:ext cx="11055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delivery time from distance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3566160" cy="3566160"/>
          </a:xfrm>
          <a:prstGeom prst="roundRect">
            <a:avLst>
              <a:gd name="adj" fmla="val 2051"/>
            </a:avLst>
          </a:prstGeom>
          <a:solidFill>
            <a:srgbClr val="F2F5F9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188366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MEASUREMENTS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6771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(km)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487168" y="226771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(min)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606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140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487168" y="2606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A9D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8.5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00837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140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2.0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487168" y="300837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A9D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11.4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41071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140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3.0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487168" y="341071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A9D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15.0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381304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140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4.0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2487168" y="381304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A9D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18.0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21538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140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5.0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2487168" y="421538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A9D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21.0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61772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140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6.0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2487168" y="461772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A9D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24.8</a:t>
            </a:r>
            <a:endParaRPr lang="en-US" sz="1500" dirty="0"/>
          </a:p>
        </p:txBody>
      </p:sp>
      <p:graphicFrame>
        <p:nvGraphicFramePr>
          <p:cNvPr id="20" name="Chart 0"/>
          <p:cNvGraphicFramePr/>
          <p:nvPr/>
        </p:nvGraphicFramePr>
        <p:xfrm>
          <a:off x="4361688" y="1691640"/>
          <a:ext cx="726948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1" name="Shape 18"/>
          <p:cNvSpPr/>
          <p:nvPr/>
        </p:nvSpPr>
        <p:spPr>
          <a:xfrm>
            <a:off x="566928" y="5715000"/>
            <a:ext cx="11055096" cy="475488"/>
          </a:xfrm>
          <a:prstGeom prst="roundRect">
            <a:avLst>
              <a:gd name="adj" fmla="val 19231"/>
            </a:avLst>
          </a:prstGeom>
          <a:solidFill>
            <a:srgbClr val="FDF1EC"/>
          </a:solidFill>
          <a:ln w="12700">
            <a:solidFill>
              <a:srgbClr val="F3C9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 txBox="1"/>
          <p:nvPr/>
        </p:nvSpPr>
        <p:spPr>
          <a:xfrm>
            <a:off x="768096" y="5769864"/>
            <a:ext cx="10652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 </a:t>
            </a:r>
            <a:r>
              <a:rPr lang="en-US" sz="14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points are close to a line but not exactly on it. What real-life things cause that?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6327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From Regression to Neural Networks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10972800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6448E777-58BA-0132-0FA8-BEE46454369D}"/>
                  </a:ext>
                </a:extLst>
              </p14:cNvPr>
              <p14:cNvContentPartPr/>
              <p14:nvPr/>
            </p14:nvContentPartPr>
            <p14:xfrm>
              <a:off x="-52680" y="1269680"/>
              <a:ext cx="1013400" cy="102204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6448E777-58BA-0132-0FA8-BEE46454369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58800" y="1263560"/>
                <a:ext cx="1025640" cy="103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E441E672-96D6-841C-DF19-14A2452AB46B}"/>
                  </a:ext>
                </a:extLst>
              </p14:cNvPr>
              <p14:cNvContentPartPr/>
              <p14:nvPr/>
            </p14:nvContentPartPr>
            <p14:xfrm>
              <a:off x="7132200" y="2092640"/>
              <a:ext cx="1685160" cy="8280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E441E672-96D6-841C-DF19-14A2452AB46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126080" y="2086520"/>
                <a:ext cx="1697400" cy="95040"/>
              </a:xfrm>
              <a:prstGeom prst="rect">
                <a:avLst/>
              </a:prstGeom>
            </p:spPr>
          </p:pic>
        </mc:Fallback>
      </mc:AlternateContent>
      <p:grpSp>
        <p:nvGrpSpPr>
          <p:cNvPr id="32" name="Group 31">
            <a:extLst>
              <a:ext uri="{FF2B5EF4-FFF2-40B4-BE49-F238E27FC236}">
                <a16:creationId xmlns:a16="http://schemas.microsoft.com/office/drawing/2014/main" id="{F257B1AF-F9C4-C7DA-68C3-D5C4D6EC1C6B}"/>
              </a:ext>
            </a:extLst>
          </p:cNvPr>
          <p:cNvGrpSpPr/>
          <p:nvPr/>
        </p:nvGrpSpPr>
        <p:grpSpPr>
          <a:xfrm>
            <a:off x="2946120" y="1230080"/>
            <a:ext cx="877320" cy="1051920"/>
            <a:chOff x="2946120" y="1230080"/>
            <a:chExt cx="877320" cy="1051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903FF490-A65E-1466-A339-DFB5C7AFA9A6}"/>
                    </a:ext>
                  </a:extLst>
                </p14:cNvPr>
                <p14:cNvContentPartPr/>
                <p14:nvPr/>
              </p14:nvContentPartPr>
              <p14:xfrm>
                <a:off x="2946120" y="1523840"/>
                <a:ext cx="328320" cy="7581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03FF490-A65E-1466-A339-DFB5C7AFA9A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940000" y="1517720"/>
                  <a:ext cx="340560" cy="77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9A3FB5A-28F0-3B4D-A408-AEEA20FD2043}"/>
                    </a:ext>
                  </a:extLst>
                </p14:cNvPr>
                <p14:cNvContentPartPr/>
                <p14:nvPr/>
              </p14:nvContentPartPr>
              <p14:xfrm>
                <a:off x="3311880" y="1230080"/>
                <a:ext cx="511560" cy="4557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9A3FB5A-28F0-3B4D-A408-AEEA20FD204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305760" y="1223960"/>
                  <a:ext cx="523800" cy="46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5AEFC0CD-A74A-43DC-EF15-AFBCF5316CF5}"/>
              </a:ext>
            </a:extLst>
          </p:cNvPr>
          <p:cNvGrpSpPr/>
          <p:nvPr/>
        </p:nvGrpSpPr>
        <p:grpSpPr>
          <a:xfrm>
            <a:off x="274200" y="1229360"/>
            <a:ext cx="420120" cy="759960"/>
            <a:chOff x="274200" y="1229360"/>
            <a:chExt cx="420120" cy="759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BD80CAEC-CA69-FB28-1D50-FDC04374E092}"/>
                    </a:ext>
                  </a:extLst>
                </p14:cNvPr>
                <p14:cNvContentPartPr/>
                <p14:nvPr/>
              </p14:nvContentPartPr>
              <p14:xfrm>
                <a:off x="323160" y="1300280"/>
                <a:ext cx="316800" cy="6890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BD80CAEC-CA69-FB28-1D50-FDC04374E09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17040" y="1294160"/>
                  <a:ext cx="329040" cy="70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99ED8D1-96DF-CA12-543D-A06280839AC5}"/>
                    </a:ext>
                  </a:extLst>
                </p14:cNvPr>
                <p14:cNvContentPartPr/>
                <p14:nvPr/>
              </p14:nvContentPartPr>
              <p14:xfrm>
                <a:off x="274200" y="1229360"/>
                <a:ext cx="420120" cy="4348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99ED8D1-96DF-CA12-543D-A06280839AC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68080" y="1223240"/>
                  <a:ext cx="432360" cy="447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E0B3F762-AB90-C428-12E4-2351EC2D9BED}"/>
                  </a:ext>
                </a:extLst>
              </p14:cNvPr>
              <p14:cNvContentPartPr/>
              <p14:nvPr/>
            </p14:nvContentPartPr>
            <p14:xfrm>
              <a:off x="5384760" y="2585480"/>
              <a:ext cx="5144040" cy="145836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E0B3F762-AB90-C428-12E4-2351EC2D9BED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378640" y="2579360"/>
                <a:ext cx="5156280" cy="147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0958C7AA-8152-16B9-AD04-416F528E909D}"/>
                  </a:ext>
                </a:extLst>
              </p14:cNvPr>
              <p14:cNvContentPartPr/>
              <p14:nvPr/>
            </p14:nvContentPartPr>
            <p14:xfrm>
              <a:off x="3819840" y="6099800"/>
              <a:ext cx="509040" cy="4752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0958C7AA-8152-16B9-AD04-416F528E909D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813720" y="6093680"/>
                <a:ext cx="521280" cy="597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Notebook 1 - Be the learning algorithm yourself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69264"/>
            <a:ext cx="11055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candidate numbers, compare the evidence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6492240" cy="2743200"/>
          </a:xfrm>
          <a:prstGeom prst="roundRect">
            <a:avLst>
              <a:gd name="adj" fmla="val 2000"/>
            </a:avLst>
          </a:prstGeom>
          <a:solidFill>
            <a:srgbClr val="12203A"/>
          </a:solidFill>
          <a:ln w="12700">
            <a:solidFill>
              <a:srgbClr val="1220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768096" y="1837944"/>
            <a:ext cx="6089904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candidate_ws = [1.5, 2.0, 2.5, 3.0, 3.5]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5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w in candidate_ws: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loss = mean_squared_error(data, w, b)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print(w, loss)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424928" y="1691640"/>
            <a:ext cx="4206240" cy="2743200"/>
          </a:xfrm>
          <a:prstGeom prst="roundRect">
            <a:avLst>
              <a:gd name="adj" fmla="val 2667"/>
            </a:avLst>
          </a:prstGeom>
          <a:solidFill>
            <a:srgbClr val="F2F5F9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7680960" y="1901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THIS BY HAND?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680960" y="228600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automate anything, you should feel what learning is:</a:t>
            </a: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searching for better numbers, guided by the loss.</a:t>
            </a: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was search over states.</a:t>
            </a: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it is search over numbers.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4663440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Later, gradient descent will do this search for you - automatically and far faster. It is not a different idea.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66928" y="5715000"/>
            <a:ext cx="11055096" cy="475488"/>
          </a:xfrm>
          <a:prstGeom prst="roundRect">
            <a:avLst>
              <a:gd name="adj" fmla="val 19231"/>
            </a:avLst>
          </a:prstGeom>
          <a:solidFill>
            <a:srgbClr val="FDF1EC"/>
          </a:solidFill>
          <a:ln w="12700">
            <a:solidFill>
              <a:srgbClr val="F3C9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768096" y="5769864"/>
            <a:ext cx="10652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FIRST:  </a:t>
            </a:r>
            <a:r>
              <a:rPr lang="en-US" sz="14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value of w will give the lowest loss? Guess before you run the cell.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6327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From Regression to Neural Networks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0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505697FB-867E-7057-CFE0-2ED771791A3A}"/>
                  </a:ext>
                </a:extLst>
              </p14:cNvPr>
              <p14:cNvContentPartPr/>
              <p14:nvPr/>
            </p14:nvContentPartPr>
            <p14:xfrm>
              <a:off x="2722560" y="2671880"/>
              <a:ext cx="2934720" cy="19620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505697FB-867E-7057-CFE0-2ED771791A3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16440" y="2665760"/>
                <a:ext cx="2946960" cy="20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B1EF2056-90E5-4EC5-6205-99A840E4E7BE}"/>
                  </a:ext>
                </a:extLst>
              </p14:cNvPr>
              <p14:cNvContentPartPr/>
              <p14:nvPr/>
            </p14:nvContentPartPr>
            <p14:xfrm>
              <a:off x="4805520" y="1513760"/>
              <a:ext cx="332280" cy="52164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B1EF2056-90E5-4EC5-6205-99A840E4E7B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799400" y="1507640"/>
                <a:ext cx="344520" cy="53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FF223AB4-4B8C-5F48-0F55-FB93AC1571F0}"/>
                  </a:ext>
                </a:extLst>
              </p14:cNvPr>
              <p14:cNvContentPartPr/>
              <p14:nvPr/>
            </p14:nvContentPartPr>
            <p14:xfrm>
              <a:off x="7620000" y="937040"/>
              <a:ext cx="114120" cy="25884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FF223AB4-4B8C-5F48-0F55-FB93AC1571F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613880" y="930920"/>
                <a:ext cx="126360" cy="27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BBDA89C0-5777-F7DF-8E98-3959DCAD2DB7}"/>
                  </a:ext>
                </a:extLst>
              </p14:cNvPr>
              <p14:cNvContentPartPr/>
              <p14:nvPr/>
            </p14:nvContentPartPr>
            <p14:xfrm>
              <a:off x="8046600" y="1036040"/>
              <a:ext cx="360" cy="36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BBDA89C0-5777-F7DF-8E98-3959DCAD2DB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040480" y="102992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895550BD-79BE-D108-7589-090626273224}"/>
                  </a:ext>
                </a:extLst>
              </p14:cNvPr>
              <p14:cNvContentPartPr/>
              <p14:nvPr/>
            </p14:nvContentPartPr>
            <p14:xfrm>
              <a:off x="2570280" y="1595120"/>
              <a:ext cx="284760" cy="13248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895550BD-79BE-D108-7589-090626273224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564160" y="1589000"/>
                <a:ext cx="297000" cy="144720"/>
              </a:xfrm>
              <a:prstGeom prst="rect">
                <a:avLst/>
              </a:prstGeom>
            </p:spPr>
          </p:pic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B304C843-E9DD-CAF0-B136-1D5CC1A22FEA}"/>
              </a:ext>
            </a:extLst>
          </p:cNvPr>
          <p:cNvGrpSpPr/>
          <p:nvPr/>
        </p:nvGrpSpPr>
        <p:grpSpPr>
          <a:xfrm>
            <a:off x="2676480" y="1556960"/>
            <a:ext cx="538200" cy="645480"/>
            <a:chOff x="2676480" y="1556960"/>
            <a:chExt cx="538200" cy="645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600CBD5B-8065-A4E2-BEF8-7FE05ADF21F8}"/>
                    </a:ext>
                  </a:extLst>
                </p14:cNvPr>
                <p14:cNvContentPartPr/>
                <p14:nvPr/>
              </p14:nvContentPartPr>
              <p14:xfrm>
                <a:off x="2692320" y="1556960"/>
                <a:ext cx="522360" cy="5076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600CBD5B-8065-A4E2-BEF8-7FE05ADF21F8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686200" y="1550840"/>
                  <a:ext cx="534600" cy="51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B1A64A3-050E-6579-7160-BC8496F26A94}"/>
                    </a:ext>
                  </a:extLst>
                </p14:cNvPr>
                <p14:cNvContentPartPr/>
                <p14:nvPr/>
              </p14:nvContentPartPr>
              <p14:xfrm>
                <a:off x="2676480" y="1960880"/>
                <a:ext cx="117720" cy="2415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B1A64A3-050E-6579-7160-BC8496F26A94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670360" y="1954760"/>
                  <a:ext cx="129960" cy="253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E2382FD2-D4D0-5949-DEDE-06FB93CB8489}"/>
                  </a:ext>
                </a:extLst>
              </p14:cNvPr>
              <p14:cNvContentPartPr/>
              <p14:nvPr/>
            </p14:nvContentPartPr>
            <p14:xfrm>
              <a:off x="5669160" y="2111360"/>
              <a:ext cx="830520" cy="214020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E2382FD2-D4D0-5949-DEDE-06FB93CB8489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5663040" y="2105240"/>
                <a:ext cx="842760" cy="215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4B69E68B-DA63-AC7E-61D9-7CA26FF8BFF1}"/>
                  </a:ext>
                </a:extLst>
              </p14:cNvPr>
              <p14:cNvContentPartPr/>
              <p14:nvPr/>
            </p14:nvContentPartPr>
            <p14:xfrm>
              <a:off x="3027480" y="3616880"/>
              <a:ext cx="1619640" cy="8784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4B69E68B-DA63-AC7E-61D9-7CA26FF8BFF1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3021360" y="3610760"/>
                <a:ext cx="1631880" cy="10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30B8A0E2-F55E-2AC3-9B8B-CBC1AB091987}"/>
                  </a:ext>
                </a:extLst>
              </p14:cNvPr>
              <p14:cNvContentPartPr/>
              <p14:nvPr/>
            </p14:nvContentPartPr>
            <p14:xfrm>
              <a:off x="1135680" y="3941960"/>
              <a:ext cx="1517400" cy="12132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30B8A0E2-F55E-2AC3-9B8B-CBC1AB091987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129560" y="3935840"/>
                <a:ext cx="1529640" cy="13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5787EB9B-4AB1-D516-EF28-62FECC493D17}"/>
                  </a:ext>
                </a:extLst>
              </p14:cNvPr>
              <p14:cNvContentPartPr/>
              <p14:nvPr/>
            </p14:nvContentPartPr>
            <p14:xfrm>
              <a:off x="1259520" y="5018720"/>
              <a:ext cx="2473560" cy="4212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5787EB9B-4AB1-D516-EF28-62FECC493D17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253400" y="5012600"/>
                <a:ext cx="2485800" cy="54360"/>
              </a:xfrm>
              <a:prstGeom prst="rect">
                <a:avLst/>
              </a:prstGeom>
            </p:spPr>
          </p:pic>
        </mc:Fallback>
      </mc:AlternateContent>
      <p:grpSp>
        <p:nvGrpSpPr>
          <p:cNvPr id="35" name="Group 34">
            <a:extLst>
              <a:ext uri="{FF2B5EF4-FFF2-40B4-BE49-F238E27FC236}">
                <a16:creationId xmlns:a16="http://schemas.microsoft.com/office/drawing/2014/main" id="{767ACF00-9328-FCA2-64B6-9B7FC4281F56}"/>
              </a:ext>
            </a:extLst>
          </p:cNvPr>
          <p:cNvGrpSpPr/>
          <p:nvPr/>
        </p:nvGrpSpPr>
        <p:grpSpPr>
          <a:xfrm>
            <a:off x="726360" y="2360480"/>
            <a:ext cx="6004080" cy="679320"/>
            <a:chOff x="726360" y="2360480"/>
            <a:chExt cx="6004080" cy="679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4ECBEBB-B342-9187-FCB8-7E11779E1C6C}"/>
                    </a:ext>
                  </a:extLst>
                </p14:cNvPr>
                <p14:cNvContentPartPr/>
                <p14:nvPr/>
              </p14:nvContentPartPr>
              <p14:xfrm>
                <a:off x="3201000" y="2671880"/>
                <a:ext cx="1830240" cy="1965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4ECBEBB-B342-9187-FCB8-7E11779E1C6C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194880" y="2665760"/>
                  <a:ext cx="184248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C3F42A4-5B54-166E-0B1B-79413DAE1C9E}"/>
                    </a:ext>
                  </a:extLst>
                </p14:cNvPr>
                <p14:cNvContentPartPr/>
                <p14:nvPr/>
              </p14:nvContentPartPr>
              <p14:xfrm>
                <a:off x="726360" y="2842520"/>
                <a:ext cx="610560" cy="1972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C3F42A4-5B54-166E-0B1B-79413DAE1C9E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720240" y="2836400"/>
                  <a:ext cx="62280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B957930A-8241-FE27-AF0D-24916FDCC922}"/>
                    </a:ext>
                  </a:extLst>
                </p14:cNvPr>
                <p14:cNvContentPartPr/>
                <p14:nvPr/>
              </p14:nvContentPartPr>
              <p14:xfrm>
                <a:off x="1143240" y="2926040"/>
                <a:ext cx="106560" cy="108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B957930A-8241-FE27-AF0D-24916FDCC922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137120" y="2919920"/>
                  <a:ext cx="11880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E14D850-213C-0B7B-D367-177E8409DD6D}"/>
                    </a:ext>
                  </a:extLst>
                </p14:cNvPr>
                <p14:cNvContentPartPr/>
                <p14:nvPr/>
              </p14:nvContentPartPr>
              <p14:xfrm>
                <a:off x="3291720" y="2539760"/>
                <a:ext cx="209160" cy="212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E14D850-213C-0B7B-D367-177E8409DD6D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3285600" y="2533640"/>
                  <a:ext cx="22140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E9822E7-3B14-09D2-DC8C-F12CA8248B46}"/>
                    </a:ext>
                  </a:extLst>
                </p14:cNvPr>
                <p14:cNvContentPartPr/>
                <p14:nvPr/>
              </p14:nvContentPartPr>
              <p14:xfrm>
                <a:off x="2610960" y="2702480"/>
                <a:ext cx="1627920" cy="1101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E9822E7-3B14-09D2-DC8C-F12CA8248B46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604840" y="2696360"/>
                  <a:ext cx="164016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02ECF64B-93A1-8D99-4842-B06D5843389E}"/>
                    </a:ext>
                  </a:extLst>
                </p14:cNvPr>
                <p14:cNvContentPartPr/>
                <p14:nvPr/>
              </p14:nvContentPartPr>
              <p14:xfrm>
                <a:off x="3088320" y="2360480"/>
                <a:ext cx="3642120" cy="4338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02ECF64B-93A1-8D99-4842-B06D5843389E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082200" y="2354360"/>
                  <a:ext cx="3654360" cy="44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4155371-2A5B-8972-10A7-D56E220FBF72}"/>
                    </a:ext>
                  </a:extLst>
                </p14:cNvPr>
                <p14:cNvContentPartPr/>
                <p14:nvPr/>
              </p14:nvContentPartPr>
              <p14:xfrm>
                <a:off x="1015800" y="2948720"/>
                <a:ext cx="2678040" cy="489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4155371-2A5B-8972-10A7-D56E220FBF72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009680" y="2942600"/>
                  <a:ext cx="2690280" cy="61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9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27347AC1-840B-D592-49EB-2E834CB0FD58}"/>
                  </a:ext>
                </a:extLst>
              </p14:cNvPr>
              <p14:cNvContentPartPr/>
              <p14:nvPr/>
            </p14:nvContentPartPr>
            <p14:xfrm>
              <a:off x="2396400" y="2521400"/>
              <a:ext cx="649440" cy="7200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27347AC1-840B-D592-49EB-2E834CB0FD58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2390280" y="2515280"/>
                <a:ext cx="661680" cy="8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47D20ECC-15AD-D093-FF7F-39CBE2AE927B}"/>
                  </a:ext>
                </a:extLst>
              </p14:cNvPr>
              <p14:cNvContentPartPr/>
              <p14:nvPr/>
            </p14:nvContentPartPr>
            <p14:xfrm>
              <a:off x="751560" y="2864840"/>
              <a:ext cx="882720" cy="7236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47D20ECC-15AD-D093-FF7F-39CBE2AE927B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745440" y="2858720"/>
                <a:ext cx="894960" cy="8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F6D2D003-F87D-5EEF-DC17-FDC01D857E6F}"/>
                  </a:ext>
                </a:extLst>
              </p14:cNvPr>
              <p14:cNvContentPartPr/>
              <p14:nvPr/>
            </p14:nvContentPartPr>
            <p14:xfrm>
              <a:off x="794760" y="4408160"/>
              <a:ext cx="522720" cy="21672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F6D2D003-F87D-5EEF-DC17-FDC01D857E6F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788640" y="4402040"/>
                <a:ext cx="534960" cy="22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5C813A1F-CE37-0B9C-0940-B8690380E361}"/>
                  </a:ext>
                </a:extLst>
              </p14:cNvPr>
              <p14:cNvContentPartPr/>
              <p14:nvPr/>
            </p14:nvContentPartPr>
            <p14:xfrm>
              <a:off x="4017120" y="4925840"/>
              <a:ext cx="1690200" cy="16380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5C813A1F-CE37-0B9C-0940-B8690380E361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4011000" y="4919720"/>
                <a:ext cx="1702440" cy="176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Regression predicts a NUMBER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69264"/>
            <a:ext cx="11055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in, number out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115568" y="2011680"/>
            <a:ext cx="3108960" cy="1737360"/>
          </a:xfrm>
          <a:prstGeom prst="roundRect">
            <a:avLst>
              <a:gd name="adj" fmla="val 4211"/>
            </a:avLst>
          </a:prstGeom>
          <a:solidFill>
            <a:srgbClr val="F2F5F9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344168" y="22402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7432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D35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distance = 5 km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297680" y="2788920"/>
            <a:ext cx="457200" cy="237744"/>
          </a:xfrm>
          <a:prstGeom prst="rightArrow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828032" y="2011680"/>
            <a:ext cx="3108960" cy="1737360"/>
          </a:xfrm>
          <a:prstGeom prst="roundRect">
            <a:avLst>
              <a:gd name="adj" fmla="val 4211"/>
            </a:avLst>
          </a:prstGeom>
          <a:solidFill>
            <a:srgbClr val="12203A"/>
          </a:solidFill>
          <a:ln w="12700">
            <a:solidFill>
              <a:srgbClr val="1220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056632" y="22402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056632" y="27432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 × x + b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010144" y="2788920"/>
            <a:ext cx="457200" cy="237744"/>
          </a:xfrm>
          <a:prstGeom prst="rightArrow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540496" y="2011680"/>
            <a:ext cx="3108960" cy="1737360"/>
          </a:xfrm>
          <a:prstGeom prst="roundRect">
            <a:avLst>
              <a:gd name="adj" fmla="val 4211"/>
            </a:avLst>
          </a:prstGeom>
          <a:solidFill>
            <a:srgbClr val="F2F5F9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8769096" y="22402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769096" y="27432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D35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minutes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566928" y="4114800"/>
            <a:ext cx="11055096" cy="914400"/>
          </a:xfrm>
          <a:prstGeom prst="roundRect">
            <a:avLst>
              <a:gd name="adj" fmla="val 10000"/>
            </a:avLst>
          </a:prstGeom>
          <a:solidFill>
            <a:srgbClr val="EAF6F4"/>
          </a:solidFill>
          <a:ln w="12700">
            <a:solidFill>
              <a:srgbClr val="BFE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841248" y="4315968"/>
            <a:ext cx="10506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still machine learning — </a:t>
            </a:r>
            <a:r>
              <a:rPr lang="en-US" sz="16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long as w and b were learned from data instead of typed in by a human.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66928" y="5715000"/>
            <a:ext cx="11055096" cy="475488"/>
          </a:xfrm>
          <a:prstGeom prst="roundRect">
            <a:avLst>
              <a:gd name="adj" fmla="val 19231"/>
            </a:avLst>
          </a:prstGeom>
          <a:solidFill>
            <a:srgbClr val="FDF1EC"/>
          </a:solidFill>
          <a:ln w="12700">
            <a:solidFill>
              <a:srgbClr val="F3C9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768096" y="5769864"/>
            <a:ext cx="10652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 </a:t>
            </a:r>
            <a:r>
              <a:rPr lang="en-US" sz="14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 hard-code w = 3.5 myself, is it still machine learning?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" y="6327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From Regression to Neural Networks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0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FA11E2D3-A38A-7C56-E528-83BFD1891307}"/>
                  </a:ext>
                </a:extLst>
              </p14:cNvPr>
              <p14:cNvContentPartPr/>
              <p14:nvPr/>
            </p14:nvContentPartPr>
            <p14:xfrm>
              <a:off x="3247800" y="1513760"/>
              <a:ext cx="226440" cy="39888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FA11E2D3-A38A-7C56-E528-83BFD189130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41680" y="1507640"/>
                <a:ext cx="238680" cy="411120"/>
              </a:xfrm>
              <a:prstGeom prst="rect">
                <a:avLst/>
              </a:prstGeom>
            </p:spPr>
          </p:pic>
        </mc:Fallback>
      </mc:AlternateContent>
      <p:grpSp>
        <p:nvGrpSpPr>
          <p:cNvPr id="30" name="Group 29">
            <a:extLst>
              <a:ext uri="{FF2B5EF4-FFF2-40B4-BE49-F238E27FC236}">
                <a16:creationId xmlns:a16="http://schemas.microsoft.com/office/drawing/2014/main" id="{16C927C5-C1D1-2CD7-7B41-C7B8C1028D93}"/>
              </a:ext>
            </a:extLst>
          </p:cNvPr>
          <p:cNvGrpSpPr/>
          <p:nvPr/>
        </p:nvGrpSpPr>
        <p:grpSpPr>
          <a:xfrm>
            <a:off x="1706640" y="3281360"/>
            <a:ext cx="2174760" cy="206280"/>
            <a:chOff x="1706640" y="3281360"/>
            <a:chExt cx="2174760" cy="206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74F848D0-CEBE-438A-7D55-06F957869033}"/>
                    </a:ext>
                  </a:extLst>
                </p14:cNvPr>
                <p14:cNvContentPartPr/>
                <p14:nvPr/>
              </p14:nvContentPartPr>
              <p14:xfrm>
                <a:off x="1706640" y="3342560"/>
                <a:ext cx="949680" cy="1450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74F848D0-CEBE-438A-7D55-06F957869033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700520" y="3336440"/>
                  <a:ext cx="96192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53AB2EE-A6DA-642E-59AA-58CD012A9271}"/>
                    </a:ext>
                  </a:extLst>
                </p14:cNvPr>
                <p14:cNvContentPartPr/>
                <p14:nvPr/>
              </p14:nvContentPartPr>
              <p14:xfrm>
                <a:off x="3069240" y="3281360"/>
                <a:ext cx="812160" cy="406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53AB2EE-A6DA-642E-59AA-58CD012A9271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063120" y="3275240"/>
                  <a:ext cx="824400" cy="52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C6FF167-B88D-2E9C-BFF0-8A965E7B2CA8}"/>
              </a:ext>
            </a:extLst>
          </p:cNvPr>
          <p:cNvGrpSpPr/>
          <p:nvPr/>
        </p:nvGrpSpPr>
        <p:grpSpPr>
          <a:xfrm>
            <a:off x="139200" y="160160"/>
            <a:ext cx="7516800" cy="1596240"/>
            <a:chOff x="139200" y="160160"/>
            <a:chExt cx="7516800" cy="1596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4784B750-2DED-CB2C-E107-DFFF0C6A9FB0}"/>
                    </a:ext>
                  </a:extLst>
                </p14:cNvPr>
                <p14:cNvContentPartPr/>
                <p14:nvPr/>
              </p14:nvContentPartPr>
              <p14:xfrm>
                <a:off x="139200" y="160160"/>
                <a:ext cx="7516800" cy="15962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4784B750-2DED-CB2C-E107-DFFF0C6A9FB0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33080" y="154040"/>
                  <a:ext cx="7529040" cy="160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04B4FFBB-7A3C-5215-6D93-86EA34E74EF0}"/>
                    </a:ext>
                  </a:extLst>
                </p14:cNvPr>
                <p14:cNvContentPartPr/>
                <p14:nvPr/>
              </p14:nvContentPartPr>
              <p14:xfrm>
                <a:off x="2983560" y="1125680"/>
                <a:ext cx="2862720" cy="1026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4B4FFBB-7A3C-5215-6D93-86EA34E74EF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977440" y="1119560"/>
                  <a:ext cx="287496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9D8BF4CA-299A-5045-06B6-8C49B840EEF7}"/>
                    </a:ext>
                  </a:extLst>
                </p14:cNvPr>
                <p14:cNvContentPartPr/>
                <p14:nvPr/>
              </p14:nvContentPartPr>
              <p14:xfrm>
                <a:off x="6682200" y="1107320"/>
                <a:ext cx="211320" cy="5382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D8BF4CA-299A-5045-06B6-8C49B840EEF7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676080" y="1101200"/>
                  <a:ext cx="223560" cy="550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0D1398D6-22D7-E420-BE6D-01A1476D719A}"/>
                  </a:ext>
                </a:extLst>
              </p14:cNvPr>
              <p14:cNvContentPartPr/>
              <p14:nvPr/>
            </p14:nvContentPartPr>
            <p14:xfrm>
              <a:off x="5315640" y="2718680"/>
              <a:ext cx="2172960" cy="63540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0D1398D6-22D7-E420-BE6D-01A1476D719A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309520" y="2712560"/>
                <a:ext cx="2185200" cy="647640"/>
              </a:xfrm>
              <a:prstGeom prst="rect">
                <a:avLst/>
              </a:prstGeom>
            </p:spPr>
          </p:pic>
        </mc:Fallback>
      </mc:AlternateContent>
      <p:grpSp>
        <p:nvGrpSpPr>
          <p:cNvPr id="40" name="Group 39">
            <a:extLst>
              <a:ext uri="{FF2B5EF4-FFF2-40B4-BE49-F238E27FC236}">
                <a16:creationId xmlns:a16="http://schemas.microsoft.com/office/drawing/2014/main" id="{2F1555D9-1E91-5DF8-E67B-27C2E32957CD}"/>
              </a:ext>
            </a:extLst>
          </p:cNvPr>
          <p:cNvGrpSpPr/>
          <p:nvPr/>
        </p:nvGrpSpPr>
        <p:grpSpPr>
          <a:xfrm>
            <a:off x="8656080" y="883760"/>
            <a:ext cx="2340720" cy="2552040"/>
            <a:chOff x="8656080" y="883760"/>
            <a:chExt cx="2340720" cy="2552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0C885796-F396-DC04-900E-6EB43EB4384C}"/>
                    </a:ext>
                  </a:extLst>
                </p14:cNvPr>
                <p14:cNvContentPartPr/>
                <p14:nvPr/>
              </p14:nvContentPartPr>
              <p14:xfrm>
                <a:off x="10000680" y="1107320"/>
                <a:ext cx="466200" cy="6663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0C885796-F396-DC04-900E-6EB43EB4384C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994560" y="1101200"/>
                  <a:ext cx="478440" cy="67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793140A2-1DC0-A0D1-67F2-41D9BB4DCFF6}"/>
                    </a:ext>
                  </a:extLst>
                </p14:cNvPr>
                <p14:cNvContentPartPr/>
                <p14:nvPr/>
              </p14:nvContentPartPr>
              <p14:xfrm>
                <a:off x="9438000" y="3116480"/>
                <a:ext cx="1558800" cy="3193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793140A2-1DC0-A0D1-67F2-41D9BB4DCFF6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9431880" y="3110360"/>
                  <a:ext cx="157104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42DF2752-3A2E-E216-5BD2-BDD59A22C6B3}"/>
                    </a:ext>
                  </a:extLst>
                </p14:cNvPr>
                <p14:cNvContentPartPr/>
                <p14:nvPr/>
              </p14:nvContentPartPr>
              <p14:xfrm>
                <a:off x="9193200" y="2743520"/>
                <a:ext cx="379440" cy="5202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42DF2752-3A2E-E216-5BD2-BDD59A22C6B3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9187080" y="2737400"/>
                  <a:ext cx="391680" cy="53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50200DE-1E71-B44F-6486-6F39811596A3}"/>
                    </a:ext>
                  </a:extLst>
                </p14:cNvPr>
                <p14:cNvContentPartPr/>
                <p14:nvPr/>
              </p14:nvContentPartPr>
              <p14:xfrm>
                <a:off x="8764440" y="1554080"/>
                <a:ext cx="542160" cy="11890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50200DE-1E71-B44F-6486-6F39811596A3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758320" y="1547960"/>
                  <a:ext cx="554400" cy="12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FFFBBAED-7D17-4C33-8B2A-BE476E8AD931}"/>
                    </a:ext>
                  </a:extLst>
                </p14:cNvPr>
                <p14:cNvContentPartPr/>
                <p14:nvPr/>
              </p14:nvContentPartPr>
              <p14:xfrm>
                <a:off x="8737440" y="1036040"/>
                <a:ext cx="325440" cy="4496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FFFBBAED-7D17-4C33-8B2A-BE476E8AD931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8731320" y="1029920"/>
                  <a:ext cx="337680" cy="46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7ED95763-B0A3-8DF8-BEB1-731B1DFB66AF}"/>
                    </a:ext>
                  </a:extLst>
                </p14:cNvPr>
                <p14:cNvContentPartPr/>
                <p14:nvPr/>
              </p14:nvContentPartPr>
              <p14:xfrm>
                <a:off x="8920320" y="883760"/>
                <a:ext cx="230040" cy="4392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7ED95763-B0A3-8DF8-BEB1-731B1DFB66AF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8914200" y="877640"/>
                  <a:ext cx="242280" cy="45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D474D23F-5B2B-B194-6C4F-017B3CE806A3}"/>
                    </a:ext>
                  </a:extLst>
                </p14:cNvPr>
                <p14:cNvContentPartPr/>
                <p14:nvPr/>
              </p14:nvContentPartPr>
              <p14:xfrm>
                <a:off x="8656080" y="982040"/>
                <a:ext cx="503280" cy="5014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D474D23F-5B2B-B194-6C4F-017B3CE806A3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8649960" y="975920"/>
                  <a:ext cx="515520" cy="51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A903D73D-816B-1474-08B9-67355023A189}"/>
                    </a:ext>
                  </a:extLst>
                </p14:cNvPr>
                <p14:cNvContentPartPr/>
                <p14:nvPr/>
              </p14:nvContentPartPr>
              <p14:xfrm>
                <a:off x="8806200" y="1384520"/>
                <a:ext cx="312480" cy="3531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A903D73D-816B-1474-08B9-67355023A189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8800080" y="1378400"/>
                  <a:ext cx="324720" cy="36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EE7B2580-AA7D-0382-10DD-E492F68E4F35}"/>
                    </a:ext>
                  </a:extLst>
                </p14:cNvPr>
                <p14:cNvContentPartPr/>
                <p14:nvPr/>
              </p14:nvContentPartPr>
              <p14:xfrm>
                <a:off x="8696760" y="1300280"/>
                <a:ext cx="360" cy="3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EE7B2580-AA7D-0382-10DD-E492F68E4F35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8690640" y="129416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5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2A4C9AC3-AE9C-A8F7-34F8-BE37E0FC60B4}"/>
                  </a:ext>
                </a:extLst>
              </p14:cNvPr>
              <p14:cNvContentPartPr/>
              <p14:nvPr/>
            </p14:nvContentPartPr>
            <p14:xfrm>
              <a:off x="2285880" y="6127520"/>
              <a:ext cx="335880" cy="5004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2A4C9AC3-AE9C-A8F7-34F8-BE37E0FC60B4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2279760" y="6121400"/>
                <a:ext cx="348120" cy="6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F957E16B-BEEC-E093-5FA4-1EEFD0C345FD}"/>
                  </a:ext>
                </a:extLst>
              </p14:cNvPr>
              <p14:cNvContentPartPr/>
              <p14:nvPr/>
            </p14:nvContentPartPr>
            <p14:xfrm>
              <a:off x="1798080" y="5100080"/>
              <a:ext cx="519120" cy="51480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F957E16B-BEEC-E093-5FA4-1EEFD0C345FD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1791960" y="5093960"/>
                <a:ext cx="531360" cy="52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C39F0078-2AFD-5C0F-BC41-1C4EC37A6EBA}"/>
                  </a:ext>
                </a:extLst>
              </p14:cNvPr>
              <p14:cNvContentPartPr/>
              <p14:nvPr/>
            </p14:nvContentPartPr>
            <p14:xfrm>
              <a:off x="3393240" y="6046160"/>
              <a:ext cx="1619280" cy="11772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C39F0078-2AFD-5C0F-BC41-1C4EC37A6EBA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3387120" y="6040040"/>
                <a:ext cx="1631520" cy="12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58E78884-34BC-7292-AD5C-921E62C55E67}"/>
                  </a:ext>
                </a:extLst>
              </p14:cNvPr>
              <p14:cNvContentPartPr/>
              <p14:nvPr/>
            </p14:nvContentPartPr>
            <p14:xfrm>
              <a:off x="5630640" y="2124320"/>
              <a:ext cx="1451160" cy="44244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58E78884-34BC-7292-AD5C-921E62C55E67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5624520" y="2118200"/>
                <a:ext cx="1463400" cy="45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F7F49EBD-909D-A739-39D5-D332CA25DF45}"/>
                  </a:ext>
                </a:extLst>
              </p14:cNvPr>
              <p14:cNvContentPartPr/>
              <p14:nvPr/>
            </p14:nvContentPartPr>
            <p14:xfrm>
              <a:off x="5331480" y="3502400"/>
              <a:ext cx="2310120" cy="61308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F7F49EBD-909D-A739-39D5-D332CA25DF45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5325360" y="3496280"/>
                <a:ext cx="2322360" cy="62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92DF5D94-2E21-1564-2205-3B27EB223A48}"/>
                  </a:ext>
                </a:extLst>
              </p14:cNvPr>
              <p14:cNvContentPartPr/>
              <p14:nvPr/>
            </p14:nvContentPartPr>
            <p14:xfrm>
              <a:off x="5182080" y="3554600"/>
              <a:ext cx="2296080" cy="74736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92DF5D94-2E21-1564-2205-3B27EB223A48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5175960" y="3548480"/>
                <a:ext cx="2308320" cy="759600"/>
              </a:xfrm>
              <a:prstGeom prst="rect">
                <a:avLst/>
              </a:prstGeom>
            </p:spPr>
          </p:pic>
        </mc:Fallback>
      </mc:AlternateContent>
      <p:grpSp>
        <p:nvGrpSpPr>
          <p:cNvPr id="66" name="Group 65">
            <a:extLst>
              <a:ext uri="{FF2B5EF4-FFF2-40B4-BE49-F238E27FC236}">
                <a16:creationId xmlns:a16="http://schemas.microsoft.com/office/drawing/2014/main" id="{B8012DBF-12C2-EE67-F863-281E7D61A787}"/>
              </a:ext>
            </a:extLst>
          </p:cNvPr>
          <p:cNvGrpSpPr/>
          <p:nvPr/>
        </p:nvGrpSpPr>
        <p:grpSpPr>
          <a:xfrm>
            <a:off x="5690400" y="3311960"/>
            <a:ext cx="1758600" cy="1007280"/>
            <a:chOff x="5690400" y="3311960"/>
            <a:chExt cx="1758600" cy="1007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62BFCEAF-97D1-722D-B34F-19568F4FFC2D}"/>
                    </a:ext>
                  </a:extLst>
                </p14:cNvPr>
                <p14:cNvContentPartPr/>
                <p14:nvPr/>
              </p14:nvContentPartPr>
              <p14:xfrm>
                <a:off x="5710200" y="3332480"/>
                <a:ext cx="278640" cy="4489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62BFCEAF-97D1-722D-B34F-19568F4FFC2D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5704080" y="3326360"/>
                  <a:ext cx="290880" cy="46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68DEE1CF-5027-11CD-E26B-91DE6C9A4CE8}"/>
                    </a:ext>
                  </a:extLst>
                </p14:cNvPr>
                <p14:cNvContentPartPr/>
                <p14:nvPr/>
              </p14:nvContentPartPr>
              <p14:xfrm>
                <a:off x="5750520" y="3817400"/>
                <a:ext cx="275040" cy="1983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68DEE1CF-5027-11CD-E26B-91DE6C9A4CE8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5744400" y="3811280"/>
                  <a:ext cx="28728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04110409-B006-28DE-5328-4023ECC9884B}"/>
                    </a:ext>
                  </a:extLst>
                </p14:cNvPr>
                <p14:cNvContentPartPr/>
                <p14:nvPr/>
              </p14:nvContentPartPr>
              <p14:xfrm>
                <a:off x="5963640" y="4002800"/>
                <a:ext cx="360" cy="3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04110409-B006-28DE-5328-4023ECC9884B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5957520" y="399668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2B1ADDA1-DA9B-5CF4-F381-26403CE5984F}"/>
                    </a:ext>
                  </a:extLst>
                </p14:cNvPr>
                <p14:cNvContentPartPr/>
                <p14:nvPr/>
              </p14:nvContentPartPr>
              <p14:xfrm>
                <a:off x="6116280" y="3992720"/>
                <a:ext cx="360" cy="3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2B1ADDA1-DA9B-5CF4-F381-26403CE5984F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6110160" y="398660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9EB7713C-631E-74AC-722A-B1CB26F4AF05}"/>
                    </a:ext>
                  </a:extLst>
                </p14:cNvPr>
                <p14:cNvContentPartPr/>
                <p14:nvPr/>
              </p14:nvContentPartPr>
              <p14:xfrm>
                <a:off x="6163080" y="3759080"/>
                <a:ext cx="197280" cy="1951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EB7713C-631E-74AC-722A-B1CB26F4AF0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156960" y="3752960"/>
                  <a:ext cx="20952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9CDB6195-1C5E-D51C-A69A-EBE0F3ACF973}"/>
                    </a:ext>
                  </a:extLst>
                </p14:cNvPr>
                <p14:cNvContentPartPr/>
                <p14:nvPr/>
              </p14:nvContentPartPr>
              <p14:xfrm>
                <a:off x="7009080" y="3311960"/>
                <a:ext cx="391680" cy="3405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9CDB6195-1C5E-D51C-A69A-EBE0F3ACF97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002960" y="3305840"/>
                  <a:ext cx="403920" cy="35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9A55FDCC-8EC5-E134-AB88-508FC6ABEBDC}"/>
                    </a:ext>
                  </a:extLst>
                </p14:cNvPr>
                <p14:cNvContentPartPr/>
                <p14:nvPr/>
              </p14:nvContentPartPr>
              <p14:xfrm>
                <a:off x="7264320" y="3686000"/>
                <a:ext cx="167040" cy="2980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9A55FDCC-8EC5-E134-AB88-508FC6ABEBDC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258200" y="3679880"/>
                  <a:ext cx="17928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34A6DAD7-C4C2-4590-5EA8-094C975F2AD8}"/>
                    </a:ext>
                  </a:extLst>
                </p14:cNvPr>
                <p14:cNvContentPartPr/>
                <p14:nvPr/>
              </p14:nvContentPartPr>
              <p14:xfrm>
                <a:off x="5690400" y="4077320"/>
                <a:ext cx="727560" cy="1670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34A6DAD7-C4C2-4590-5EA8-094C975F2AD8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684280" y="4071200"/>
                  <a:ext cx="73980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6C97E4AA-91DF-A280-E581-A8C40BE748AF}"/>
                    </a:ext>
                  </a:extLst>
                </p14:cNvPr>
                <p14:cNvContentPartPr/>
                <p14:nvPr/>
              </p14:nvContentPartPr>
              <p14:xfrm>
                <a:off x="7193040" y="3993440"/>
                <a:ext cx="255960" cy="770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6C97E4AA-91DF-A280-E581-A8C40BE748AF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186920" y="3987320"/>
                  <a:ext cx="26820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1A4181C4-6021-B937-E73C-519A64856CA5}"/>
                    </a:ext>
                  </a:extLst>
                </p14:cNvPr>
                <p14:cNvContentPartPr/>
                <p14:nvPr/>
              </p14:nvContentPartPr>
              <p14:xfrm>
                <a:off x="5922960" y="4257320"/>
                <a:ext cx="89640" cy="406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1A4181C4-6021-B937-E73C-519A64856CA5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916840" y="4251200"/>
                  <a:ext cx="10188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F0D698D0-9317-FF7E-0F63-6608D0A4A965}"/>
                    </a:ext>
                  </a:extLst>
                </p14:cNvPr>
                <p14:cNvContentPartPr/>
                <p14:nvPr/>
              </p14:nvContentPartPr>
              <p14:xfrm>
                <a:off x="6329400" y="4206200"/>
                <a:ext cx="56160" cy="1130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F0D698D0-9317-FF7E-0F63-6608D0A4A965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323280" y="4200080"/>
                  <a:ext cx="6840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E4F45717-7B41-1A1D-6BDC-9F6DE2B06CB8}"/>
                    </a:ext>
                  </a:extLst>
                </p14:cNvPr>
                <p14:cNvContentPartPr/>
                <p14:nvPr/>
              </p14:nvContentPartPr>
              <p14:xfrm>
                <a:off x="6259920" y="4104320"/>
                <a:ext cx="29520" cy="8532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E4F45717-7B41-1A1D-6BDC-9F6DE2B06CB8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253800" y="4098200"/>
                  <a:ext cx="4176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99C5AAF6-DCA0-5285-AAE4-5AD1643E7D92}"/>
                    </a:ext>
                  </a:extLst>
                </p14:cNvPr>
                <p14:cNvContentPartPr/>
                <p14:nvPr/>
              </p14:nvContentPartPr>
              <p14:xfrm>
                <a:off x="6278640" y="4094240"/>
                <a:ext cx="27720" cy="104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99C5AAF6-DCA0-5285-AAE4-5AD1643E7D92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272520" y="4088120"/>
                  <a:ext cx="39960" cy="22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677884C8-C5A5-175E-32AC-8577E3882896}"/>
              </a:ext>
            </a:extLst>
          </p:cNvPr>
          <p:cNvGrpSpPr/>
          <p:nvPr/>
        </p:nvGrpSpPr>
        <p:grpSpPr>
          <a:xfrm>
            <a:off x="7407960" y="4017920"/>
            <a:ext cx="251640" cy="330480"/>
            <a:chOff x="7407960" y="4017920"/>
            <a:chExt cx="251640" cy="330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808F5636-61D5-F6B6-02FE-6D0E10E92096}"/>
                    </a:ext>
                  </a:extLst>
                </p14:cNvPr>
                <p14:cNvContentPartPr/>
                <p14:nvPr/>
              </p14:nvContentPartPr>
              <p14:xfrm>
                <a:off x="7538640" y="4074080"/>
                <a:ext cx="120960" cy="27432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808F5636-61D5-F6B6-02FE-6D0E10E92096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532520" y="4067960"/>
                  <a:ext cx="13320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3620C75F-70D1-2F5E-B639-CAFB907FA076}"/>
                    </a:ext>
                  </a:extLst>
                </p14:cNvPr>
                <p14:cNvContentPartPr/>
                <p14:nvPr/>
              </p14:nvContentPartPr>
              <p14:xfrm>
                <a:off x="7407960" y="4017920"/>
                <a:ext cx="205560" cy="14364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3620C75F-70D1-2F5E-B639-CAFB907FA076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401840" y="4011800"/>
                  <a:ext cx="217800" cy="15588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Distance alone is useful - but not enough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69264"/>
            <a:ext cx="11055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single straight line starts to break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600200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deliveries are </a:t>
            </a:r>
            <a:r>
              <a:rPr lang="en-US" sz="1800" b="1" dirty="0">
                <a:solidFill>
                  <a:srgbClr val="1D3557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both 5 km</a:t>
            </a:r>
            <a:r>
              <a:rPr lang="en-US" sz="18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One takes 21 minutes. The other takes 40.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66928" y="2103120"/>
            <a:ext cx="5394960" cy="2377440"/>
          </a:xfrm>
          <a:prstGeom prst="roundRect">
            <a:avLst>
              <a:gd name="adj" fmla="val 3077"/>
            </a:avLst>
          </a:prstGeom>
          <a:solidFill>
            <a:srgbClr val="EAF6F4"/>
          </a:solidFill>
          <a:ln w="12700">
            <a:solidFill>
              <a:srgbClr val="BFE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59536" y="230428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A — 21 min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59536" y="2761488"/>
            <a:ext cx="182880" cy="1828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859536" y="2706624"/>
            <a:ext cx="18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72491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road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59536" y="3145536"/>
            <a:ext cx="182880" cy="1828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859536" y="3090672"/>
            <a:ext cx="18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310896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rain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59536" y="3529584"/>
            <a:ext cx="182880" cy="1828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859536" y="3474720"/>
            <a:ext cx="18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349300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demand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59536" y="3913632"/>
            <a:ext cx="182880" cy="1828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859536" y="3858768"/>
            <a:ext cx="18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387705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floor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784848" y="2103120"/>
            <a:ext cx="5394960" cy="2377440"/>
          </a:xfrm>
          <a:prstGeom prst="roundRect">
            <a:avLst>
              <a:gd name="adj" fmla="val 3077"/>
            </a:avLst>
          </a:prstGeom>
          <a:solidFill>
            <a:srgbClr val="FDF1EC"/>
          </a:solidFill>
          <a:ln w="12700">
            <a:solidFill>
              <a:srgbClr val="F3C9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7059168" y="230428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B — 40 min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077456" y="2761488"/>
            <a:ext cx="182880" cy="18288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7077456" y="2706624"/>
            <a:ext cx="18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406640" y="272491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traffic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7077456" y="3145536"/>
            <a:ext cx="182880" cy="18288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7077456" y="3090672"/>
            <a:ext cx="18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406640" y="310896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Raining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7077456" y="3529584"/>
            <a:ext cx="182880" cy="18288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7077456" y="3474720"/>
            <a:ext cx="18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7406640" y="349300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hour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7077456" y="3913632"/>
            <a:ext cx="182880" cy="18288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7077456" y="3858768"/>
            <a:ext cx="18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7406640" y="387705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12th floor, no lift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566928" y="4663440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only sees distance - so it must predict the same number for both. It has no way to be right.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66928" y="5715000"/>
            <a:ext cx="11055096" cy="475488"/>
          </a:xfrm>
          <a:prstGeom prst="roundRect">
            <a:avLst>
              <a:gd name="adj" fmla="val 19231"/>
            </a:avLst>
          </a:prstGeom>
          <a:solidFill>
            <a:srgbClr val="FDF1EC"/>
          </a:solidFill>
          <a:ln w="12700">
            <a:solidFill>
              <a:srgbClr val="F3C9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 txBox="1"/>
          <p:nvPr/>
        </p:nvSpPr>
        <p:spPr>
          <a:xfrm>
            <a:off x="768096" y="5769864"/>
            <a:ext cx="10652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 </a:t>
            </a:r>
            <a:r>
              <a:rPr lang="en-US" sz="14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extra inputs should we give the model?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566928" y="6327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From Regression to Neural Networks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10972800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D4F9734E-C5E2-467C-7DD5-744A872DF75A}"/>
                  </a:ext>
                </a:extLst>
              </p14:cNvPr>
              <p14:cNvContentPartPr/>
              <p14:nvPr/>
            </p14:nvContentPartPr>
            <p14:xfrm>
              <a:off x="5404920" y="914720"/>
              <a:ext cx="3486600" cy="17280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D4F9734E-C5E2-467C-7DD5-744A872DF75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398800" y="908600"/>
                <a:ext cx="3498840" cy="185040"/>
              </a:xfrm>
              <a:prstGeom prst="rect">
                <a:avLst/>
              </a:prstGeom>
            </p:spPr>
          </p:pic>
        </mc:Fallback>
      </mc:AlternateContent>
      <p:grpSp>
        <p:nvGrpSpPr>
          <p:cNvPr id="41" name="Group 40">
            <a:extLst>
              <a:ext uri="{FF2B5EF4-FFF2-40B4-BE49-F238E27FC236}">
                <a16:creationId xmlns:a16="http://schemas.microsoft.com/office/drawing/2014/main" id="{C87633B3-F757-5433-1865-2523F96FD24D}"/>
              </a:ext>
            </a:extLst>
          </p:cNvPr>
          <p:cNvGrpSpPr/>
          <p:nvPr/>
        </p:nvGrpSpPr>
        <p:grpSpPr>
          <a:xfrm>
            <a:off x="1178520" y="2579000"/>
            <a:ext cx="1769400" cy="298800"/>
            <a:chOff x="1178520" y="2579000"/>
            <a:chExt cx="1769400" cy="298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5E8B9ECB-AE2A-8AF3-762F-14D9B6DF00FC}"/>
                    </a:ext>
                  </a:extLst>
                </p14:cNvPr>
                <p14:cNvContentPartPr/>
                <p14:nvPr/>
              </p14:nvContentPartPr>
              <p14:xfrm>
                <a:off x="1178520" y="2579000"/>
                <a:ext cx="645120" cy="424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5E8B9ECB-AE2A-8AF3-762F-14D9B6DF00FC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172400" y="2572880"/>
                  <a:ext cx="65736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EC322F6-73EF-62E1-CFBC-531757B007BA}"/>
                    </a:ext>
                  </a:extLst>
                </p14:cNvPr>
                <p14:cNvContentPartPr/>
                <p14:nvPr/>
              </p14:nvContentPartPr>
              <p14:xfrm>
                <a:off x="2235120" y="2756840"/>
                <a:ext cx="712800" cy="1209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EC322F6-73EF-62E1-CFBC-531757B007BA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229000" y="2750720"/>
                  <a:ext cx="725040" cy="133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D4F90E5A-75D5-0708-3C69-2B375426B832}"/>
                  </a:ext>
                </a:extLst>
              </p14:cNvPr>
              <p14:cNvContentPartPr/>
              <p14:nvPr/>
            </p14:nvContentPartPr>
            <p14:xfrm>
              <a:off x="2499360" y="3160760"/>
              <a:ext cx="154800" cy="10080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D4F90E5A-75D5-0708-3C69-2B375426B83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493240" y="3154640"/>
                <a:ext cx="167040" cy="11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8F6775DA-850D-FBE0-0ADE-B1C98FBE2284}"/>
                  </a:ext>
                </a:extLst>
              </p14:cNvPr>
              <p14:cNvContentPartPr/>
              <p14:nvPr/>
            </p14:nvContentPartPr>
            <p14:xfrm>
              <a:off x="2509440" y="3441560"/>
              <a:ext cx="762480" cy="24840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8F6775DA-850D-FBE0-0ADE-B1C98FBE2284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503320" y="3435440"/>
                <a:ext cx="774720" cy="26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590BE330-ADF7-4466-21C1-2474F110C70F}"/>
                  </a:ext>
                </a:extLst>
              </p14:cNvPr>
              <p14:cNvContentPartPr/>
              <p14:nvPr/>
            </p14:nvContentPartPr>
            <p14:xfrm>
              <a:off x="2316480" y="3989120"/>
              <a:ext cx="505080" cy="19548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590BE330-ADF7-4466-21C1-2474F110C70F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310360" y="3983000"/>
                <a:ext cx="517320" cy="20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A8658370-83EE-A6D9-C03C-3107ADD42956}"/>
                  </a:ext>
                </a:extLst>
              </p14:cNvPr>
              <p14:cNvContentPartPr/>
              <p14:nvPr/>
            </p14:nvContentPartPr>
            <p14:xfrm>
              <a:off x="8564640" y="2505920"/>
              <a:ext cx="893160" cy="14616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A8658370-83EE-A6D9-C03C-3107ADD42956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8558520" y="2499800"/>
                <a:ext cx="905400" cy="15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B24F3CA2-76D9-F28C-507B-85344FD14112}"/>
                  </a:ext>
                </a:extLst>
              </p14:cNvPr>
              <p14:cNvContentPartPr/>
              <p14:nvPr/>
            </p14:nvContentPartPr>
            <p14:xfrm>
              <a:off x="2455440" y="1573520"/>
              <a:ext cx="460800" cy="10944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B24F3CA2-76D9-F28C-507B-85344FD14112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449320" y="1567400"/>
                <a:ext cx="473040" cy="12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048505DB-C8FC-E398-E2B2-58D818239295}"/>
                  </a:ext>
                </a:extLst>
              </p14:cNvPr>
              <p14:cNvContentPartPr/>
              <p14:nvPr/>
            </p14:nvContentPartPr>
            <p14:xfrm>
              <a:off x="5563680" y="909680"/>
              <a:ext cx="2754000" cy="33624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048505DB-C8FC-E398-E2B2-58D818239295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5557560" y="903560"/>
                <a:ext cx="2766240" cy="34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A720E769-CA41-7914-D639-61A68021F65B}"/>
                  </a:ext>
                </a:extLst>
              </p14:cNvPr>
              <p14:cNvContentPartPr/>
              <p14:nvPr/>
            </p14:nvContentPartPr>
            <p14:xfrm>
              <a:off x="1859280" y="42800"/>
              <a:ext cx="1539720" cy="38088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A720E769-CA41-7914-D639-61A68021F65B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853160" y="36680"/>
                <a:ext cx="1551960" cy="393120"/>
              </a:xfrm>
              <a:prstGeom prst="rect">
                <a:avLst/>
              </a:prstGeom>
            </p:spPr>
          </p:pic>
        </mc:Fallback>
      </mc:AlternateContent>
      <p:grpSp>
        <p:nvGrpSpPr>
          <p:cNvPr id="62" name="Group 61">
            <a:extLst>
              <a:ext uri="{FF2B5EF4-FFF2-40B4-BE49-F238E27FC236}">
                <a16:creationId xmlns:a16="http://schemas.microsoft.com/office/drawing/2014/main" id="{C5E19503-23BA-D45A-C448-34D6E7D18C61}"/>
              </a:ext>
            </a:extLst>
          </p:cNvPr>
          <p:cNvGrpSpPr/>
          <p:nvPr/>
        </p:nvGrpSpPr>
        <p:grpSpPr>
          <a:xfrm>
            <a:off x="6668520" y="2624360"/>
            <a:ext cx="4133160" cy="1674720"/>
            <a:chOff x="6668520" y="2624360"/>
            <a:chExt cx="4133160" cy="1674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8508F59F-C608-F0C2-080D-013148A82E3E}"/>
                    </a:ext>
                  </a:extLst>
                </p14:cNvPr>
                <p14:cNvContentPartPr/>
                <p14:nvPr/>
              </p14:nvContentPartPr>
              <p14:xfrm>
                <a:off x="8818800" y="2624360"/>
                <a:ext cx="1259280" cy="4042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8508F59F-C608-F0C2-080D-013148A82E3E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812680" y="2618240"/>
                  <a:ext cx="1271520" cy="41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237CE716-EDB6-CF5F-38E8-5AAFD6D91706}"/>
                    </a:ext>
                  </a:extLst>
                </p14:cNvPr>
                <p14:cNvContentPartPr/>
                <p14:nvPr/>
              </p14:nvContentPartPr>
              <p14:xfrm>
                <a:off x="8198880" y="3016760"/>
                <a:ext cx="1143000" cy="3679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237CE716-EDB6-CF5F-38E8-5AAFD6D91706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8192760" y="3010640"/>
                  <a:ext cx="1155240" cy="38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07C7F4DC-FA5E-33A4-FE33-E3B4C5F1B84C}"/>
                    </a:ext>
                  </a:extLst>
                </p14:cNvPr>
                <p14:cNvContentPartPr/>
                <p14:nvPr/>
              </p14:nvContentPartPr>
              <p14:xfrm>
                <a:off x="8371680" y="3241760"/>
                <a:ext cx="1363680" cy="4554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07C7F4DC-FA5E-33A4-FE33-E3B4C5F1B84C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8365560" y="3235640"/>
                  <a:ext cx="1375920" cy="46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09E4C816-14E1-3402-C672-3B0A1DADAF0D}"/>
                    </a:ext>
                  </a:extLst>
                </p14:cNvPr>
                <p14:cNvContentPartPr/>
                <p14:nvPr/>
              </p14:nvContentPartPr>
              <p14:xfrm>
                <a:off x="8991600" y="3932960"/>
                <a:ext cx="1810080" cy="2361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09E4C816-14E1-3402-C672-3B0A1DADAF0D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8985480" y="3926840"/>
                  <a:ext cx="182232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27C525F2-473B-5E32-6911-C0329E4E0ADE}"/>
                    </a:ext>
                  </a:extLst>
                </p14:cNvPr>
                <p14:cNvContentPartPr/>
                <p14:nvPr/>
              </p14:nvContentPartPr>
              <p14:xfrm>
                <a:off x="8341080" y="4108640"/>
                <a:ext cx="533520" cy="975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27C525F2-473B-5E32-6911-C0329E4E0ADE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8334960" y="4102520"/>
                  <a:ext cx="54576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B6DDDEAA-F824-10CF-5BBC-4FBD729DD7A4}"/>
                    </a:ext>
                  </a:extLst>
                </p14:cNvPr>
                <p14:cNvContentPartPr/>
                <p14:nvPr/>
              </p14:nvContentPartPr>
              <p14:xfrm>
                <a:off x="7609560" y="4236440"/>
                <a:ext cx="357840" cy="626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B6DDDEAA-F824-10CF-5BBC-4FBD729DD7A4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7603440" y="4230320"/>
                  <a:ext cx="37008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885FE7D4-A0D6-7DDE-6C0C-5700D7146774}"/>
                    </a:ext>
                  </a:extLst>
                </p14:cNvPr>
                <p14:cNvContentPartPr/>
                <p14:nvPr/>
              </p14:nvContentPartPr>
              <p14:xfrm>
                <a:off x="6668520" y="2661800"/>
                <a:ext cx="303480" cy="16365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885FE7D4-A0D6-7DDE-6C0C-5700D7146774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6662400" y="2655680"/>
                  <a:ext cx="315720" cy="164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DA9B363D-F8A3-341D-EE15-48F4E9343793}"/>
                    </a:ext>
                  </a:extLst>
                </p14:cNvPr>
                <p14:cNvContentPartPr/>
                <p14:nvPr/>
              </p14:nvContentPartPr>
              <p14:xfrm>
                <a:off x="7497960" y="3047720"/>
                <a:ext cx="792720" cy="108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DA9B363D-F8A3-341D-EE15-48F4E9343793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7491840" y="3041600"/>
                  <a:ext cx="80496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CCEBA06E-0C3B-131F-66CA-F24423C72881}"/>
                    </a:ext>
                  </a:extLst>
                </p14:cNvPr>
                <p14:cNvContentPartPr/>
                <p14:nvPr/>
              </p14:nvContentPartPr>
              <p14:xfrm>
                <a:off x="7365840" y="3422840"/>
                <a:ext cx="617400" cy="622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CCEBA06E-0C3B-131F-66CA-F24423C72881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7359720" y="3416720"/>
                  <a:ext cx="629640" cy="7452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Careful: many inputs is still not a neural network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69264"/>
            <a:ext cx="11055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common misunderstanding today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5394960" cy="2743200"/>
          </a:xfrm>
          <a:prstGeom prst="roundRect">
            <a:avLst>
              <a:gd name="adj" fmla="val 2667"/>
            </a:avLst>
          </a:prstGeom>
          <a:solidFill>
            <a:srgbClr val="F2F5F9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 txBox="1"/>
          <p:nvPr/>
        </p:nvSpPr>
        <p:spPr>
          <a:xfrm>
            <a:off x="841248" y="190195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MULTIPLE-INPUT LINEAR MODEL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33172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D35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prediction =</a:t>
            </a:r>
            <a:endParaRPr lang="en-US" sz="1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D35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w1×distance + w2×traffic</a:t>
            </a:r>
            <a:endParaRPr lang="en-US" sz="1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D35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+ w3×rain + b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347472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weighted sum. One simple, straight decision rule.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784848" y="1691640"/>
            <a:ext cx="5394960" cy="2743200"/>
          </a:xfrm>
          <a:prstGeom prst="roundRect">
            <a:avLst>
              <a:gd name="adj" fmla="val 2667"/>
            </a:avLst>
          </a:prstGeom>
          <a:solidFill>
            <a:srgbClr val="FDF1EC"/>
          </a:solidFill>
          <a:ln w="12700">
            <a:solidFill>
              <a:srgbClr val="F3C9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059168" y="190195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NEURON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059168" y="233172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D35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= weighted sum</a:t>
            </a:r>
            <a:endParaRPr lang="en-US" sz="1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D35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 = activation(score)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059168" y="347472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weighted sum PLUS a decision step. That extra step is the whole difference.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66928" y="4663440"/>
            <a:ext cx="11055096" cy="868680"/>
          </a:xfrm>
          <a:prstGeom prst="roundRect">
            <a:avLst>
              <a:gd name="adj" fmla="val 10526"/>
            </a:avLst>
          </a:prstGeom>
          <a:solidFill>
            <a:srgbClr val="12203A"/>
          </a:solidFill>
          <a:ln w="12700">
            <a:solidFill>
              <a:srgbClr val="1220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841248" y="4864608"/>
            <a:ext cx="10506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bridge:  </a:t>
            </a:r>
            <a:r>
              <a:rPr lang="en-US" sz="16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neuron = weighted sum + activation. Adding more inputs makes a model bigger; adding an activation makes it a neuron.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6327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From Regression to Neural Networks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0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5A48BB85-823A-A34F-AA89-F53ED95D2826}"/>
                  </a:ext>
                </a:extLst>
              </p14:cNvPr>
              <p14:cNvContentPartPr/>
              <p14:nvPr/>
            </p14:nvContentPartPr>
            <p14:xfrm>
              <a:off x="3159600" y="883760"/>
              <a:ext cx="360" cy="36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5A48BB85-823A-A34F-AA89-F53ED95D282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153480" y="87764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ADFAFAED-47F5-3E9F-48FD-B3BF8C8E860C}"/>
                  </a:ext>
                </a:extLst>
              </p14:cNvPr>
              <p14:cNvContentPartPr/>
              <p14:nvPr/>
            </p14:nvContentPartPr>
            <p14:xfrm>
              <a:off x="2214600" y="965120"/>
              <a:ext cx="2130480" cy="6084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ADFAFAED-47F5-3E9F-48FD-B3BF8C8E860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208480" y="959000"/>
                <a:ext cx="2142720" cy="7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2C2E75FE-81E0-D454-3E31-19B90C30B27F}"/>
                  </a:ext>
                </a:extLst>
              </p14:cNvPr>
              <p14:cNvContentPartPr/>
              <p14:nvPr/>
            </p14:nvContentPartPr>
            <p14:xfrm>
              <a:off x="1046400" y="2965640"/>
              <a:ext cx="1074960" cy="3240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2C2E75FE-81E0-D454-3E31-19B90C30B27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40280" y="2959520"/>
                <a:ext cx="1087200" cy="44640"/>
              </a:xfrm>
              <a:prstGeom prst="rect">
                <a:avLst/>
              </a:prstGeom>
            </p:spPr>
          </p:pic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97DF000D-A83C-5D1B-C3C5-F362A0D4B6CA}"/>
              </a:ext>
            </a:extLst>
          </p:cNvPr>
          <p:cNvGrpSpPr/>
          <p:nvPr/>
        </p:nvGrpSpPr>
        <p:grpSpPr>
          <a:xfrm>
            <a:off x="5770680" y="853160"/>
            <a:ext cx="2166480" cy="654480"/>
            <a:chOff x="5770680" y="853160"/>
            <a:chExt cx="2166480" cy="654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ED400366-9AE9-F041-28D6-C179811B217F}"/>
                    </a:ext>
                  </a:extLst>
                </p14:cNvPr>
                <p14:cNvContentPartPr/>
                <p14:nvPr/>
              </p14:nvContentPartPr>
              <p14:xfrm>
                <a:off x="5770680" y="905360"/>
                <a:ext cx="471960" cy="6022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ED400366-9AE9-F041-28D6-C179811B217F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764560" y="899240"/>
                  <a:ext cx="484200" cy="61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65F194D-1888-7A71-2C40-44D6DBBA5F90}"/>
                    </a:ext>
                  </a:extLst>
                </p14:cNvPr>
                <p14:cNvContentPartPr/>
                <p14:nvPr/>
              </p14:nvContentPartPr>
              <p14:xfrm>
                <a:off x="6370080" y="1181120"/>
                <a:ext cx="69480" cy="381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65F194D-1888-7A71-2C40-44D6DBBA5F9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363960" y="1175000"/>
                  <a:ext cx="8172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C456730-6CC8-6DF4-08A1-9571783B1F9E}"/>
                    </a:ext>
                  </a:extLst>
                </p14:cNvPr>
                <p14:cNvContentPartPr/>
                <p14:nvPr/>
              </p14:nvContentPartPr>
              <p14:xfrm>
                <a:off x="6457200" y="1405040"/>
                <a:ext cx="75600" cy="784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C456730-6CC8-6DF4-08A1-9571783B1F9E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451080" y="1398920"/>
                  <a:ext cx="8784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E84B4DB-CD07-F708-C907-D4A92BB41C0A}"/>
                    </a:ext>
                  </a:extLst>
                </p14:cNvPr>
                <p14:cNvContentPartPr/>
                <p14:nvPr/>
              </p14:nvContentPartPr>
              <p14:xfrm>
                <a:off x="6614160" y="926600"/>
                <a:ext cx="239400" cy="3715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E84B4DB-CD07-F708-C907-D4A92BB41C0A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608040" y="920480"/>
                  <a:ext cx="251640" cy="38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4265A47-F8B0-973C-18C5-2BA3F65E0C7C}"/>
                    </a:ext>
                  </a:extLst>
                </p14:cNvPr>
                <p14:cNvContentPartPr/>
                <p14:nvPr/>
              </p14:nvContentPartPr>
              <p14:xfrm>
                <a:off x="7058040" y="1005800"/>
                <a:ext cx="74520" cy="2646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4265A47-F8B0-973C-18C5-2BA3F65E0C7C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051920" y="999680"/>
                  <a:ext cx="8676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FFB7F98-6F0B-932C-C2F7-112D37DBF7C1}"/>
                    </a:ext>
                  </a:extLst>
                </p14:cNvPr>
                <p14:cNvContentPartPr/>
                <p14:nvPr/>
              </p14:nvContentPartPr>
              <p14:xfrm>
                <a:off x="6990000" y="1137920"/>
                <a:ext cx="193320" cy="421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FFB7F98-6F0B-932C-C2F7-112D37DBF7C1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983880" y="1131800"/>
                  <a:ext cx="20556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3714E5E8-FACF-8BCD-AD11-2B815D833B64}"/>
                    </a:ext>
                  </a:extLst>
                </p14:cNvPr>
                <p14:cNvContentPartPr/>
                <p14:nvPr/>
              </p14:nvContentPartPr>
              <p14:xfrm>
                <a:off x="7477440" y="1158080"/>
                <a:ext cx="90720" cy="3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3714E5E8-FACF-8BCD-AD11-2B815D833B64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471320" y="1151960"/>
                  <a:ext cx="1029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9A4AE13-EECE-4754-DAB9-F169298F1AC5}"/>
                    </a:ext>
                  </a:extLst>
                </p14:cNvPr>
                <p14:cNvContentPartPr/>
                <p14:nvPr/>
              </p14:nvContentPartPr>
              <p14:xfrm>
                <a:off x="7457280" y="1066640"/>
                <a:ext cx="80640" cy="2030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9A4AE13-EECE-4754-DAB9-F169298F1AC5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451160" y="1060520"/>
                  <a:ext cx="9288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79C003C-76B3-DBAD-913C-B6E63970C0D4}"/>
                    </a:ext>
                  </a:extLst>
                </p14:cNvPr>
                <p14:cNvContentPartPr/>
                <p14:nvPr/>
              </p14:nvContentPartPr>
              <p14:xfrm>
                <a:off x="7701000" y="853160"/>
                <a:ext cx="236160" cy="3610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79C003C-76B3-DBAD-913C-B6E63970C0D4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694880" y="847040"/>
                  <a:ext cx="248400" cy="37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C767A07B-BCAD-B9BD-6B9F-CC1E67F2B3F8}"/>
                    </a:ext>
                  </a:extLst>
                </p14:cNvPr>
                <p14:cNvContentPartPr/>
                <p14:nvPr/>
              </p14:nvContentPartPr>
              <p14:xfrm>
                <a:off x="6830160" y="1358240"/>
                <a:ext cx="497880" cy="1353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C767A07B-BCAD-B9BD-6B9F-CC1E67F2B3F8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6824040" y="1352120"/>
                  <a:ext cx="510120" cy="147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CFE13ACE-8E42-8F28-EDA2-F00B67984FE2}"/>
              </a:ext>
            </a:extLst>
          </p:cNvPr>
          <p:cNvGrpSpPr/>
          <p:nvPr/>
        </p:nvGrpSpPr>
        <p:grpSpPr>
          <a:xfrm>
            <a:off x="8849400" y="151160"/>
            <a:ext cx="3282480" cy="2230560"/>
            <a:chOff x="8849400" y="151160"/>
            <a:chExt cx="3282480" cy="2230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0B424AD8-25F2-DA9B-50CF-9E7C7959E93F}"/>
                    </a:ext>
                  </a:extLst>
                </p14:cNvPr>
                <p14:cNvContentPartPr/>
                <p14:nvPr/>
              </p14:nvContentPartPr>
              <p14:xfrm>
                <a:off x="9214800" y="931280"/>
                <a:ext cx="460440" cy="4705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0B424AD8-25F2-DA9B-50CF-9E7C7959E93F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9208680" y="925160"/>
                  <a:ext cx="472680" cy="48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2E98D6B7-2C20-A3F9-C672-4E9B685F17C3}"/>
                    </a:ext>
                  </a:extLst>
                </p14:cNvPr>
                <p14:cNvContentPartPr/>
                <p14:nvPr/>
              </p14:nvContentPartPr>
              <p14:xfrm>
                <a:off x="9916080" y="1053320"/>
                <a:ext cx="163800" cy="136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2E98D6B7-2C20-A3F9-C672-4E9B685F17C3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909960" y="1047200"/>
                  <a:ext cx="17604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71CC8BD1-0A93-399B-CA48-A83AD4F560C8}"/>
                    </a:ext>
                  </a:extLst>
                </p14:cNvPr>
                <p14:cNvContentPartPr/>
                <p14:nvPr/>
              </p14:nvContentPartPr>
              <p14:xfrm>
                <a:off x="10017600" y="1137920"/>
                <a:ext cx="111600" cy="3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1CC8BD1-0A93-399B-CA48-A83AD4F560C8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0011480" y="1131800"/>
                  <a:ext cx="12384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D310F498-9CF6-D185-E513-C4A8BF9AC86F}"/>
                    </a:ext>
                  </a:extLst>
                </p14:cNvPr>
                <p14:cNvContentPartPr/>
                <p14:nvPr/>
              </p14:nvContentPartPr>
              <p14:xfrm>
                <a:off x="10261320" y="674240"/>
                <a:ext cx="359280" cy="3376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D310F498-9CF6-D185-E513-C4A8BF9AC86F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0255200" y="668120"/>
                  <a:ext cx="371520" cy="34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FC79DA1D-1931-25AC-A5AD-0B065D25F997}"/>
                    </a:ext>
                  </a:extLst>
                </p14:cNvPr>
                <p14:cNvContentPartPr/>
                <p14:nvPr/>
              </p14:nvContentPartPr>
              <p14:xfrm>
                <a:off x="10749120" y="802400"/>
                <a:ext cx="39960" cy="680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FC79DA1D-1931-25AC-A5AD-0B065D25F997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0743000" y="796280"/>
                  <a:ext cx="5220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DDD0A3BA-5BE1-DAF5-96D2-0F1078572036}"/>
                    </a:ext>
                  </a:extLst>
                </p14:cNvPr>
                <p14:cNvContentPartPr/>
                <p14:nvPr/>
              </p14:nvContentPartPr>
              <p14:xfrm>
                <a:off x="10965480" y="548600"/>
                <a:ext cx="27720" cy="1418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DDD0A3BA-5BE1-DAF5-96D2-0F1078572036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0959360" y="542480"/>
                  <a:ext cx="3996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5FE0E3C0-BE98-6D4F-51E3-A6B61B6C2101}"/>
                    </a:ext>
                  </a:extLst>
                </p14:cNvPr>
                <p14:cNvContentPartPr/>
                <p14:nvPr/>
              </p14:nvContentPartPr>
              <p14:xfrm>
                <a:off x="10871160" y="599360"/>
                <a:ext cx="173160" cy="1011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5FE0E3C0-BE98-6D4F-51E3-A6B61B6C2101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0865040" y="593240"/>
                  <a:ext cx="18540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B462E91C-481F-12E6-13F9-945F298B5473}"/>
                    </a:ext>
                  </a:extLst>
                </p14:cNvPr>
                <p14:cNvContentPartPr/>
                <p14:nvPr/>
              </p14:nvContentPartPr>
              <p14:xfrm>
                <a:off x="11114880" y="660200"/>
                <a:ext cx="60120" cy="720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B462E91C-481F-12E6-13F9-945F298B5473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1108760" y="654080"/>
                  <a:ext cx="7236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C11AABE2-8DBE-7E74-5684-68E01EC02D21}"/>
                    </a:ext>
                  </a:extLst>
                </p14:cNvPr>
                <p14:cNvContentPartPr/>
                <p14:nvPr/>
              </p14:nvContentPartPr>
              <p14:xfrm>
                <a:off x="11348520" y="519800"/>
                <a:ext cx="166680" cy="1206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C11AABE2-8DBE-7E74-5684-68E01EC02D21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1342400" y="513680"/>
                  <a:ext cx="17892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FEB0DC1F-980A-14D6-138B-A9281849DCB9}"/>
                    </a:ext>
                  </a:extLst>
                </p14:cNvPr>
                <p14:cNvContentPartPr/>
                <p14:nvPr/>
              </p14:nvContentPartPr>
              <p14:xfrm>
                <a:off x="11338440" y="477320"/>
                <a:ext cx="102240" cy="2070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FEB0DC1F-980A-14D6-138B-A9281849DCB9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1332320" y="471200"/>
                  <a:ext cx="11448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B5E5B5E4-E1C4-A95D-47C2-A35E630C53DE}"/>
                    </a:ext>
                  </a:extLst>
                </p14:cNvPr>
                <p14:cNvContentPartPr/>
                <p14:nvPr/>
              </p14:nvContentPartPr>
              <p14:xfrm>
                <a:off x="10617000" y="1168160"/>
                <a:ext cx="414360" cy="2494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B5E5B5E4-E1C4-A95D-47C2-A35E630C53DE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0610880" y="1162040"/>
                  <a:ext cx="42660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1A5EF03-C7E6-6A4B-3444-9CD856666D63}"/>
                    </a:ext>
                  </a:extLst>
                </p14:cNvPr>
                <p14:cNvContentPartPr/>
                <p14:nvPr/>
              </p14:nvContentPartPr>
              <p14:xfrm>
                <a:off x="11064120" y="1248800"/>
                <a:ext cx="176040" cy="1144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1A5EF03-C7E6-6A4B-3444-9CD856666D63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1058000" y="1242680"/>
                  <a:ext cx="18828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1D6A1FAF-9EA5-D40B-3F77-BBB4E12B8EA1}"/>
                    </a:ext>
                  </a:extLst>
                </p14:cNvPr>
                <p14:cNvContentPartPr/>
                <p14:nvPr/>
              </p14:nvContentPartPr>
              <p14:xfrm>
                <a:off x="11251320" y="873680"/>
                <a:ext cx="118080" cy="2304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1D6A1FAF-9EA5-D40B-3F77-BBB4E12B8EA1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1245200" y="867560"/>
                  <a:ext cx="13032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B8690C72-9082-A6CE-E4BB-494EEA07465C}"/>
                    </a:ext>
                  </a:extLst>
                </p14:cNvPr>
                <p14:cNvContentPartPr/>
                <p14:nvPr/>
              </p14:nvContentPartPr>
              <p14:xfrm>
                <a:off x="11216400" y="873680"/>
                <a:ext cx="243360" cy="2268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B8690C72-9082-A6CE-E4BB-494EEA07465C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1210280" y="867560"/>
                  <a:ext cx="25560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BA9D6829-5C8F-073B-B644-6722D2344AE7}"/>
                    </a:ext>
                  </a:extLst>
                </p14:cNvPr>
                <p14:cNvContentPartPr/>
                <p14:nvPr/>
              </p14:nvContentPartPr>
              <p14:xfrm>
                <a:off x="11482440" y="1002560"/>
                <a:ext cx="128880" cy="1839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BA9D6829-5C8F-073B-B644-6722D2344AE7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1476320" y="996440"/>
                  <a:ext cx="14112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1FF9B22A-C3BE-E724-3CE0-4192235CE294}"/>
                    </a:ext>
                  </a:extLst>
                </p14:cNvPr>
                <p14:cNvContentPartPr/>
                <p14:nvPr/>
              </p14:nvContentPartPr>
              <p14:xfrm>
                <a:off x="11757480" y="859640"/>
                <a:ext cx="41760" cy="244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1FF9B22A-C3BE-E724-3CE0-4192235CE294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1751360" y="853520"/>
                  <a:ext cx="5400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E02DAAEA-37EB-9CDB-4986-F2A6F7ACEBB8}"/>
                    </a:ext>
                  </a:extLst>
                </p14:cNvPr>
                <p14:cNvContentPartPr/>
                <p14:nvPr/>
              </p14:nvContentPartPr>
              <p14:xfrm>
                <a:off x="11714280" y="772160"/>
                <a:ext cx="118080" cy="2660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E02DAAEA-37EB-9CDB-4986-F2A6F7ACEBB8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1708160" y="766040"/>
                  <a:ext cx="13032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62966D5A-E686-FDC4-6E2C-AB1171914083}"/>
                    </a:ext>
                  </a:extLst>
                </p14:cNvPr>
                <p14:cNvContentPartPr/>
                <p14:nvPr/>
              </p14:nvContentPartPr>
              <p14:xfrm>
                <a:off x="10688280" y="1439960"/>
                <a:ext cx="371160" cy="3927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62966D5A-E686-FDC4-6E2C-AB1171914083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0682160" y="1433840"/>
                  <a:ext cx="383400" cy="40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B61652A5-A734-25BE-A6B7-88345136A5AC}"/>
                    </a:ext>
                  </a:extLst>
                </p14:cNvPr>
                <p14:cNvContentPartPr/>
                <p14:nvPr/>
              </p14:nvContentPartPr>
              <p14:xfrm>
                <a:off x="11287680" y="1637600"/>
                <a:ext cx="128160" cy="1713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B61652A5-A734-25BE-A6B7-88345136A5AC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1281560" y="1631480"/>
                  <a:ext cx="14040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8F28D74F-A79A-CB30-58A3-0D4B0A974682}"/>
                    </a:ext>
                  </a:extLst>
                </p14:cNvPr>
                <p14:cNvContentPartPr/>
                <p14:nvPr/>
              </p14:nvContentPartPr>
              <p14:xfrm>
                <a:off x="11419800" y="1401800"/>
                <a:ext cx="122040" cy="3038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8F28D74F-A79A-CB30-58A3-0D4B0A974682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1413680" y="1395680"/>
                  <a:ext cx="13428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9A0EC1B8-39E1-45B0-BAB8-653223355733}"/>
                    </a:ext>
                  </a:extLst>
                </p14:cNvPr>
                <p14:cNvContentPartPr/>
                <p14:nvPr/>
              </p14:nvContentPartPr>
              <p14:xfrm>
                <a:off x="11399280" y="1483160"/>
                <a:ext cx="102960" cy="500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9A0EC1B8-39E1-45B0-BAB8-653223355733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1393160" y="1477040"/>
                  <a:ext cx="11520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2AF72E66-358C-6111-0732-3E921B76C057}"/>
                    </a:ext>
                  </a:extLst>
                </p14:cNvPr>
                <p14:cNvContentPartPr/>
                <p14:nvPr/>
              </p14:nvContentPartPr>
              <p14:xfrm>
                <a:off x="11622840" y="1528520"/>
                <a:ext cx="111240" cy="1630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2AF72E66-358C-6111-0732-3E921B76C057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1616720" y="1522400"/>
                  <a:ext cx="12348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26D597E1-03DA-A7F5-CCF1-A4EF5BD549CC}"/>
                    </a:ext>
                  </a:extLst>
                </p14:cNvPr>
                <p14:cNvContentPartPr/>
                <p14:nvPr/>
              </p14:nvContentPartPr>
              <p14:xfrm>
                <a:off x="11734800" y="1362560"/>
                <a:ext cx="183600" cy="11088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26D597E1-03DA-A7F5-CCF1-A4EF5BD549CC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1728680" y="1356440"/>
                  <a:ext cx="19584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A46E17A1-04AF-783D-D813-A04BB15B4F1B}"/>
                    </a:ext>
                  </a:extLst>
                </p14:cNvPr>
                <p14:cNvContentPartPr/>
                <p14:nvPr/>
              </p14:nvContentPartPr>
              <p14:xfrm>
                <a:off x="11826240" y="1330880"/>
                <a:ext cx="48240" cy="1756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A46E17A1-04AF-783D-D813-A04BB15B4F1B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1820120" y="1324760"/>
                  <a:ext cx="6048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055C35B4-5E06-7D08-A411-9F677537C5E7}"/>
                    </a:ext>
                  </a:extLst>
                </p14:cNvPr>
                <p14:cNvContentPartPr/>
                <p14:nvPr/>
              </p14:nvContentPartPr>
              <p14:xfrm>
                <a:off x="11639400" y="1979600"/>
                <a:ext cx="226440" cy="2005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055C35B4-5E06-7D08-A411-9F677537C5E7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1633280" y="1973480"/>
                  <a:ext cx="23868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63016AE-6458-3AC3-C98D-9786D93A92EC}"/>
                    </a:ext>
                  </a:extLst>
                </p14:cNvPr>
                <p14:cNvContentPartPr/>
                <p14:nvPr/>
              </p14:nvContentPartPr>
              <p14:xfrm>
                <a:off x="8849400" y="151160"/>
                <a:ext cx="3282480" cy="22305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563016AE-6458-3AC3-C98D-9786D93A92EC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8843280" y="145040"/>
                  <a:ext cx="3294720" cy="2242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1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E97B6A67-D2CC-B63F-CA6C-7ACD92995C6E}"/>
                  </a:ext>
                </a:extLst>
              </p14:cNvPr>
              <p14:cNvContentPartPr/>
              <p14:nvPr/>
            </p14:nvContentPartPr>
            <p14:xfrm>
              <a:off x="975120" y="2783480"/>
              <a:ext cx="3021840" cy="438480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E97B6A67-D2CC-B63F-CA6C-7ACD92995C6E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921480" y="2675480"/>
                <a:ext cx="3129480" cy="65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3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8D5D157E-8716-A45D-3006-540D6999B32E}"/>
                  </a:ext>
                </a:extLst>
              </p14:cNvPr>
              <p14:cNvContentPartPr/>
              <p14:nvPr/>
            </p14:nvContentPartPr>
            <p14:xfrm>
              <a:off x="2045400" y="2621120"/>
              <a:ext cx="176400" cy="15336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8D5D157E-8716-A45D-3006-540D6999B32E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2039280" y="2615000"/>
                <a:ext cx="188640" cy="16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5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CFEBD354-70EB-4365-2DC4-3640D012C751}"/>
                  </a:ext>
                </a:extLst>
              </p14:cNvPr>
              <p14:cNvContentPartPr/>
              <p14:nvPr/>
            </p14:nvContentPartPr>
            <p14:xfrm>
              <a:off x="3537240" y="2549840"/>
              <a:ext cx="147240" cy="267120"/>
            </p14:xfrm>
          </p:contentPart>
        </mc:Choice>
        <mc:Fallback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CFEBD354-70EB-4365-2DC4-3640D012C751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3531120" y="2543720"/>
                <a:ext cx="159480" cy="27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7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04DE245A-7036-07A7-C622-B760E8A0A8A0}"/>
                  </a:ext>
                </a:extLst>
              </p14:cNvPr>
              <p14:cNvContentPartPr/>
              <p14:nvPr/>
            </p14:nvContentPartPr>
            <p14:xfrm>
              <a:off x="1898160" y="3281360"/>
              <a:ext cx="410400" cy="35388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04DE245A-7036-07A7-C622-B760E8A0A8A0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1892040" y="3275240"/>
                <a:ext cx="422640" cy="36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9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B3B8F916-59A4-6FFB-B6F2-3172D55E104A}"/>
                  </a:ext>
                </a:extLst>
              </p14:cNvPr>
              <p14:cNvContentPartPr/>
              <p14:nvPr/>
            </p14:nvContentPartPr>
            <p14:xfrm>
              <a:off x="1330800" y="2026760"/>
              <a:ext cx="726480" cy="432720"/>
            </p14:xfrm>
          </p:contentPart>
        </mc:Choice>
        <mc:Fallback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B3B8F916-59A4-6FFB-B6F2-3172D55E104A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1324680" y="2020640"/>
                <a:ext cx="738720" cy="44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1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36EF2899-C830-CD9A-F6EB-2250D6F00AA3}"/>
                  </a:ext>
                </a:extLst>
              </p14:cNvPr>
              <p14:cNvContentPartPr/>
              <p14:nvPr/>
            </p14:nvContentPartPr>
            <p14:xfrm>
              <a:off x="3543000" y="2303960"/>
              <a:ext cx="47520" cy="205920"/>
            </p14:xfrm>
          </p:contentPart>
        </mc:Choice>
        <mc:Fallback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36EF2899-C830-CD9A-F6EB-2250D6F00AA3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3536880" y="2297840"/>
                <a:ext cx="59760" cy="218160"/>
              </a:xfrm>
              <a:prstGeom prst="rect">
                <a:avLst/>
              </a:prstGeom>
            </p:spPr>
          </p:pic>
        </mc:Fallback>
      </mc:AlternateContent>
      <p:sp>
        <p:nvSpPr>
          <p:cNvPr id="76" name="TextBox 75">
            <a:extLst>
              <a:ext uri="{FF2B5EF4-FFF2-40B4-BE49-F238E27FC236}">
                <a16:creationId xmlns:a16="http://schemas.microsoft.com/office/drawing/2014/main" id="{A19426EF-2315-8EAE-3866-801EDD2FAD01}"/>
              </a:ext>
            </a:extLst>
          </p:cNvPr>
          <p:cNvSpPr txBox="1"/>
          <p:nvPr/>
        </p:nvSpPr>
        <p:spPr>
          <a:xfrm>
            <a:off x="3610860" y="1660939"/>
            <a:ext cx="2449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Distance, traffic and rain are called, independent variables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77DB945-7B9D-0287-69CC-39B02847BC9B}"/>
              </a:ext>
            </a:extLst>
          </p:cNvPr>
          <p:cNvSpPr txBox="1"/>
          <p:nvPr/>
        </p:nvSpPr>
        <p:spPr>
          <a:xfrm>
            <a:off x="3424881" y="5631322"/>
            <a:ext cx="31079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Time is dependent variable. It depends on the </a:t>
            </a:r>
            <a:r>
              <a:rPr lang="en-US" dirty="0" err="1">
                <a:highlight>
                  <a:srgbClr val="FFFF00"/>
                </a:highlight>
              </a:rPr>
              <a:t>indepdent</a:t>
            </a:r>
            <a:r>
              <a:rPr lang="en-US" dirty="0">
                <a:highlight>
                  <a:srgbClr val="FFFF00"/>
                </a:highlight>
              </a:rPr>
              <a:t> variables(distance, traffic, rain).</a:t>
            </a:r>
          </a:p>
        </p:txBody>
      </p:sp>
      <p:grpSp>
        <p:nvGrpSpPr>
          <p:cNvPr id="93" name="Group 92">
            <a:extLst>
              <a:ext uri="{FF2B5EF4-FFF2-40B4-BE49-F238E27FC236}">
                <a16:creationId xmlns:a16="http://schemas.microsoft.com/office/drawing/2014/main" id="{F46845D0-EAA8-16AF-B077-01F70521208F}"/>
              </a:ext>
            </a:extLst>
          </p:cNvPr>
          <p:cNvGrpSpPr/>
          <p:nvPr/>
        </p:nvGrpSpPr>
        <p:grpSpPr>
          <a:xfrm>
            <a:off x="4430760" y="2223680"/>
            <a:ext cx="2368080" cy="1162440"/>
            <a:chOff x="4430760" y="2223680"/>
            <a:chExt cx="2368080" cy="1162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09EF1EA5-61F6-D8D1-4D2E-AD1B4622B800}"/>
                    </a:ext>
                  </a:extLst>
                </p14:cNvPr>
                <p14:cNvContentPartPr/>
                <p14:nvPr/>
              </p14:nvContentPartPr>
              <p14:xfrm>
                <a:off x="4682400" y="2692400"/>
                <a:ext cx="104040" cy="2070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09EF1EA5-61F6-D8D1-4D2E-AD1B4622B800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4676280" y="2686280"/>
                  <a:ext cx="11628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6B9F35F3-E1D8-5B7C-6A8F-304E43C9E534}"/>
                    </a:ext>
                  </a:extLst>
                </p14:cNvPr>
                <p14:cNvContentPartPr/>
                <p14:nvPr/>
              </p14:nvContentPartPr>
              <p14:xfrm>
                <a:off x="4653240" y="2607800"/>
                <a:ext cx="406800" cy="34776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6B9F35F3-E1D8-5B7C-6A8F-304E43C9E534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4647120" y="2601680"/>
                  <a:ext cx="419040" cy="36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83900306-5C11-D54E-CFFA-192385573A0F}"/>
                    </a:ext>
                  </a:extLst>
                </p14:cNvPr>
                <p14:cNvContentPartPr/>
                <p14:nvPr/>
              </p14:nvContentPartPr>
              <p14:xfrm>
                <a:off x="6217800" y="2448320"/>
                <a:ext cx="204120" cy="30780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83900306-5C11-D54E-CFFA-192385573A0F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6211680" y="2442200"/>
                  <a:ext cx="21636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F162852B-8EFE-2FAA-2B46-C0E525A2BCDE}"/>
                    </a:ext>
                  </a:extLst>
                </p14:cNvPr>
                <p14:cNvContentPartPr/>
                <p14:nvPr/>
              </p14:nvContentPartPr>
              <p14:xfrm>
                <a:off x="5100000" y="2844680"/>
                <a:ext cx="360" cy="12096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F162852B-8EFE-2FAA-2B46-C0E525A2BCDE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5093880" y="2838560"/>
                  <a:ext cx="1260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33F02AD5-F3D4-9101-0A8C-4B7CF0CA326D}"/>
                    </a:ext>
                  </a:extLst>
                </p14:cNvPr>
                <p14:cNvContentPartPr/>
                <p14:nvPr/>
              </p14:nvContentPartPr>
              <p14:xfrm>
                <a:off x="5115120" y="2976800"/>
                <a:ext cx="15840" cy="6516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33F02AD5-F3D4-9101-0A8C-4B7CF0CA326D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5109000" y="2970680"/>
                  <a:ext cx="2808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2E40AA62-CA6B-F7D1-8E0A-715F4852B187}"/>
                    </a:ext>
                  </a:extLst>
                </p14:cNvPr>
                <p14:cNvContentPartPr/>
                <p14:nvPr/>
              </p14:nvContentPartPr>
              <p14:xfrm>
                <a:off x="5170560" y="2651720"/>
                <a:ext cx="90720" cy="26388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2E40AA62-CA6B-F7D1-8E0A-715F4852B187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5164440" y="2645600"/>
                  <a:ext cx="10296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6CDA9DC6-9959-D160-CF67-930B00C5E6A7}"/>
                    </a:ext>
                  </a:extLst>
                </p14:cNvPr>
                <p14:cNvContentPartPr/>
                <p14:nvPr/>
              </p14:nvContentPartPr>
              <p14:xfrm>
                <a:off x="5323560" y="2644880"/>
                <a:ext cx="134280" cy="10944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6CDA9DC6-9959-D160-CF67-930B00C5E6A7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5317440" y="2638760"/>
                  <a:ext cx="14652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30DC4280-B22F-BF88-74EA-8AE3ED95E635}"/>
                    </a:ext>
                  </a:extLst>
                </p14:cNvPr>
                <p14:cNvContentPartPr/>
                <p14:nvPr/>
              </p14:nvContentPartPr>
              <p14:xfrm>
                <a:off x="5282520" y="2631200"/>
                <a:ext cx="31680" cy="26172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30DC4280-B22F-BF88-74EA-8AE3ED95E635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5276400" y="2625080"/>
                  <a:ext cx="4392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EBE2F6A8-7497-2DA7-4D3C-6F20F0012995}"/>
                    </a:ext>
                  </a:extLst>
                </p14:cNvPr>
                <p14:cNvContentPartPr/>
                <p14:nvPr/>
              </p14:nvContentPartPr>
              <p14:xfrm>
                <a:off x="5516880" y="2720840"/>
                <a:ext cx="203400" cy="15300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EBE2F6A8-7497-2DA7-4D3C-6F20F0012995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5510760" y="2714720"/>
                  <a:ext cx="21564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C6BDFB55-3CED-32D5-C78B-30CB5B756A5A}"/>
                    </a:ext>
                  </a:extLst>
                </p14:cNvPr>
                <p14:cNvContentPartPr/>
                <p14:nvPr/>
              </p14:nvContentPartPr>
              <p14:xfrm>
                <a:off x="5833680" y="2804000"/>
                <a:ext cx="8280" cy="8424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C6BDFB55-3CED-32D5-C78B-30CB5B756A5A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5827560" y="2797880"/>
                  <a:ext cx="2052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07620E1F-C29D-E220-86CF-93669824AE8A}"/>
                    </a:ext>
                  </a:extLst>
                </p14:cNvPr>
                <p14:cNvContentPartPr/>
                <p14:nvPr/>
              </p14:nvContentPartPr>
              <p14:xfrm>
                <a:off x="5801280" y="2524640"/>
                <a:ext cx="144000" cy="27396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07620E1F-C29D-E220-86CF-93669824AE8A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5795160" y="2518520"/>
                  <a:ext cx="15624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0DFD3677-11BA-1A9D-9CB0-BB068DDDF1DB}"/>
                    </a:ext>
                  </a:extLst>
                </p14:cNvPr>
                <p14:cNvContentPartPr/>
                <p14:nvPr/>
              </p14:nvContentPartPr>
              <p14:xfrm>
                <a:off x="6101880" y="2651720"/>
                <a:ext cx="42480" cy="2109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0DFD3677-11BA-1A9D-9CB0-BB068DDDF1DB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6095760" y="2645600"/>
                  <a:ext cx="5472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612DD925-26C9-D559-1467-05F37E8C9BA2}"/>
                    </a:ext>
                  </a:extLst>
                </p14:cNvPr>
                <p14:cNvContentPartPr/>
                <p14:nvPr/>
              </p14:nvContentPartPr>
              <p14:xfrm>
                <a:off x="6187200" y="2844680"/>
                <a:ext cx="30600" cy="12276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612DD925-26C9-D559-1467-05F37E8C9BA2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6181080" y="2838560"/>
                  <a:ext cx="4284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1EF914A2-4F33-11B8-1579-E927DA1DA8D3}"/>
                    </a:ext>
                  </a:extLst>
                </p14:cNvPr>
                <p14:cNvContentPartPr/>
                <p14:nvPr/>
              </p14:nvContentPartPr>
              <p14:xfrm>
                <a:off x="4430760" y="2223680"/>
                <a:ext cx="2368080" cy="116244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1EF914A2-4F33-11B8-1579-E927DA1DA8D3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4424640" y="2217560"/>
                  <a:ext cx="2380320" cy="11746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94" name="TextBox 93">
            <a:extLst>
              <a:ext uri="{FF2B5EF4-FFF2-40B4-BE49-F238E27FC236}">
                <a16:creationId xmlns:a16="http://schemas.microsoft.com/office/drawing/2014/main" id="{E4BB9B2E-07E2-1BA0-58AA-595744CFB7DC}"/>
              </a:ext>
            </a:extLst>
          </p:cNvPr>
          <p:cNvSpPr txBox="1"/>
          <p:nvPr/>
        </p:nvSpPr>
        <p:spPr>
          <a:xfrm>
            <a:off x="7701000" y="5583595"/>
            <a:ext cx="39971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Rule of Thumb, as our parameter size </a:t>
            </a:r>
          </a:p>
          <a:p>
            <a:r>
              <a:rPr lang="en-US" dirty="0">
                <a:highlight>
                  <a:srgbClr val="FFFF00"/>
                </a:highlight>
              </a:rPr>
              <a:t>Increases, the performance increases!..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21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201ADA86-0A17-7E12-C182-83A3DB717350}"/>
                  </a:ext>
                </a:extLst>
              </p14:cNvPr>
              <p14:cNvContentPartPr/>
              <p14:nvPr/>
            </p14:nvContentPartPr>
            <p14:xfrm>
              <a:off x="6716400" y="1603400"/>
              <a:ext cx="1423440" cy="786240"/>
            </p14:xfrm>
          </p:contentPart>
        </mc:Choice>
        <mc:Fallback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201ADA86-0A17-7E12-C182-83A3DB717350}"/>
                  </a:ext>
                </a:extLst>
              </p:cNvPr>
              <p:cNvPicPr/>
              <p:nvPr/>
            </p:nvPicPr>
            <p:blipFill>
              <a:blip r:embed="rId122"/>
              <a:stretch>
                <a:fillRect/>
              </a:stretch>
            </p:blipFill>
            <p:spPr>
              <a:xfrm>
                <a:off x="6710280" y="1597280"/>
                <a:ext cx="1435680" cy="79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3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CBF7C5F5-8D32-30BB-CB8C-361F6F67685B}"/>
                  </a:ext>
                </a:extLst>
              </p14:cNvPr>
              <p14:cNvContentPartPr/>
              <p14:nvPr/>
            </p14:nvContentPartPr>
            <p14:xfrm>
              <a:off x="8188800" y="2783120"/>
              <a:ext cx="1258200" cy="93240"/>
            </p14:xfrm>
          </p:contentPart>
        </mc:Choice>
        <mc:Fallback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CBF7C5F5-8D32-30BB-CB8C-361F6F67685B}"/>
                  </a:ext>
                </a:extLst>
              </p:cNvPr>
              <p:cNvPicPr/>
              <p:nvPr/>
            </p:nvPicPr>
            <p:blipFill>
              <a:blip r:embed="rId124"/>
              <a:stretch>
                <a:fillRect/>
              </a:stretch>
            </p:blipFill>
            <p:spPr>
              <a:xfrm>
                <a:off x="8182680" y="2777000"/>
                <a:ext cx="1270440" cy="10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5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76A3F9BB-86DD-E48B-77C6-386B05B40335}"/>
                  </a:ext>
                </a:extLst>
              </p14:cNvPr>
              <p14:cNvContentPartPr/>
              <p14:nvPr/>
            </p14:nvContentPartPr>
            <p14:xfrm>
              <a:off x="8412360" y="2834600"/>
              <a:ext cx="601920" cy="360"/>
            </p14:xfrm>
          </p:contentPart>
        </mc:Choice>
        <mc:Fallback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76A3F9BB-86DD-E48B-77C6-386B05B40335}"/>
                  </a:ext>
                </a:extLst>
              </p:cNvPr>
              <p:cNvPicPr/>
              <p:nvPr/>
            </p:nvPicPr>
            <p:blipFill>
              <a:blip r:embed="rId126"/>
              <a:stretch>
                <a:fillRect/>
              </a:stretch>
            </p:blipFill>
            <p:spPr>
              <a:xfrm>
                <a:off x="8406240" y="2828480"/>
                <a:ext cx="61416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7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E67868D3-3616-36B6-43EB-8634EFCE7F87}"/>
                  </a:ext>
                </a:extLst>
              </p14:cNvPr>
              <p14:cNvContentPartPr/>
              <p14:nvPr/>
            </p14:nvContentPartPr>
            <p14:xfrm>
              <a:off x="8150280" y="3128000"/>
              <a:ext cx="1179360" cy="50400"/>
            </p14:xfrm>
          </p:contentPart>
        </mc:Choice>
        <mc:Fallback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E67868D3-3616-36B6-43EB-8634EFCE7F87}"/>
                  </a:ext>
                </a:extLst>
              </p:cNvPr>
              <p:cNvPicPr/>
              <p:nvPr/>
            </p:nvPicPr>
            <p:blipFill>
              <a:blip r:embed="rId128"/>
              <a:stretch>
                <a:fillRect/>
              </a:stretch>
            </p:blipFill>
            <p:spPr>
              <a:xfrm>
                <a:off x="8144160" y="3121880"/>
                <a:ext cx="1191600" cy="6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9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15E79991-7171-B8AE-FA80-29317FF2D472}"/>
                  </a:ext>
                </a:extLst>
              </p14:cNvPr>
              <p14:cNvContentPartPr/>
              <p14:nvPr/>
            </p14:nvContentPartPr>
            <p14:xfrm>
              <a:off x="10200480" y="3852680"/>
              <a:ext cx="936360" cy="49680"/>
            </p14:xfrm>
          </p:contentPart>
        </mc:Choice>
        <mc:Fallback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15E79991-7171-B8AE-FA80-29317FF2D472}"/>
                  </a:ext>
                </a:extLst>
              </p:cNvPr>
              <p:cNvPicPr/>
              <p:nvPr/>
            </p:nvPicPr>
            <p:blipFill>
              <a:blip r:embed="rId130"/>
              <a:stretch>
                <a:fillRect/>
              </a:stretch>
            </p:blipFill>
            <p:spPr>
              <a:xfrm>
                <a:off x="10194360" y="3846560"/>
                <a:ext cx="948600" cy="6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1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539C723C-53AE-C058-E780-F1D4206B76B6}"/>
                  </a:ext>
                </a:extLst>
              </p14:cNvPr>
              <p14:cNvContentPartPr/>
              <p14:nvPr/>
            </p14:nvContentPartPr>
            <p14:xfrm>
              <a:off x="7223640" y="4287200"/>
              <a:ext cx="1416960" cy="79200"/>
            </p14:xfrm>
          </p:contentPart>
        </mc:Choice>
        <mc:Fallback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539C723C-53AE-C058-E780-F1D4206B76B6}"/>
                  </a:ext>
                </a:extLst>
              </p:cNvPr>
              <p:cNvPicPr/>
              <p:nvPr/>
            </p:nvPicPr>
            <p:blipFill>
              <a:blip r:embed="rId132"/>
              <a:stretch>
                <a:fillRect/>
              </a:stretch>
            </p:blipFill>
            <p:spPr>
              <a:xfrm>
                <a:off x="7217520" y="4281080"/>
                <a:ext cx="1429200" cy="9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3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9D37F642-8664-E9FE-25F1-A8E29A7E4CBB}"/>
                  </a:ext>
                </a:extLst>
              </p14:cNvPr>
              <p14:cNvContentPartPr/>
              <p14:nvPr/>
            </p14:nvContentPartPr>
            <p14:xfrm>
              <a:off x="8227680" y="3179120"/>
              <a:ext cx="1225440" cy="168840"/>
            </p14:xfrm>
          </p:contentPart>
        </mc:Choice>
        <mc:Fallback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9D37F642-8664-E9FE-25F1-A8E29A7E4CBB}"/>
                  </a:ext>
                </a:extLst>
              </p:cNvPr>
              <p:cNvPicPr/>
              <p:nvPr/>
            </p:nvPicPr>
            <p:blipFill>
              <a:blip r:embed="rId134"/>
              <a:stretch>
                <a:fillRect/>
              </a:stretch>
            </p:blipFill>
            <p:spPr>
              <a:xfrm>
                <a:off x="8221560" y="3173000"/>
                <a:ext cx="1237680" cy="18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5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1AF85D43-6F3D-3684-FFEA-E2B8661CFBD6}"/>
                  </a:ext>
                </a:extLst>
              </p14:cNvPr>
              <p14:cNvContentPartPr/>
              <p14:nvPr/>
            </p14:nvContentPartPr>
            <p14:xfrm>
              <a:off x="-528600" y="2885360"/>
              <a:ext cx="1284120" cy="1919160"/>
            </p14:xfrm>
          </p:contentPart>
        </mc:Choice>
        <mc:Fallback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1AF85D43-6F3D-3684-FFEA-E2B8661CFBD6}"/>
                  </a:ext>
                </a:extLst>
              </p:cNvPr>
              <p:cNvPicPr/>
              <p:nvPr/>
            </p:nvPicPr>
            <p:blipFill>
              <a:blip r:embed="rId136"/>
              <a:stretch>
                <a:fillRect/>
              </a:stretch>
            </p:blipFill>
            <p:spPr>
              <a:xfrm>
                <a:off x="-534720" y="2879240"/>
                <a:ext cx="1296360" cy="1931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34">
            <a:extLst>
              <a:ext uri="{FF2B5EF4-FFF2-40B4-BE49-F238E27FC236}">
                <a16:creationId xmlns:a16="http://schemas.microsoft.com/office/drawing/2014/main" id="{66F94206-C892-50D7-C5EA-0C936148F1EC}"/>
              </a:ext>
            </a:extLst>
          </p:cNvPr>
          <p:cNvGrpSpPr/>
          <p:nvPr/>
        </p:nvGrpSpPr>
        <p:grpSpPr>
          <a:xfrm>
            <a:off x="9428280" y="60800"/>
            <a:ext cx="683280" cy="646560"/>
            <a:chOff x="9428280" y="60800"/>
            <a:chExt cx="683280" cy="646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AB6D502C-16C7-D9ED-6E2C-2133D5776BD6}"/>
                    </a:ext>
                  </a:extLst>
                </p14:cNvPr>
                <p14:cNvContentPartPr/>
                <p14:nvPr/>
              </p14:nvContentPartPr>
              <p14:xfrm>
                <a:off x="9428280" y="412880"/>
                <a:ext cx="237240" cy="1260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AB6D502C-16C7-D9ED-6E2C-2133D5776BD6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422160" y="406760"/>
                  <a:ext cx="24948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634461D5-A08A-DF01-DBCB-7493A8AE2203}"/>
                    </a:ext>
                  </a:extLst>
                </p14:cNvPr>
                <p14:cNvContentPartPr/>
                <p14:nvPr/>
              </p14:nvContentPartPr>
              <p14:xfrm>
                <a:off x="9549960" y="365720"/>
                <a:ext cx="23040" cy="2775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634461D5-A08A-DF01-DBCB-7493A8AE220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543840" y="359600"/>
                  <a:ext cx="3528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4E76F959-DD52-03AD-0207-8218CA8688C4}"/>
                    </a:ext>
                  </a:extLst>
                </p14:cNvPr>
                <p14:cNvContentPartPr/>
                <p14:nvPr/>
              </p14:nvContentPartPr>
              <p14:xfrm>
                <a:off x="9854880" y="60800"/>
                <a:ext cx="256680" cy="6465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4E76F959-DD52-03AD-0207-8218CA8688C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848760" y="54680"/>
                  <a:ext cx="268920" cy="65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BB346A7C-1CDB-7F8E-934B-E8034EBCA85F}"/>
              </a:ext>
            </a:extLst>
          </p:cNvPr>
          <p:cNvGrpSpPr/>
          <p:nvPr/>
        </p:nvGrpSpPr>
        <p:grpSpPr>
          <a:xfrm>
            <a:off x="467160" y="172400"/>
            <a:ext cx="8478720" cy="1432440"/>
            <a:chOff x="467160" y="172400"/>
            <a:chExt cx="8478720" cy="1432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A598AF3E-067F-3B17-ACA2-9052F245D0BC}"/>
                    </a:ext>
                  </a:extLst>
                </p14:cNvPr>
                <p14:cNvContentPartPr/>
                <p14:nvPr/>
              </p14:nvContentPartPr>
              <p14:xfrm>
                <a:off x="467160" y="251960"/>
                <a:ext cx="397800" cy="67680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A598AF3E-067F-3B17-ACA2-9052F245D0B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61040" y="245840"/>
                  <a:ext cx="410040" cy="68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D07441A2-B166-45C1-1626-18D069A1C982}"/>
                    </a:ext>
                  </a:extLst>
                </p14:cNvPr>
                <p14:cNvContentPartPr/>
                <p14:nvPr/>
              </p14:nvContentPartPr>
              <p14:xfrm>
                <a:off x="1066560" y="484160"/>
                <a:ext cx="343800" cy="442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D07441A2-B166-45C1-1626-18D069A1C98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060440" y="478040"/>
                  <a:ext cx="35604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FA781895-B457-6F8D-0C70-A64E74884DD6}"/>
                    </a:ext>
                  </a:extLst>
                </p14:cNvPr>
                <p14:cNvContentPartPr/>
                <p14:nvPr/>
              </p14:nvContentPartPr>
              <p14:xfrm>
                <a:off x="1158000" y="740480"/>
                <a:ext cx="201240" cy="522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FA781895-B457-6F8D-0C70-A64E74884DD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151880" y="734360"/>
                  <a:ext cx="21348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44B704A8-0FB4-53F8-E96B-F28BF12AAEB3}"/>
                    </a:ext>
                  </a:extLst>
                </p14:cNvPr>
                <p14:cNvContentPartPr/>
                <p14:nvPr/>
              </p14:nvContentPartPr>
              <p14:xfrm>
                <a:off x="1747320" y="411080"/>
                <a:ext cx="371160" cy="5338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44B704A8-0FB4-53F8-E96B-F28BF12AAEB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741200" y="404960"/>
                  <a:ext cx="383400" cy="54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236CFA8-84F4-AD7C-50EB-0A891E79B814}"/>
                    </a:ext>
                  </a:extLst>
                </p14:cNvPr>
                <p14:cNvContentPartPr/>
                <p14:nvPr/>
              </p14:nvContentPartPr>
              <p14:xfrm>
                <a:off x="2031720" y="853160"/>
                <a:ext cx="69480" cy="2185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236CFA8-84F4-AD7C-50EB-0A891E79B81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025600" y="847040"/>
                  <a:ext cx="8172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2F566454-6EA6-860D-152A-10BD3081DDEB}"/>
                    </a:ext>
                  </a:extLst>
                </p14:cNvPr>
                <p14:cNvContentPartPr/>
                <p14:nvPr/>
              </p14:nvContentPartPr>
              <p14:xfrm>
                <a:off x="2363280" y="243680"/>
                <a:ext cx="176760" cy="4194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2F566454-6EA6-860D-152A-10BD3081DDE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357160" y="237560"/>
                  <a:ext cx="189000" cy="43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319E385-4E3A-A45B-89EA-741A24285701}"/>
                    </a:ext>
                  </a:extLst>
                </p14:cNvPr>
                <p14:cNvContentPartPr/>
                <p14:nvPr/>
              </p14:nvContentPartPr>
              <p14:xfrm>
                <a:off x="2326560" y="325040"/>
                <a:ext cx="200160" cy="2631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319E385-4E3A-A45B-89EA-741A2428570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320440" y="318920"/>
                  <a:ext cx="21240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7E0CC7B2-B43D-E78A-9E73-5F2803CF2024}"/>
                    </a:ext>
                  </a:extLst>
                </p14:cNvPr>
                <p14:cNvContentPartPr/>
                <p14:nvPr/>
              </p14:nvContentPartPr>
              <p14:xfrm>
                <a:off x="2641560" y="589280"/>
                <a:ext cx="54000" cy="1346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7E0CC7B2-B43D-E78A-9E73-5F2803CF202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635440" y="583160"/>
                  <a:ext cx="6624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F574929-3AC6-44F0-F9EA-622B143A24DA}"/>
                    </a:ext>
                  </a:extLst>
                </p14:cNvPr>
                <p14:cNvContentPartPr/>
                <p14:nvPr/>
              </p14:nvContentPartPr>
              <p14:xfrm>
                <a:off x="2974920" y="445640"/>
                <a:ext cx="117000" cy="831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F574929-3AC6-44F0-F9EA-622B143A24D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968800" y="439520"/>
                  <a:ext cx="12924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1C65B33-DAB2-6632-F515-F52541521C41}"/>
                    </a:ext>
                  </a:extLst>
                </p14:cNvPr>
                <p14:cNvContentPartPr/>
                <p14:nvPr/>
              </p14:nvContentPartPr>
              <p14:xfrm>
                <a:off x="3013440" y="406400"/>
                <a:ext cx="4320" cy="3585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1C65B33-DAB2-6632-F515-F52541521C4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007320" y="400280"/>
                  <a:ext cx="16560" cy="37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DF2FD26-CC23-F5A7-9A27-AC3833B283FB}"/>
                    </a:ext>
                  </a:extLst>
                </p14:cNvPr>
                <p14:cNvContentPartPr/>
                <p14:nvPr/>
              </p14:nvContentPartPr>
              <p14:xfrm>
                <a:off x="3250680" y="375800"/>
                <a:ext cx="51480" cy="2829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DF2FD26-CC23-F5A7-9A27-AC3833B283F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244560" y="369680"/>
                  <a:ext cx="6372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910C895-AF6E-5FDD-40E0-92CE637C86BD}"/>
                    </a:ext>
                  </a:extLst>
                </p14:cNvPr>
                <p14:cNvContentPartPr/>
                <p14:nvPr/>
              </p14:nvContentPartPr>
              <p14:xfrm>
                <a:off x="3311880" y="355280"/>
                <a:ext cx="135720" cy="2505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910C895-AF6E-5FDD-40E0-92CE637C86B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305760" y="349160"/>
                  <a:ext cx="14796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9835862-1029-59FD-B5C6-ED84FB504508}"/>
                    </a:ext>
                  </a:extLst>
                </p14:cNvPr>
                <p14:cNvContentPartPr/>
                <p14:nvPr/>
              </p14:nvContentPartPr>
              <p14:xfrm>
                <a:off x="3687720" y="593240"/>
                <a:ext cx="313560" cy="2404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9835862-1029-59FD-B5C6-ED84FB504508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681600" y="587120"/>
                  <a:ext cx="32580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CE44F3C-C6A5-3FD0-18FC-B8AA04C90976}"/>
                    </a:ext>
                  </a:extLst>
                </p14:cNvPr>
                <p14:cNvContentPartPr/>
                <p14:nvPr/>
              </p14:nvContentPartPr>
              <p14:xfrm>
                <a:off x="3919920" y="223160"/>
                <a:ext cx="215280" cy="2764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CE44F3C-C6A5-3FD0-18FC-B8AA04C9097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913800" y="217040"/>
                  <a:ext cx="22752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D22765C-478C-EA92-5257-B37585F376EF}"/>
                    </a:ext>
                  </a:extLst>
                </p14:cNvPr>
                <p14:cNvContentPartPr/>
                <p14:nvPr/>
              </p14:nvContentPartPr>
              <p14:xfrm>
                <a:off x="4155360" y="385880"/>
                <a:ext cx="176400" cy="3362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D22765C-478C-EA92-5257-B37585F376E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149240" y="379760"/>
                  <a:ext cx="188640" cy="34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6B8E93B0-B569-60F2-5047-EC0A51B5DB9D}"/>
                    </a:ext>
                  </a:extLst>
                </p14:cNvPr>
                <p14:cNvContentPartPr/>
                <p14:nvPr/>
              </p14:nvContentPartPr>
              <p14:xfrm>
                <a:off x="4907040" y="406400"/>
                <a:ext cx="111960" cy="3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6B8E93B0-B569-60F2-5047-EC0A51B5DB9D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900920" y="400280"/>
                  <a:ext cx="1242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4A4CD1D8-57CD-3D54-B838-6815176D7683}"/>
                    </a:ext>
                  </a:extLst>
                </p14:cNvPr>
                <p14:cNvContentPartPr/>
                <p14:nvPr/>
              </p14:nvContentPartPr>
              <p14:xfrm>
                <a:off x="4937640" y="294440"/>
                <a:ext cx="87120" cy="3690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4A4CD1D8-57CD-3D54-B838-6815176D768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931520" y="288320"/>
                  <a:ext cx="99360" cy="38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C643B81-8F79-BA3A-1920-CA84096D1043}"/>
                    </a:ext>
                  </a:extLst>
                </p14:cNvPr>
                <p14:cNvContentPartPr/>
                <p14:nvPr/>
              </p14:nvContentPartPr>
              <p14:xfrm>
                <a:off x="5638560" y="558320"/>
                <a:ext cx="63000" cy="108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BC643B81-8F79-BA3A-1920-CA84096D104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632440" y="552200"/>
                  <a:ext cx="7524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E8672C8-78ED-722D-5A6C-0704E8C2173C}"/>
                    </a:ext>
                  </a:extLst>
                </p14:cNvPr>
                <p14:cNvContentPartPr/>
                <p14:nvPr/>
              </p14:nvContentPartPr>
              <p14:xfrm>
                <a:off x="6045000" y="426560"/>
                <a:ext cx="360" cy="3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E8672C8-78ED-722D-5A6C-0704E8C2173C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038880" y="42044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474D6F2-E963-9EB5-3282-81DEADBDA218}"/>
                    </a:ext>
                  </a:extLst>
                </p14:cNvPr>
                <p14:cNvContentPartPr/>
                <p14:nvPr/>
              </p14:nvContentPartPr>
              <p14:xfrm>
                <a:off x="6177120" y="487400"/>
                <a:ext cx="360" cy="3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474D6F2-E963-9EB5-3282-81DEADBDA218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171000" y="48128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3C5FB6BC-FF7D-2FC4-C7E3-1169AFAE50EB}"/>
                    </a:ext>
                  </a:extLst>
                </p14:cNvPr>
                <p14:cNvContentPartPr/>
                <p14:nvPr/>
              </p14:nvContentPartPr>
              <p14:xfrm>
                <a:off x="7122120" y="449600"/>
                <a:ext cx="128160" cy="486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3C5FB6BC-FF7D-2FC4-C7E3-1169AFAE50EB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7116000" y="443480"/>
                  <a:ext cx="14040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81A92491-424A-5437-6280-EEA723EB1412}"/>
                    </a:ext>
                  </a:extLst>
                </p14:cNvPr>
                <p14:cNvContentPartPr/>
                <p14:nvPr/>
              </p14:nvContentPartPr>
              <p14:xfrm>
                <a:off x="7152360" y="263840"/>
                <a:ext cx="52560" cy="4269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81A92491-424A-5437-6280-EEA723EB1412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7146240" y="257720"/>
                  <a:ext cx="64800" cy="43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5E9B7DDE-67BD-666B-AFD6-F86C97FF92A0}"/>
                    </a:ext>
                  </a:extLst>
                </p14:cNvPr>
                <p14:cNvContentPartPr/>
                <p14:nvPr/>
              </p14:nvContentPartPr>
              <p14:xfrm>
                <a:off x="7457280" y="335120"/>
                <a:ext cx="377640" cy="3412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5E9B7DDE-67BD-666B-AFD6-F86C97FF92A0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7451160" y="329000"/>
                  <a:ext cx="389880" cy="35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23AB01DB-05C3-C886-1243-2069169CCC15}"/>
                    </a:ext>
                  </a:extLst>
                </p14:cNvPr>
                <p14:cNvContentPartPr/>
                <p14:nvPr/>
              </p14:nvContentPartPr>
              <p14:xfrm>
                <a:off x="7986480" y="455360"/>
                <a:ext cx="206640" cy="3164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23AB01DB-05C3-C886-1243-2069169CCC15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7980360" y="449240"/>
                  <a:ext cx="218880" cy="32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847892ED-4CA6-BE8D-C2CC-A4D4F0C98FBF}"/>
                    </a:ext>
                  </a:extLst>
                </p14:cNvPr>
                <p14:cNvContentPartPr/>
                <p14:nvPr/>
              </p14:nvContentPartPr>
              <p14:xfrm>
                <a:off x="8278080" y="172400"/>
                <a:ext cx="388440" cy="4446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847892ED-4CA6-BE8D-C2CC-A4D4F0C98FBF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8271960" y="166280"/>
                  <a:ext cx="400680" cy="45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C7EC474E-2E91-2C72-8258-0179E3701577}"/>
                    </a:ext>
                  </a:extLst>
                </p14:cNvPr>
                <p14:cNvContentPartPr/>
                <p14:nvPr/>
              </p14:nvContentPartPr>
              <p14:xfrm>
                <a:off x="8249640" y="325040"/>
                <a:ext cx="466200" cy="4712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C7EC474E-2E91-2C72-8258-0179E3701577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8243520" y="318920"/>
                  <a:ext cx="478440" cy="48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1BFF69EA-DEF2-1014-D732-E86BD907484A}"/>
                    </a:ext>
                  </a:extLst>
                </p14:cNvPr>
                <p14:cNvContentPartPr/>
                <p14:nvPr/>
              </p14:nvContentPartPr>
              <p14:xfrm>
                <a:off x="8798280" y="599000"/>
                <a:ext cx="147600" cy="2062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1BFF69EA-DEF2-1014-D732-E86BD907484A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8792160" y="592880"/>
                  <a:ext cx="15984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77D3AAF3-C08E-4F22-2E16-812D6EADABE4}"/>
                    </a:ext>
                  </a:extLst>
                </p14:cNvPr>
                <p14:cNvContentPartPr/>
                <p14:nvPr/>
              </p14:nvContentPartPr>
              <p14:xfrm>
                <a:off x="639960" y="979880"/>
                <a:ext cx="6491520" cy="2700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77D3AAF3-C08E-4F22-2E16-812D6EADABE4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633840" y="973760"/>
                  <a:ext cx="650376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EB5D3BEB-B253-6120-4DFE-465158EC2FBF}"/>
                    </a:ext>
                  </a:extLst>
                </p14:cNvPr>
                <p14:cNvContentPartPr/>
                <p14:nvPr/>
              </p14:nvContentPartPr>
              <p14:xfrm>
                <a:off x="5476200" y="1198760"/>
                <a:ext cx="145440" cy="936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EB5D3BEB-B253-6120-4DFE-465158EC2FBF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5470080" y="1192640"/>
                  <a:ext cx="15768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19217212-CA6F-CE7E-B584-738C0392F892}"/>
                    </a:ext>
                  </a:extLst>
                </p14:cNvPr>
                <p14:cNvContentPartPr/>
                <p14:nvPr/>
              </p14:nvContentPartPr>
              <p14:xfrm>
                <a:off x="5601120" y="1178240"/>
                <a:ext cx="189000" cy="3474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9217212-CA6F-CE7E-B584-738C0392F892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5595000" y="1172120"/>
                  <a:ext cx="201240" cy="35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96C80160-03FB-D65F-F390-5760266ACC6A}"/>
                    </a:ext>
                  </a:extLst>
                </p14:cNvPr>
                <p14:cNvContentPartPr/>
                <p14:nvPr/>
              </p14:nvContentPartPr>
              <p14:xfrm>
                <a:off x="5922960" y="1432040"/>
                <a:ext cx="153360" cy="1530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96C80160-03FB-D65F-F390-5760266ACC6A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5916840" y="1425920"/>
                  <a:ext cx="16560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0C3AC800-8192-1AFC-E84C-9DCE554F6BB2}"/>
                    </a:ext>
                  </a:extLst>
                </p14:cNvPr>
                <p14:cNvContentPartPr/>
                <p14:nvPr/>
              </p14:nvContentPartPr>
              <p14:xfrm>
                <a:off x="6024840" y="1148000"/>
                <a:ext cx="335520" cy="4428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0C3AC800-8192-1AFC-E84C-9DCE554F6BB2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6018720" y="1141880"/>
                  <a:ext cx="347760" cy="45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BA35506D-7A1E-FE7C-B453-916F91DE9776}"/>
                    </a:ext>
                  </a:extLst>
                </p14:cNvPr>
                <p14:cNvContentPartPr/>
                <p14:nvPr/>
              </p14:nvContentPartPr>
              <p14:xfrm>
                <a:off x="6452880" y="1329080"/>
                <a:ext cx="701280" cy="2757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BA35506D-7A1E-FE7C-B453-916F91DE9776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6446760" y="1322960"/>
                  <a:ext cx="71352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861F4470-E513-D4BD-0793-5B123F5581D2}"/>
                    </a:ext>
                  </a:extLst>
                </p14:cNvPr>
                <p14:cNvContentPartPr/>
                <p14:nvPr/>
              </p14:nvContentPartPr>
              <p14:xfrm>
                <a:off x="6237960" y="1320800"/>
                <a:ext cx="360" cy="3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861F4470-E513-D4BD-0793-5B123F5581D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231840" y="131468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79186F99-34AF-0F67-FCB1-5DA4E89EDE4D}"/>
                    </a:ext>
                  </a:extLst>
                </p14:cNvPr>
                <p14:cNvContentPartPr/>
                <p14:nvPr/>
              </p14:nvContentPartPr>
              <p14:xfrm>
                <a:off x="6248400" y="1300280"/>
                <a:ext cx="2160" cy="3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79186F99-34AF-0F67-FCB1-5DA4E89EDE4D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242280" y="1294160"/>
                  <a:ext cx="14400" cy="12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48709612-2401-9288-EF1E-242FD76531CE}"/>
                  </a:ext>
                </a:extLst>
              </p14:cNvPr>
              <p14:cNvContentPartPr/>
              <p14:nvPr/>
            </p14:nvContentPartPr>
            <p14:xfrm>
              <a:off x="5757720" y="1786640"/>
              <a:ext cx="1676880" cy="29880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48709612-2401-9288-EF1E-242FD76531CE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5751600" y="1780520"/>
                <a:ext cx="1689120" cy="311040"/>
              </a:xfrm>
              <a:prstGeom prst="rect">
                <a:avLst/>
              </a:prstGeom>
            </p:spPr>
          </p:pic>
        </mc:Fallback>
      </mc:AlternateContent>
      <p:grpSp>
        <p:nvGrpSpPr>
          <p:cNvPr id="60" name="Group 59">
            <a:extLst>
              <a:ext uri="{FF2B5EF4-FFF2-40B4-BE49-F238E27FC236}">
                <a16:creationId xmlns:a16="http://schemas.microsoft.com/office/drawing/2014/main" id="{504C0C0B-7CBA-66AF-E6F3-0E715BFEF032}"/>
              </a:ext>
            </a:extLst>
          </p:cNvPr>
          <p:cNvGrpSpPr/>
          <p:nvPr/>
        </p:nvGrpSpPr>
        <p:grpSpPr>
          <a:xfrm>
            <a:off x="8331000" y="2153840"/>
            <a:ext cx="4533120" cy="2436480"/>
            <a:chOff x="8331000" y="2153840"/>
            <a:chExt cx="4533120" cy="2436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F6FE1785-FA2E-876C-5424-78B618344976}"/>
                    </a:ext>
                  </a:extLst>
                </p14:cNvPr>
                <p14:cNvContentPartPr/>
                <p14:nvPr/>
              </p14:nvContentPartPr>
              <p14:xfrm>
                <a:off x="8331000" y="2245280"/>
                <a:ext cx="1468080" cy="12074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F6FE1785-FA2E-876C-5424-78B618344976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324880" y="2239160"/>
                  <a:ext cx="1480320" cy="121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DE564914-210D-A150-4D69-E5F1B518DAD8}"/>
                    </a:ext>
                  </a:extLst>
                </p14:cNvPr>
                <p14:cNvContentPartPr/>
                <p14:nvPr/>
              </p14:nvContentPartPr>
              <p14:xfrm>
                <a:off x="9763440" y="2814440"/>
                <a:ext cx="86400" cy="306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DE564914-210D-A150-4D69-E5F1B518DAD8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757320" y="2808320"/>
                  <a:ext cx="9864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700E9516-17AC-5DE8-B191-09DF9BBFC9CE}"/>
                    </a:ext>
                  </a:extLst>
                </p14:cNvPr>
                <p14:cNvContentPartPr/>
                <p14:nvPr/>
              </p14:nvContentPartPr>
              <p14:xfrm>
                <a:off x="9895560" y="2950520"/>
                <a:ext cx="93600" cy="266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00E9516-17AC-5DE8-B191-09DF9BBFC9CE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889440" y="2944400"/>
                  <a:ext cx="10584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E3A51D6E-344E-7F08-2263-8DB80379037E}"/>
                    </a:ext>
                  </a:extLst>
                </p14:cNvPr>
                <p14:cNvContentPartPr/>
                <p14:nvPr/>
              </p14:nvContentPartPr>
              <p14:xfrm>
                <a:off x="10098960" y="2547320"/>
                <a:ext cx="626040" cy="3276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E3A51D6E-344E-7F08-2263-8DB80379037E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092840" y="2541200"/>
                  <a:ext cx="638280" cy="33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B0EB8341-F81C-477A-28AB-7F266C1748EE}"/>
                    </a:ext>
                  </a:extLst>
                </p14:cNvPr>
                <p14:cNvContentPartPr/>
                <p14:nvPr/>
              </p14:nvContentPartPr>
              <p14:xfrm>
                <a:off x="10685760" y="2306120"/>
                <a:ext cx="500760" cy="5032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B0EB8341-F81C-477A-28AB-7F266C1748EE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679640" y="2300000"/>
                  <a:ext cx="513000" cy="51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8E126F5F-6672-6F29-087F-4255DBC753F5}"/>
                    </a:ext>
                  </a:extLst>
                </p14:cNvPr>
                <p14:cNvContentPartPr/>
                <p14:nvPr/>
              </p14:nvContentPartPr>
              <p14:xfrm>
                <a:off x="11226480" y="2600960"/>
                <a:ext cx="297720" cy="424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8E126F5F-6672-6F29-087F-4255DBC753F5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1220360" y="2594840"/>
                  <a:ext cx="30996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90061082-EA9D-54A8-A388-CFC9C3DD3D36}"/>
                    </a:ext>
                  </a:extLst>
                </p14:cNvPr>
                <p14:cNvContentPartPr/>
                <p14:nvPr/>
              </p14:nvContentPartPr>
              <p14:xfrm>
                <a:off x="11399280" y="2570360"/>
                <a:ext cx="301680" cy="3528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90061082-EA9D-54A8-A388-CFC9C3DD3D36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1393160" y="2564240"/>
                  <a:ext cx="313920" cy="36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662DEF5F-0548-2BF6-7D16-9842897574CD}"/>
                    </a:ext>
                  </a:extLst>
                </p14:cNvPr>
                <p14:cNvContentPartPr/>
                <p14:nvPr/>
              </p14:nvContentPartPr>
              <p14:xfrm>
                <a:off x="11389200" y="2153840"/>
                <a:ext cx="388800" cy="5457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662DEF5F-0548-2BF6-7D16-9842897574CD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1383080" y="2147720"/>
                  <a:ext cx="401040" cy="55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2C0BF1F6-F190-D1B9-ABCC-5F059780E01F}"/>
                    </a:ext>
                  </a:extLst>
                </p14:cNvPr>
                <p14:cNvContentPartPr/>
                <p14:nvPr/>
              </p14:nvContentPartPr>
              <p14:xfrm>
                <a:off x="8654640" y="2382440"/>
                <a:ext cx="4209480" cy="22078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2C0BF1F6-F190-D1B9-ABCC-5F059780E01F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648520" y="2376320"/>
                  <a:ext cx="4221720" cy="22201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8148296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neuron, drawn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69264"/>
            <a:ext cx="11055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Multiply, add, then decide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2148840"/>
            <a:ext cx="2194560" cy="594360"/>
          </a:xfrm>
          <a:prstGeom prst="roundRect">
            <a:avLst>
              <a:gd name="adj" fmla="val 12308"/>
            </a:avLst>
          </a:prstGeom>
          <a:solidFill>
            <a:srgbClr val="EAF6F4"/>
          </a:solidFill>
          <a:ln w="12700">
            <a:solidFill>
              <a:srgbClr val="BFE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749808" y="229514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2167128" y="229514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2A9D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x1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761488" y="2441448"/>
            <a:ext cx="1783080" cy="804672"/>
          </a:xfrm>
          <a:prstGeom prst="line">
            <a:avLst/>
          </a:prstGeom>
          <a:noFill/>
          <a:ln w="254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3264408" y="228600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6F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6928" y="2971800"/>
            <a:ext cx="2194560" cy="594360"/>
          </a:xfrm>
          <a:prstGeom prst="roundRect">
            <a:avLst>
              <a:gd name="adj" fmla="val 12308"/>
            </a:avLst>
          </a:prstGeom>
          <a:solidFill>
            <a:srgbClr val="EAF6F4"/>
          </a:solidFill>
          <a:ln w="12700">
            <a:solidFill>
              <a:srgbClr val="BFE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749808" y="311810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167128" y="311810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2A9D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x2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 flipV="1">
            <a:off x="2761488" y="3246120"/>
            <a:ext cx="1783080" cy="18288"/>
          </a:xfrm>
          <a:prstGeom prst="line">
            <a:avLst/>
          </a:prstGeom>
          <a:noFill/>
          <a:ln w="254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3264408" y="299008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6F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w2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66928" y="3794760"/>
            <a:ext cx="2194560" cy="594360"/>
          </a:xfrm>
          <a:prstGeom prst="roundRect">
            <a:avLst>
              <a:gd name="adj" fmla="val 12308"/>
            </a:avLst>
          </a:prstGeom>
          <a:solidFill>
            <a:srgbClr val="EAF6F4"/>
          </a:solidFill>
          <a:ln w="12700">
            <a:solidFill>
              <a:srgbClr val="BFE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749808" y="394106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2167128" y="394106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2A9D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x3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 flipV="1">
            <a:off x="2761488" y="3246120"/>
            <a:ext cx="1783080" cy="841248"/>
          </a:xfrm>
          <a:prstGeom prst="line">
            <a:avLst/>
          </a:prstGeom>
          <a:noFill/>
          <a:ln w="254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3264408" y="361188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6F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w3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44568" y="2606040"/>
            <a:ext cx="1280160" cy="1280160"/>
          </a:xfrm>
          <a:prstGeom prst="ellipse">
            <a:avLst/>
          </a:prstGeom>
          <a:solidFill>
            <a:srgbClr val="12203A"/>
          </a:solidFill>
          <a:ln w="12700">
            <a:solidFill>
              <a:srgbClr val="1220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4544568" y="28803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</a:t>
            </a:r>
            <a:endParaRPr lang="en-US" sz="3400" dirty="0"/>
          </a:p>
        </p:txBody>
      </p:sp>
      <p:sp>
        <p:nvSpPr>
          <p:cNvPr id="21" name="Text 19"/>
          <p:cNvSpPr txBox="1"/>
          <p:nvPr/>
        </p:nvSpPr>
        <p:spPr>
          <a:xfrm>
            <a:off x="4178808" y="39776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sum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961888" y="3127248"/>
            <a:ext cx="548640" cy="237744"/>
          </a:xfrm>
          <a:prstGeom prst="rightArrow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647688" y="2651760"/>
            <a:ext cx="1737360" cy="1188720"/>
          </a:xfrm>
          <a:prstGeom prst="roundRect">
            <a:avLst>
              <a:gd name="adj" fmla="val 7692"/>
            </a:avLst>
          </a:prstGeom>
          <a:solidFill>
            <a:srgbClr val="FDF1EC"/>
          </a:solidFill>
          <a:ln w="254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6739128" y="29718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6739128" y="33101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522208" y="3127248"/>
            <a:ext cx="548640" cy="237744"/>
          </a:xfrm>
          <a:prstGeom prst="rightArrow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9208008" y="2697480"/>
            <a:ext cx="2423160" cy="1097280"/>
          </a:xfrm>
          <a:prstGeom prst="roundRect">
            <a:avLst>
              <a:gd name="adj" fmla="val 6667"/>
            </a:avLst>
          </a:prstGeom>
          <a:solidFill>
            <a:srgbClr val="EAF6F4"/>
          </a:solidFill>
          <a:ln w="12700">
            <a:solidFill>
              <a:srgbClr val="BFE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9390888" y="2880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9390888" y="32004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number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566928" y="4572000"/>
            <a:ext cx="11055096" cy="960120"/>
          </a:xfrm>
          <a:prstGeom prst="roundRect">
            <a:avLst>
              <a:gd name="adj" fmla="val 9524"/>
            </a:avLst>
          </a:prstGeom>
          <a:solidFill>
            <a:srgbClr val="12203A"/>
          </a:solidFill>
          <a:ln w="12700">
            <a:solidFill>
              <a:srgbClr val="1220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896112" y="4690872"/>
            <a:ext cx="10506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  =  w1·x1  +  w2·x2  +  w3·x3  +  b          output  =  activation(z)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841248" y="5102352"/>
            <a:ext cx="10506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brain cell. A computation: multiply, add, then decide.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566928" y="6327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From Regression to Neural Networks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0972800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E11D158-4620-B78F-58B5-AD800E0B1BDB}"/>
              </a:ext>
            </a:extLst>
          </p:cNvPr>
          <p:cNvSpPr txBox="1"/>
          <p:nvPr/>
        </p:nvSpPr>
        <p:spPr>
          <a:xfrm>
            <a:off x="5961888" y="932688"/>
            <a:ext cx="53255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need Activation, so that we introduce non-linearity</a:t>
            </a:r>
          </a:p>
          <a:p>
            <a:r>
              <a:rPr lang="en-US" dirty="0"/>
              <a:t>To the network!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5C89F235-2C21-5F4F-FAE8-4B1B2DD149DD}"/>
                  </a:ext>
                </a:extLst>
              </p14:cNvPr>
              <p14:cNvContentPartPr/>
              <p14:nvPr/>
            </p14:nvContentPartPr>
            <p14:xfrm>
              <a:off x="272400" y="194720"/>
              <a:ext cx="4843440" cy="159696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5C89F235-2C21-5F4F-FAE8-4B1B2DD149D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6280" y="188600"/>
                <a:ext cx="4855680" cy="1609200"/>
              </a:xfrm>
              <a:prstGeom prst="rect">
                <a:avLst/>
              </a:prstGeom>
            </p:spPr>
          </p:pic>
        </mc:Fallback>
      </mc:AlternateContent>
      <p:grpSp>
        <p:nvGrpSpPr>
          <p:cNvPr id="63" name="Group 62">
            <a:extLst>
              <a:ext uri="{FF2B5EF4-FFF2-40B4-BE49-F238E27FC236}">
                <a16:creationId xmlns:a16="http://schemas.microsoft.com/office/drawing/2014/main" id="{35A50CD3-5635-188B-B41B-7D066086381B}"/>
              </a:ext>
            </a:extLst>
          </p:cNvPr>
          <p:cNvGrpSpPr/>
          <p:nvPr/>
        </p:nvGrpSpPr>
        <p:grpSpPr>
          <a:xfrm>
            <a:off x="1046040" y="1676120"/>
            <a:ext cx="5438160" cy="3620160"/>
            <a:chOff x="1046040" y="1676120"/>
            <a:chExt cx="5438160" cy="3620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AA6527F6-01EE-079E-A422-05C8307BE60B}"/>
                    </a:ext>
                  </a:extLst>
                </p14:cNvPr>
                <p14:cNvContentPartPr/>
                <p14:nvPr/>
              </p14:nvContentPartPr>
              <p14:xfrm>
                <a:off x="2265000" y="2192720"/>
                <a:ext cx="1445040" cy="5104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AA6527F6-01EE-079E-A422-05C8307BE60B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258880" y="2186600"/>
                  <a:ext cx="1457280" cy="52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33CBADAD-0205-9E4A-91D2-320AA6AA89CA}"/>
                    </a:ext>
                  </a:extLst>
                </p14:cNvPr>
                <p14:cNvContentPartPr/>
                <p14:nvPr/>
              </p14:nvContentPartPr>
              <p14:xfrm>
                <a:off x="3657480" y="1819760"/>
                <a:ext cx="338040" cy="3304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33CBADAD-0205-9E4A-91D2-320AA6AA89CA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651360" y="1813640"/>
                  <a:ext cx="350280" cy="34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0838475-73DF-630A-DA43-E82A8AC21524}"/>
                    </a:ext>
                  </a:extLst>
                </p14:cNvPr>
                <p14:cNvContentPartPr/>
                <p14:nvPr/>
              </p14:nvContentPartPr>
              <p14:xfrm>
                <a:off x="4063920" y="1991120"/>
                <a:ext cx="66960" cy="1353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40838475-73DF-630A-DA43-E82A8AC21524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057800" y="1985000"/>
                  <a:ext cx="7920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AE67B2BA-2681-31CA-87A4-81E20A850772}"/>
                    </a:ext>
                  </a:extLst>
                </p14:cNvPr>
                <p14:cNvContentPartPr/>
                <p14:nvPr/>
              </p14:nvContentPartPr>
              <p14:xfrm>
                <a:off x="4155360" y="1716800"/>
                <a:ext cx="225360" cy="2160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AE67B2BA-2681-31CA-87A4-81E20A850772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149240" y="1710680"/>
                  <a:ext cx="23760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BA109D53-EC40-66AB-D81F-83A127E772FD}"/>
                    </a:ext>
                  </a:extLst>
                </p14:cNvPr>
                <p14:cNvContentPartPr/>
                <p14:nvPr/>
              </p14:nvContentPartPr>
              <p14:xfrm>
                <a:off x="4198920" y="1676120"/>
                <a:ext cx="88560" cy="2682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BA109D53-EC40-66AB-D81F-83A127E772FD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192800" y="1670000"/>
                  <a:ext cx="10080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8891571-DD3A-EEC6-5853-3C34CC1F1F2B}"/>
                    </a:ext>
                  </a:extLst>
                </p14:cNvPr>
                <p14:cNvContentPartPr/>
                <p14:nvPr/>
              </p14:nvContentPartPr>
              <p14:xfrm>
                <a:off x="4449840" y="1818320"/>
                <a:ext cx="27000" cy="1537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8891571-DD3A-EEC6-5853-3C34CC1F1F2B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443720" y="1812200"/>
                  <a:ext cx="3924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608C0562-B150-F0A0-8CC1-19D7EB7E9D1E}"/>
                    </a:ext>
                  </a:extLst>
                </p14:cNvPr>
                <p14:cNvContentPartPr/>
                <p14:nvPr/>
              </p14:nvContentPartPr>
              <p14:xfrm>
                <a:off x="2303160" y="2750360"/>
                <a:ext cx="1388160" cy="7772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608C0562-B150-F0A0-8CC1-19D7EB7E9D1E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297040" y="2744240"/>
                  <a:ext cx="1400400" cy="78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45FB5216-E1D3-1D71-2D9E-7C54B0533674}"/>
                    </a:ext>
                  </a:extLst>
                </p14:cNvPr>
                <p14:cNvContentPartPr/>
                <p14:nvPr/>
              </p14:nvContentPartPr>
              <p14:xfrm>
                <a:off x="3718320" y="2594120"/>
                <a:ext cx="222120" cy="3636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45FB5216-E1D3-1D71-2D9E-7C54B0533674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712200" y="2588000"/>
                  <a:ext cx="234360" cy="37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475C5543-77A8-8243-8D76-1DFD7ED2887E}"/>
                    </a:ext>
                  </a:extLst>
                </p14:cNvPr>
                <p14:cNvContentPartPr/>
                <p14:nvPr/>
              </p14:nvContentPartPr>
              <p14:xfrm>
                <a:off x="3913080" y="2641280"/>
                <a:ext cx="303120" cy="3078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475C5543-77A8-8243-8D76-1DFD7ED2887E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906960" y="2635160"/>
                  <a:ext cx="31536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DC081341-52AF-205F-0982-4BEAEBD80B48}"/>
                    </a:ext>
                  </a:extLst>
                </p14:cNvPr>
                <p14:cNvContentPartPr/>
                <p14:nvPr/>
              </p14:nvContentPartPr>
              <p14:xfrm>
                <a:off x="4205760" y="2224760"/>
                <a:ext cx="183600" cy="4586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DC081341-52AF-205F-0982-4BEAEBD80B48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4199640" y="2218640"/>
                  <a:ext cx="195840" cy="47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7852765-012C-F618-DBE8-922878C862E6}"/>
                    </a:ext>
                  </a:extLst>
                </p14:cNvPr>
                <p14:cNvContentPartPr/>
                <p14:nvPr/>
              </p14:nvContentPartPr>
              <p14:xfrm>
                <a:off x="4124760" y="2418080"/>
                <a:ext cx="216000" cy="1040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7852765-012C-F618-DBE8-922878C862E6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4118640" y="2411960"/>
                  <a:ext cx="22824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D8E3966A-8B06-8525-A0F3-949C23A3C1FF}"/>
                    </a:ext>
                  </a:extLst>
                </p14:cNvPr>
                <p14:cNvContentPartPr/>
                <p14:nvPr/>
              </p14:nvContentPartPr>
              <p14:xfrm>
                <a:off x="4484040" y="2387480"/>
                <a:ext cx="180720" cy="2588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D8E3966A-8B06-8525-A0F3-949C23A3C1FF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477920" y="2381360"/>
                  <a:ext cx="19296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3A8010CC-2BF7-D8C1-B8B3-6A477C48B526}"/>
                    </a:ext>
                  </a:extLst>
                </p14:cNvPr>
                <p14:cNvContentPartPr/>
                <p14:nvPr/>
              </p14:nvContentPartPr>
              <p14:xfrm>
                <a:off x="2242320" y="3491600"/>
                <a:ext cx="1576080" cy="7758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3A8010CC-2BF7-D8C1-B8B3-6A477C48B526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236200" y="3485480"/>
                  <a:ext cx="1588320" cy="78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1692A25A-7310-CF79-29E0-F2EEE28ED01B}"/>
                    </a:ext>
                  </a:extLst>
                </p14:cNvPr>
                <p14:cNvContentPartPr/>
                <p14:nvPr/>
              </p14:nvContentPartPr>
              <p14:xfrm>
                <a:off x="3515280" y="4084160"/>
                <a:ext cx="221400" cy="2203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1692A25A-7310-CF79-29E0-F2EEE28ED01B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3509160" y="4078040"/>
                  <a:ext cx="23364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01BE5F80-8350-A9E0-F8D9-7B50DE80D729}"/>
                    </a:ext>
                  </a:extLst>
                </p14:cNvPr>
                <p14:cNvContentPartPr/>
                <p14:nvPr/>
              </p14:nvContentPartPr>
              <p14:xfrm>
                <a:off x="3728400" y="4086680"/>
                <a:ext cx="205560" cy="2707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01BE5F80-8350-A9E0-F8D9-7B50DE80D729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3722280" y="4080560"/>
                  <a:ext cx="21780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6A9D7E0F-B2C6-C19A-BF96-E80492AD13E3}"/>
                    </a:ext>
                  </a:extLst>
                </p14:cNvPr>
                <p14:cNvContentPartPr/>
                <p14:nvPr/>
              </p14:nvContentPartPr>
              <p14:xfrm>
                <a:off x="3941160" y="4133840"/>
                <a:ext cx="123480" cy="2124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6A9D7E0F-B2C6-C19A-BF96-E80492AD13E3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935040" y="4127720"/>
                  <a:ext cx="13572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37AB5932-30EA-8EF4-E649-0EE1A10C38E7}"/>
                    </a:ext>
                  </a:extLst>
                </p14:cNvPr>
                <p14:cNvContentPartPr/>
                <p14:nvPr/>
              </p14:nvContentPartPr>
              <p14:xfrm>
                <a:off x="3966360" y="3728480"/>
                <a:ext cx="255600" cy="4140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37AB5932-30EA-8EF4-E649-0EE1A10C38E7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960240" y="3722360"/>
                  <a:ext cx="267840" cy="42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A369E122-569D-8327-D81C-6EE7B7F8A66B}"/>
                    </a:ext>
                  </a:extLst>
                </p14:cNvPr>
                <p14:cNvContentPartPr/>
                <p14:nvPr/>
              </p14:nvContentPartPr>
              <p14:xfrm>
                <a:off x="4236000" y="3891200"/>
                <a:ext cx="193680" cy="2761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A369E122-569D-8327-D81C-6EE7B7F8A66B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4229880" y="3885080"/>
                  <a:ext cx="20592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DFDE16A0-6520-AE65-0489-E49EFE4021C5}"/>
                    </a:ext>
                  </a:extLst>
                </p14:cNvPr>
                <p14:cNvContentPartPr/>
                <p14:nvPr/>
              </p14:nvContentPartPr>
              <p14:xfrm>
                <a:off x="4732440" y="2875280"/>
                <a:ext cx="679680" cy="9000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DFDE16A0-6520-AE65-0489-E49EFE4021C5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4726320" y="2869160"/>
                  <a:ext cx="691920" cy="91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23AF60E7-6A1E-0189-A118-DF87FC05EEE2}"/>
                    </a:ext>
                  </a:extLst>
                </p14:cNvPr>
                <p14:cNvContentPartPr/>
                <p14:nvPr/>
              </p14:nvContentPartPr>
              <p14:xfrm>
                <a:off x="4983720" y="4300520"/>
                <a:ext cx="608040" cy="11952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23AF60E7-6A1E-0189-A118-DF87FC05EEE2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4977600" y="4294400"/>
                  <a:ext cx="62028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59898ECA-4AFC-D66A-A6D2-12857C4899F7}"/>
                    </a:ext>
                  </a:extLst>
                </p14:cNvPr>
                <p14:cNvContentPartPr/>
                <p14:nvPr/>
              </p14:nvContentPartPr>
              <p14:xfrm>
                <a:off x="1046040" y="4409240"/>
                <a:ext cx="5438160" cy="8870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59898ECA-4AFC-D66A-A6D2-12857C4899F7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039920" y="4403120"/>
                  <a:ext cx="5450400" cy="899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7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80F84582-1109-B6FA-2459-AE5A2B5193FB}"/>
                  </a:ext>
                </a:extLst>
              </p14:cNvPr>
              <p14:cNvContentPartPr/>
              <p14:nvPr/>
            </p14:nvContentPartPr>
            <p14:xfrm>
              <a:off x="7517040" y="1899680"/>
              <a:ext cx="324000" cy="570600"/>
            </p14:xfrm>
          </p:contentPart>
        </mc:Choice>
        <mc:Fallback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80F84582-1109-B6FA-2459-AE5A2B5193FB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7510920" y="1893560"/>
                <a:ext cx="336240" cy="58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A87DFDAA-8C9C-0986-4C29-5ACCDEF584E6}"/>
                  </a:ext>
                </a:extLst>
              </p14:cNvPr>
              <p14:cNvContentPartPr/>
              <p14:nvPr/>
            </p14:nvContentPartPr>
            <p14:xfrm>
              <a:off x="1067280" y="5153000"/>
              <a:ext cx="676080" cy="14976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A87DFDAA-8C9C-0986-4C29-5ACCDEF584E6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1061160" y="5146880"/>
                <a:ext cx="688320" cy="16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F90B38F4-91E3-9829-5B22-CF63F06BC689}"/>
                  </a:ext>
                </a:extLst>
              </p14:cNvPr>
              <p14:cNvContentPartPr/>
              <p14:nvPr/>
            </p14:nvContentPartPr>
            <p14:xfrm>
              <a:off x="6482040" y="1818320"/>
              <a:ext cx="685440" cy="730800"/>
            </p14:xfrm>
          </p:contentPart>
        </mc:Choice>
        <mc:Fallback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F90B38F4-91E3-9829-5B22-CF63F06BC689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6475920" y="1812200"/>
                <a:ext cx="697680" cy="743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Activation - from a score to a decision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69264"/>
            <a:ext cx="11055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Sometimes we want a category, not a number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5394960" cy="2560320"/>
          </a:xfrm>
          <a:prstGeom prst="roundRect">
            <a:avLst>
              <a:gd name="adj" fmla="val 2857"/>
            </a:avLst>
          </a:prstGeom>
          <a:solidFill>
            <a:srgbClr val="EAF6F4"/>
          </a:solidFill>
          <a:ln w="12700">
            <a:solidFill>
              <a:srgbClr val="BFE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41248" y="190195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OUTPUT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2860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many minutes?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78892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1D35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 = 21.4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37033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continuous number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784848" y="1691640"/>
            <a:ext cx="5394960" cy="2560320"/>
          </a:xfrm>
          <a:prstGeom prst="roundRect">
            <a:avLst>
              <a:gd name="adj" fmla="val 2857"/>
            </a:avLst>
          </a:prstGeom>
          <a:solidFill>
            <a:srgbClr val="FDF1EC"/>
          </a:solidFill>
          <a:ln w="12700">
            <a:solidFill>
              <a:srgbClr val="F3C9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7059168" y="190195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OUTPUT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059168" y="22860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Will it be late?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059168" y="278892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1D35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z ≥ 30 → late</a:t>
            </a:r>
            <a:endParaRPr lang="en-US" sz="17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1D35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 → on time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7059168" y="37033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category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4434840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simplest activation is a threshold: below the line, output 0 - above it, output 1.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4800600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 we will meet smoother activations — sigmoid and ReLU — but the job is always the same: </a:t>
            </a:r>
            <a:r>
              <a:rPr lang="en-US" sz="1500" b="1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the score into an output.</a:t>
            </a:r>
            <a:endParaRPr lang="en-US" sz="1500" b="1" dirty="0"/>
          </a:p>
        </p:txBody>
      </p:sp>
      <p:sp>
        <p:nvSpPr>
          <p:cNvPr id="16" name="Shape 14"/>
          <p:cNvSpPr/>
          <p:nvPr/>
        </p:nvSpPr>
        <p:spPr>
          <a:xfrm>
            <a:off x="566928" y="5715000"/>
            <a:ext cx="11055096" cy="475488"/>
          </a:xfrm>
          <a:prstGeom prst="roundRect">
            <a:avLst>
              <a:gd name="adj" fmla="val 19231"/>
            </a:avLst>
          </a:prstGeom>
          <a:solidFill>
            <a:srgbClr val="FDF1EC"/>
          </a:solidFill>
          <a:ln w="12700">
            <a:solidFill>
              <a:srgbClr val="F3C9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768096" y="5769864"/>
            <a:ext cx="10652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 </a:t>
            </a:r>
            <a:r>
              <a:rPr lang="en-US" sz="14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me another yes/no question a delivery company would want answered.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66928" y="6327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From Regression to Neural Networks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0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70D9F10-A0AF-7089-9F68-DF39755E2F6A}"/>
              </a:ext>
            </a:extLst>
          </p:cNvPr>
          <p:cNvGrpSpPr/>
          <p:nvPr/>
        </p:nvGrpSpPr>
        <p:grpSpPr>
          <a:xfrm>
            <a:off x="486600" y="2926040"/>
            <a:ext cx="2507400" cy="539640"/>
            <a:chOff x="486600" y="2926040"/>
            <a:chExt cx="2507400" cy="539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ACB617C-188D-2E70-5E51-9512A722D5C4}"/>
                    </a:ext>
                  </a:extLst>
                </p14:cNvPr>
                <p14:cNvContentPartPr/>
                <p14:nvPr/>
              </p14:nvContentPartPr>
              <p14:xfrm>
                <a:off x="486600" y="2926040"/>
                <a:ext cx="2507400" cy="5115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ACB617C-188D-2E70-5E51-9512A722D5C4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80480" y="2919920"/>
                  <a:ext cx="2519640" cy="52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710556E7-0661-2BA9-7BD4-1BF421E68796}"/>
                    </a:ext>
                  </a:extLst>
                </p14:cNvPr>
                <p14:cNvContentPartPr/>
                <p14:nvPr/>
              </p14:nvContentPartPr>
              <p14:xfrm>
                <a:off x="2169600" y="3352280"/>
                <a:ext cx="327600" cy="1134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710556E7-0661-2BA9-7BD4-1BF421E68796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163480" y="3346160"/>
                  <a:ext cx="33984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E7EC3CBD-270C-C21C-8459-B372D032557E}"/>
                    </a:ext>
                  </a:extLst>
                </p14:cNvPr>
                <p14:cNvContentPartPr/>
                <p14:nvPr/>
              </p14:nvContentPartPr>
              <p14:xfrm>
                <a:off x="2184360" y="3355160"/>
                <a:ext cx="333720" cy="640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E7EC3CBD-270C-C21C-8459-B372D032557E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178240" y="3349040"/>
                  <a:ext cx="345960" cy="76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93F3C7DD-11DE-C4E2-F48C-973D36AF5764}"/>
                  </a:ext>
                </a:extLst>
              </p14:cNvPr>
              <p14:cNvContentPartPr/>
              <p14:nvPr/>
            </p14:nvContentPartPr>
            <p14:xfrm>
              <a:off x="7457280" y="3189920"/>
              <a:ext cx="650880" cy="36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93F3C7DD-11DE-C4E2-F48C-973D36AF576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451160" y="3183800"/>
                <a:ext cx="66312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EEC5C1D0-06A2-52E3-7938-BFBDB6F173B5}"/>
                  </a:ext>
                </a:extLst>
              </p14:cNvPr>
              <p14:cNvContentPartPr/>
              <p14:nvPr/>
            </p14:nvContentPartPr>
            <p14:xfrm>
              <a:off x="9153960" y="2633360"/>
              <a:ext cx="689040" cy="35496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EEC5C1D0-06A2-52E3-7938-BFBDB6F173B5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9147840" y="2627240"/>
                <a:ext cx="701280" cy="367200"/>
              </a:xfrm>
              <a:prstGeom prst="rect">
                <a:avLst/>
              </a:prstGeom>
            </p:spPr>
          </p:pic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A8373DFA-300F-9891-F710-DDA10566AF30}"/>
              </a:ext>
            </a:extLst>
          </p:cNvPr>
          <p:cNvGrpSpPr/>
          <p:nvPr/>
        </p:nvGrpSpPr>
        <p:grpSpPr>
          <a:xfrm>
            <a:off x="6902880" y="3059600"/>
            <a:ext cx="2878560" cy="517320"/>
            <a:chOff x="6902880" y="3059600"/>
            <a:chExt cx="2878560" cy="517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54D92BA-4DCF-337D-F047-3CC579E9484C}"/>
                    </a:ext>
                  </a:extLst>
                </p14:cNvPr>
                <p14:cNvContentPartPr/>
                <p14:nvPr/>
              </p14:nvContentPartPr>
              <p14:xfrm>
                <a:off x="6902880" y="3392960"/>
                <a:ext cx="675360" cy="1022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54D92BA-4DCF-337D-F047-3CC579E9484C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896760" y="3386840"/>
                  <a:ext cx="68760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27BB86F-46EF-509F-B76D-4E68A21340E8}"/>
                    </a:ext>
                  </a:extLst>
                </p14:cNvPr>
                <p14:cNvContentPartPr/>
                <p14:nvPr/>
              </p14:nvContentPartPr>
              <p14:xfrm>
                <a:off x="7985760" y="3555680"/>
                <a:ext cx="657000" cy="212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27BB86F-46EF-509F-B76D-4E68A21340E8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979640" y="3549560"/>
                  <a:ext cx="66924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A99434B-7439-0A51-02A3-46AF580912F8}"/>
                    </a:ext>
                  </a:extLst>
                </p14:cNvPr>
                <p14:cNvContentPartPr/>
                <p14:nvPr/>
              </p14:nvContentPartPr>
              <p14:xfrm>
                <a:off x="9031200" y="3059600"/>
                <a:ext cx="750240" cy="4269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A99434B-7439-0A51-02A3-46AF580912F8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025080" y="3053480"/>
                  <a:ext cx="762480" cy="4392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Notebook 2 - Code the neuron in plain Python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69264"/>
            <a:ext cx="11055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code, big idea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6766560" cy="3200400"/>
          </a:xfrm>
          <a:prstGeom prst="roundRect">
            <a:avLst>
              <a:gd name="adj" fmla="val 1714"/>
            </a:avLst>
          </a:prstGeom>
          <a:solidFill>
            <a:srgbClr val="12203A"/>
          </a:solidFill>
          <a:ln w="12700">
            <a:solidFill>
              <a:srgbClr val="1220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768096" y="1837944"/>
            <a:ext cx="6364224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weighted_sum(inputs, weights, bias):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 = bias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x, w in zip(inputs, weights):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total += x * w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total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step_activation(score, threshold):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1 if score &gt;= threshold else 0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699248" y="1691640"/>
            <a:ext cx="3931920" cy="3200400"/>
          </a:xfrm>
          <a:prstGeom prst="roundRect">
            <a:avLst>
              <a:gd name="adj" fmla="val 2286"/>
            </a:avLst>
          </a:prstGeom>
          <a:solidFill>
            <a:srgbClr val="F2F5F9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7955280" y="190195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NOTICE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955280" y="2304288"/>
            <a:ext cx="329184" cy="329184"/>
          </a:xfrm>
          <a:prstGeom prst="ellipse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955280" y="2322576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412480" y="22860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input has its own weight.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955280" y="2962656"/>
            <a:ext cx="329184" cy="329184"/>
          </a:xfrm>
          <a:prstGeom prst="ellipse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7955280" y="2980944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412480" y="294436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bias shifts the score.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955280" y="3621024"/>
            <a:ext cx="329184" cy="329184"/>
          </a:xfrm>
          <a:prstGeom prst="ellipse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7955280" y="3639312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412480" y="3602736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activation turns the score into an output.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955280" y="4279392"/>
            <a:ext cx="329184" cy="329184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7955280" y="4297680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412480" y="4261104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is inspectable — no magic.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66928" y="5715000"/>
            <a:ext cx="11055096" cy="475488"/>
          </a:xfrm>
          <a:prstGeom prst="roundRect">
            <a:avLst>
              <a:gd name="adj" fmla="val 19231"/>
            </a:avLst>
          </a:prstGeom>
          <a:solidFill>
            <a:srgbClr val="FDF1EC"/>
          </a:solidFill>
          <a:ln w="12700">
            <a:solidFill>
              <a:srgbClr val="F3C9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768096" y="5769864"/>
            <a:ext cx="10652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IT:  </a:t>
            </a:r>
            <a:r>
              <a:rPr lang="en-US" sz="14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weights by hand and see how the output flips from 0 to 1.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6327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From Regression to Neural Networks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0972800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ONE neuron can do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69264"/>
            <a:ext cx="11055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draws one straight boundary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5120640" cy="3383280"/>
          </a:xfrm>
          <a:prstGeom prst="rect">
            <a:avLst/>
          </a:prstGeom>
          <a:solidFill>
            <a:srgbClr val="F2F5F9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 flipV="1">
            <a:off x="1024128" y="2057400"/>
            <a:ext cx="9144" cy="2606040"/>
          </a:xfrm>
          <a:prstGeom prst="line">
            <a:avLst/>
          </a:prstGeom>
          <a:noFill/>
          <a:ln w="12700">
            <a:solidFill>
              <a:srgbClr val="6B7A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24128" y="4663440"/>
            <a:ext cx="4343400" cy="9144"/>
          </a:xfrm>
          <a:prstGeom prst="line">
            <a:avLst/>
          </a:prstGeom>
          <a:noFill/>
          <a:ln w="12700">
            <a:solidFill>
              <a:srgbClr val="6B7A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58368" y="1965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x2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184648" y="47365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929384" y="3785616"/>
            <a:ext cx="201168" cy="20116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295144" y="3396996"/>
            <a:ext cx="201168" cy="20116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837944" y="3008376"/>
            <a:ext cx="201168" cy="20116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569464" y="3863340"/>
            <a:ext cx="201168" cy="20116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215384" y="2542032"/>
            <a:ext cx="201168" cy="201168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81144" y="2153412"/>
            <a:ext cx="201168" cy="201168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849624" y="1997964"/>
            <a:ext cx="201168" cy="201168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855464" y="2775204"/>
            <a:ext cx="201168" cy="201168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572768" y="2409444"/>
            <a:ext cx="3657600" cy="1787652"/>
          </a:xfrm>
          <a:prstGeom prst="line">
            <a:avLst/>
          </a:prstGeom>
          <a:noFill/>
          <a:ln w="25400">
            <a:solidFill>
              <a:srgbClr val="1D35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2944368" y="21488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straight boundary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27648" y="1737360"/>
            <a:ext cx="5303520" cy="3383280"/>
          </a:xfrm>
          <a:prstGeom prst="roundRect">
            <a:avLst>
              <a:gd name="adj" fmla="val 2162"/>
            </a:avLst>
          </a:prstGeom>
          <a:solidFill>
            <a:srgbClr val="F2F5F9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6601968" y="193852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601968" y="233172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neuron is enough when one simple rule separates the examples.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6601968" y="3108960"/>
            <a:ext cx="4754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weights decide the tilt of the line.</a:t>
            </a: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bias decides where the line sits.</a:t>
            </a: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numbers → the boundary moves. That is exactly the same “learning” as Week 2, just drawn in two dimensions.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66928" y="5715000"/>
            <a:ext cx="11055096" cy="475488"/>
          </a:xfrm>
          <a:prstGeom prst="roundRect">
            <a:avLst>
              <a:gd name="adj" fmla="val 19231"/>
            </a:avLst>
          </a:prstGeom>
          <a:solidFill>
            <a:srgbClr val="FDF1EC"/>
          </a:solidFill>
          <a:ln w="12700">
            <a:solidFill>
              <a:srgbClr val="F3C9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768096" y="5769864"/>
            <a:ext cx="10652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PREDICT:  </a:t>
            </a:r>
            <a:r>
              <a:rPr lang="en-US" sz="14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every dataset be split by one straight line?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66928" y="6327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From Regression to Neural Networks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0972800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62A599C1-5B44-D0DD-0656-C41E8CA89920}"/>
              </a:ext>
            </a:extLst>
          </p:cNvPr>
          <p:cNvGrpSpPr/>
          <p:nvPr/>
        </p:nvGrpSpPr>
        <p:grpSpPr>
          <a:xfrm>
            <a:off x="3220440" y="121640"/>
            <a:ext cx="8216640" cy="1460880"/>
            <a:chOff x="3220440" y="121640"/>
            <a:chExt cx="8216640" cy="1460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5D4553F-3389-0696-F247-209769B83A12}"/>
                    </a:ext>
                  </a:extLst>
                </p14:cNvPr>
                <p14:cNvContentPartPr/>
                <p14:nvPr/>
              </p14:nvContentPartPr>
              <p14:xfrm>
                <a:off x="6705600" y="200840"/>
                <a:ext cx="525600" cy="4687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5D4553F-3389-0696-F247-209769B83A12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699480" y="194720"/>
                  <a:ext cx="537840" cy="48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587C35E-2FDE-1855-0BB1-ED3171A73299}"/>
                    </a:ext>
                  </a:extLst>
                </p14:cNvPr>
                <p14:cNvContentPartPr/>
                <p14:nvPr/>
              </p14:nvContentPartPr>
              <p14:xfrm>
                <a:off x="7430280" y="320000"/>
                <a:ext cx="103680" cy="457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3587C35E-2FDE-1855-0BB1-ED3171A73299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424160" y="313880"/>
                  <a:ext cx="11592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06810A1-C267-61E6-D036-FFED2976D13F}"/>
                    </a:ext>
                  </a:extLst>
                </p14:cNvPr>
                <p14:cNvContentPartPr/>
                <p14:nvPr/>
              </p14:nvContentPartPr>
              <p14:xfrm>
                <a:off x="7457280" y="412520"/>
                <a:ext cx="172080" cy="144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06810A1-C267-61E6-D036-FFED2976D13F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451160" y="406400"/>
                  <a:ext cx="18432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E9A594D-D625-5FF6-2747-8A463157B62B}"/>
                    </a:ext>
                  </a:extLst>
                </p14:cNvPr>
                <p14:cNvContentPartPr/>
                <p14:nvPr/>
              </p14:nvContentPartPr>
              <p14:xfrm>
                <a:off x="7670760" y="192920"/>
                <a:ext cx="86760" cy="2534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E9A594D-D625-5FF6-2747-8A463157B62B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664640" y="186800"/>
                  <a:ext cx="9900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E0D9003-B7AF-4DE8-3EA3-85D49E5E700E}"/>
                    </a:ext>
                  </a:extLst>
                </p14:cNvPr>
                <p14:cNvContentPartPr/>
                <p14:nvPr/>
              </p14:nvContentPartPr>
              <p14:xfrm>
                <a:off x="7782360" y="235400"/>
                <a:ext cx="217800" cy="1609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E0D9003-B7AF-4DE8-3EA3-85D49E5E700E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776240" y="229280"/>
                  <a:ext cx="23004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F6ABEFC-B3D4-F3B3-D065-0AFFF9E84425}"/>
                    </a:ext>
                  </a:extLst>
                </p14:cNvPr>
                <p14:cNvContentPartPr/>
                <p14:nvPr/>
              </p14:nvContentPartPr>
              <p14:xfrm>
                <a:off x="8228040" y="213080"/>
                <a:ext cx="184320" cy="1814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F6ABEFC-B3D4-F3B3-D065-0AFFF9E84425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221920" y="206960"/>
                  <a:ext cx="19656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5D004D59-4B64-3FBB-088E-F8ABE6AA747C}"/>
                    </a:ext>
                  </a:extLst>
                </p14:cNvPr>
                <p14:cNvContentPartPr/>
                <p14:nvPr/>
              </p14:nvContentPartPr>
              <p14:xfrm>
                <a:off x="8138040" y="172400"/>
                <a:ext cx="264960" cy="1821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5D004D59-4B64-3FBB-088E-F8ABE6AA747C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131920" y="166280"/>
                  <a:ext cx="27720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FE145D1-C8B1-E323-2785-93B91AA2763E}"/>
                    </a:ext>
                  </a:extLst>
                </p14:cNvPr>
                <p14:cNvContentPartPr/>
                <p14:nvPr/>
              </p14:nvContentPartPr>
              <p14:xfrm>
                <a:off x="8595240" y="312800"/>
                <a:ext cx="65160" cy="122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FE145D1-C8B1-E323-2785-93B91AA2763E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8589120" y="306680"/>
                  <a:ext cx="7740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582DA03D-C343-7B5E-F973-8A0181AA7FC1}"/>
                    </a:ext>
                  </a:extLst>
                </p14:cNvPr>
                <p14:cNvContentPartPr/>
                <p14:nvPr/>
              </p14:nvContentPartPr>
              <p14:xfrm>
                <a:off x="8696760" y="152240"/>
                <a:ext cx="79920" cy="3056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582DA03D-C343-7B5E-F973-8A0181AA7FC1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690640" y="146120"/>
                  <a:ext cx="9216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F8D91970-744B-24D3-4CAB-6A2336669A9D}"/>
                    </a:ext>
                  </a:extLst>
                </p14:cNvPr>
                <p14:cNvContentPartPr/>
                <p14:nvPr/>
              </p14:nvContentPartPr>
              <p14:xfrm>
                <a:off x="8595240" y="292280"/>
                <a:ext cx="259200" cy="637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F8D91970-744B-24D3-4CAB-6A2336669A9D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589120" y="286160"/>
                  <a:ext cx="27144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0E9FD19D-330E-C43F-B641-ADBC2C9B8C4C}"/>
                    </a:ext>
                  </a:extLst>
                </p14:cNvPr>
                <p14:cNvContentPartPr/>
                <p14:nvPr/>
              </p14:nvContentPartPr>
              <p14:xfrm>
                <a:off x="8641680" y="121640"/>
                <a:ext cx="441720" cy="3027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0E9FD19D-330E-C43F-B641-ADBC2C9B8C4C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635560" y="115520"/>
                  <a:ext cx="453960" cy="31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1B6F75D-E45A-C467-CDDD-D29FC26045BA}"/>
                    </a:ext>
                  </a:extLst>
                </p14:cNvPr>
                <p14:cNvContentPartPr/>
                <p14:nvPr/>
              </p14:nvContentPartPr>
              <p14:xfrm>
                <a:off x="7806480" y="304520"/>
                <a:ext cx="6480" cy="1152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1B6F75D-E45A-C467-CDDD-D29FC26045BA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800360" y="298400"/>
                  <a:ext cx="1872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035999BB-BEFB-367D-551F-F3BA40AA4B71}"/>
                    </a:ext>
                  </a:extLst>
                </p14:cNvPr>
                <p14:cNvContentPartPr/>
                <p14:nvPr/>
              </p14:nvContentPartPr>
              <p14:xfrm>
                <a:off x="6796320" y="488120"/>
                <a:ext cx="2509920" cy="3542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035999BB-BEFB-367D-551F-F3BA40AA4B71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6790200" y="482000"/>
                  <a:ext cx="2522160" cy="36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53C3EC78-7238-9099-BF78-C9CB92F97B2F}"/>
                    </a:ext>
                  </a:extLst>
                </p14:cNvPr>
                <p14:cNvContentPartPr/>
                <p14:nvPr/>
              </p14:nvContentPartPr>
              <p14:xfrm>
                <a:off x="8595240" y="497840"/>
                <a:ext cx="303120" cy="4741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53C3EC78-7238-9099-BF78-C9CB92F97B2F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8589120" y="491720"/>
                  <a:ext cx="315360" cy="48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EDC193A0-A74B-9FD5-2280-7FEB74F3FB42}"/>
                    </a:ext>
                  </a:extLst>
                </p14:cNvPr>
                <p14:cNvContentPartPr/>
                <p14:nvPr/>
              </p14:nvContentPartPr>
              <p14:xfrm>
                <a:off x="8168640" y="1232240"/>
                <a:ext cx="95040" cy="784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EDC193A0-A74B-9FD5-2280-7FEB74F3FB42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8162520" y="1226120"/>
                  <a:ext cx="10728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C571347-1A8F-34FD-3AEE-63F1B38F9D6A}"/>
                    </a:ext>
                  </a:extLst>
                </p14:cNvPr>
                <p14:cNvContentPartPr/>
                <p14:nvPr/>
              </p14:nvContentPartPr>
              <p14:xfrm>
                <a:off x="8178720" y="1058360"/>
                <a:ext cx="574200" cy="3308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C571347-1A8F-34FD-3AEE-63F1B38F9D6A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8172600" y="1052240"/>
                  <a:ext cx="586440" cy="34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FB9C3BC0-42FD-1797-8F5D-9D15EBE2ADFB}"/>
                    </a:ext>
                  </a:extLst>
                </p14:cNvPr>
                <p14:cNvContentPartPr/>
                <p14:nvPr/>
              </p14:nvContentPartPr>
              <p14:xfrm>
                <a:off x="8859480" y="1229360"/>
                <a:ext cx="59400" cy="1134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FB9C3BC0-42FD-1797-8F5D-9D15EBE2ADFB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853360" y="1223240"/>
                  <a:ext cx="7164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12512D9E-4D03-23E5-4597-98E8657828A5}"/>
                    </a:ext>
                  </a:extLst>
                </p14:cNvPr>
                <p14:cNvContentPartPr/>
                <p14:nvPr/>
              </p14:nvContentPartPr>
              <p14:xfrm>
                <a:off x="8960280" y="903920"/>
                <a:ext cx="102600" cy="2466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12512D9E-4D03-23E5-4597-98E8657828A5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8954160" y="897800"/>
                  <a:ext cx="11484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769FC6F2-C38A-E915-56A5-DED0CF278161}"/>
                    </a:ext>
                  </a:extLst>
                </p14:cNvPr>
                <p14:cNvContentPartPr/>
                <p14:nvPr/>
              </p14:nvContentPartPr>
              <p14:xfrm>
                <a:off x="8889720" y="975200"/>
                <a:ext cx="211680" cy="2408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769FC6F2-C38A-E915-56A5-DED0CF278161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8883600" y="969080"/>
                  <a:ext cx="22392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CFD176AF-FEF4-133D-446D-4375AE370800}"/>
                    </a:ext>
                  </a:extLst>
                </p14:cNvPr>
                <p14:cNvContentPartPr/>
                <p14:nvPr/>
              </p14:nvContentPartPr>
              <p14:xfrm>
                <a:off x="9235320" y="1208840"/>
                <a:ext cx="25560" cy="648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CFD176AF-FEF4-133D-446D-4375AE370800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9229200" y="1202720"/>
                  <a:ext cx="3780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5D33B906-0A07-3312-8DD7-15CC2E68044D}"/>
                    </a:ext>
                  </a:extLst>
                </p14:cNvPr>
                <p14:cNvContentPartPr/>
                <p14:nvPr/>
              </p14:nvContentPartPr>
              <p14:xfrm>
                <a:off x="9377520" y="1054760"/>
                <a:ext cx="145080" cy="730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5D33B906-0A07-3312-8DD7-15CC2E68044D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9371400" y="1048640"/>
                  <a:ext cx="15732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D19BBA7D-8BBF-763E-9A98-C1C924A61676}"/>
                    </a:ext>
                  </a:extLst>
                </p14:cNvPr>
                <p14:cNvContentPartPr/>
                <p14:nvPr/>
              </p14:nvContentPartPr>
              <p14:xfrm>
                <a:off x="9458880" y="975200"/>
                <a:ext cx="56160" cy="2728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D19BBA7D-8BBF-763E-9A98-C1C924A61676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9452760" y="969080"/>
                  <a:ext cx="6840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D6053FD4-3715-6E98-1F11-A73DDFA36265}"/>
                    </a:ext>
                  </a:extLst>
                </p14:cNvPr>
                <p14:cNvContentPartPr/>
                <p14:nvPr/>
              </p14:nvContentPartPr>
              <p14:xfrm>
                <a:off x="9661920" y="870800"/>
                <a:ext cx="120960" cy="2062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D6053FD4-3715-6E98-1F11-A73DDFA36265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9655800" y="864680"/>
                  <a:ext cx="13320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3443A301-81F5-7C4D-F104-245F1FE268D7}"/>
                    </a:ext>
                  </a:extLst>
                </p14:cNvPr>
                <p14:cNvContentPartPr/>
                <p14:nvPr/>
              </p14:nvContentPartPr>
              <p14:xfrm>
                <a:off x="9983760" y="1040720"/>
                <a:ext cx="243000" cy="1702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3443A301-81F5-7C4D-F104-245F1FE268D7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9977640" y="1034600"/>
                  <a:ext cx="25524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177104B7-1DD6-8FD8-32E5-0C66F6398F00}"/>
                    </a:ext>
                  </a:extLst>
                </p14:cNvPr>
                <p14:cNvContentPartPr/>
                <p14:nvPr/>
              </p14:nvContentPartPr>
              <p14:xfrm>
                <a:off x="10052520" y="721040"/>
                <a:ext cx="273600" cy="2692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177104B7-1DD6-8FD8-32E5-0C66F6398F00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0046400" y="714920"/>
                  <a:ext cx="28584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E87AF3E9-B333-1002-7B8D-F311D4502B3D}"/>
                    </a:ext>
                  </a:extLst>
                </p14:cNvPr>
                <p14:cNvContentPartPr/>
                <p14:nvPr/>
              </p14:nvContentPartPr>
              <p14:xfrm>
                <a:off x="10402800" y="886280"/>
                <a:ext cx="116280" cy="2098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E87AF3E9-B333-1002-7B8D-F311D4502B3D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0396680" y="880160"/>
                  <a:ext cx="12852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E5525027-196C-A8F1-7358-3A80E5C66BBA}"/>
                    </a:ext>
                  </a:extLst>
                </p14:cNvPr>
                <p14:cNvContentPartPr/>
                <p14:nvPr/>
              </p14:nvContentPartPr>
              <p14:xfrm>
                <a:off x="10627080" y="853160"/>
                <a:ext cx="360" cy="3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E5525027-196C-A8F1-7358-3A80E5C66BBA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0620960" y="84704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A5BC2F56-2407-44A0-A76B-017ED6C1A17A}"/>
                    </a:ext>
                  </a:extLst>
                </p14:cNvPr>
                <p14:cNvContentPartPr/>
                <p14:nvPr/>
              </p14:nvContentPartPr>
              <p14:xfrm>
                <a:off x="10982760" y="761720"/>
                <a:ext cx="360" cy="3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A5BC2F56-2407-44A0-A76B-017ED6C1A17A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0976640" y="75560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2AF6891E-E28D-DA78-7DC4-6E057B986EA9}"/>
                    </a:ext>
                  </a:extLst>
                </p14:cNvPr>
                <p14:cNvContentPartPr/>
                <p14:nvPr/>
              </p14:nvContentPartPr>
              <p14:xfrm>
                <a:off x="11277600" y="577040"/>
                <a:ext cx="43920" cy="327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2AF6891E-E28D-DA78-7DC4-6E057B986EA9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1271480" y="570920"/>
                  <a:ext cx="5616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F673BF0-949A-D2C0-DD9A-14FDF22C52A0}"/>
                    </a:ext>
                  </a:extLst>
                </p14:cNvPr>
                <p14:cNvContentPartPr/>
                <p14:nvPr/>
              </p14:nvContentPartPr>
              <p14:xfrm>
                <a:off x="11226480" y="507920"/>
                <a:ext cx="50040" cy="2430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F673BF0-949A-D2C0-DD9A-14FDF22C52A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1220360" y="501800"/>
                  <a:ext cx="6228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72768E37-D165-E3B0-5CC9-65E5A92C65F0}"/>
                    </a:ext>
                  </a:extLst>
                </p14:cNvPr>
                <p14:cNvContentPartPr/>
                <p14:nvPr/>
              </p14:nvContentPartPr>
              <p14:xfrm>
                <a:off x="11013360" y="497840"/>
                <a:ext cx="423720" cy="2959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72768E37-D165-E3B0-5CC9-65E5A92C65F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1007240" y="491720"/>
                  <a:ext cx="43596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AF87DD58-EAC5-12FD-0C76-622B1AFA4396}"/>
                    </a:ext>
                  </a:extLst>
                </p14:cNvPr>
                <p14:cNvContentPartPr/>
                <p14:nvPr/>
              </p14:nvContentPartPr>
              <p14:xfrm>
                <a:off x="9601080" y="1029560"/>
                <a:ext cx="1825560" cy="5529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AF87DD58-EAC5-12FD-0C76-622B1AFA439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594960" y="1023440"/>
                  <a:ext cx="1837800" cy="56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C2AB19A5-9D24-A496-BFE6-0EF2BA79472E}"/>
                    </a:ext>
                  </a:extLst>
                </p14:cNvPr>
                <p14:cNvContentPartPr/>
                <p14:nvPr/>
              </p14:nvContentPartPr>
              <p14:xfrm>
                <a:off x="3220440" y="833000"/>
                <a:ext cx="4623120" cy="6451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C2AB19A5-9D24-A496-BFE6-0EF2BA79472E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214320" y="826880"/>
                  <a:ext cx="4635360" cy="657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339F00DB-75DD-9D11-08CF-4831116F423E}"/>
                  </a:ext>
                </a:extLst>
              </p14:cNvPr>
              <p14:cNvContentPartPr/>
              <p14:nvPr/>
            </p14:nvContentPartPr>
            <p14:xfrm>
              <a:off x="8971080" y="1089320"/>
              <a:ext cx="2364120" cy="577080"/>
            </p14:xfrm>
          </p:contentPart>
        </mc:Choice>
        <mc:Fallback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339F00DB-75DD-9D11-08CF-4831116F423E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8964960" y="1083200"/>
                <a:ext cx="2376360" cy="58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49F9AD17-2DAE-E563-6367-AAF56631F046}"/>
                  </a:ext>
                </a:extLst>
              </p14:cNvPr>
              <p14:cNvContentPartPr/>
              <p14:nvPr/>
            </p14:nvContentPartPr>
            <p14:xfrm>
              <a:off x="9078000" y="1165280"/>
              <a:ext cx="2016000" cy="42984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49F9AD17-2DAE-E563-6367-AAF56631F046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9071880" y="1159160"/>
                <a:ext cx="2028240" cy="442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one neuron is not enough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76072" y="989691"/>
            <a:ext cx="11055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 — the classic tiny failure case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3840480" cy="3200400"/>
          </a:xfrm>
          <a:prstGeom prst="roundRect">
            <a:avLst>
              <a:gd name="adj" fmla="val 2286"/>
            </a:avLst>
          </a:prstGeom>
          <a:solidFill>
            <a:srgbClr val="F2F5F9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41248" y="19385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 TRUTH TABLE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86968" y="23317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35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029968" y="23317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35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172968" y="23317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35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XOR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86968" y="272491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3140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2029968" y="272491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3140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3172968" y="272491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A9D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86968" y="318211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3140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2029968" y="318211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3140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3172968" y="318211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76F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86968" y="363931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3140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2029968" y="363931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3140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3172968" y="363931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76F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86968" y="409651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3140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2029968" y="409651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3140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3172968" y="409651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A9D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4773168" y="1737360"/>
            <a:ext cx="3657600" cy="3200400"/>
          </a:xfrm>
          <a:prstGeom prst="rect">
            <a:avLst/>
          </a:prstGeom>
          <a:solidFill>
            <a:srgbClr val="F2F5F9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 flipV="1">
            <a:off x="5321808" y="2103120"/>
            <a:ext cx="9144" cy="2286000"/>
          </a:xfrm>
          <a:prstGeom prst="line">
            <a:avLst/>
          </a:prstGeom>
          <a:noFill/>
          <a:ln w="12700">
            <a:solidFill>
              <a:srgbClr val="6B7A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321808" y="4389120"/>
            <a:ext cx="2743200" cy="9144"/>
          </a:xfrm>
          <a:prstGeom prst="line">
            <a:avLst/>
          </a:prstGeom>
          <a:noFill/>
          <a:ln w="12700">
            <a:solidFill>
              <a:srgbClr val="6B7A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4910328" y="20116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x2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882128" y="44805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x1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68112" y="3986784"/>
            <a:ext cx="256032" cy="256032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479792" y="2249424"/>
            <a:ext cx="256032" cy="256032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468112" y="2249424"/>
            <a:ext cx="256032" cy="256032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479792" y="3986784"/>
            <a:ext cx="256032" cy="256032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4773168" y="5029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straight line separates orange from teal.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705088" y="1737360"/>
            <a:ext cx="2926080" cy="3200400"/>
          </a:xfrm>
          <a:prstGeom prst="roundRect">
            <a:avLst>
              <a:gd name="adj" fmla="val 2500"/>
            </a:avLst>
          </a:prstGeom>
          <a:solidFill>
            <a:srgbClr val="FDF1EC"/>
          </a:solidFill>
          <a:ln w="12700">
            <a:solidFill>
              <a:srgbClr val="F3C9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8979408" y="19385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LESSON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979408" y="2377440"/>
            <a:ext cx="2377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is not that ML cannot handle many inputs.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is that ONE simple boundary is too limited a shape.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566928" y="5715000"/>
            <a:ext cx="11055096" cy="475488"/>
          </a:xfrm>
          <a:prstGeom prst="roundRect">
            <a:avLst>
              <a:gd name="adj" fmla="val 19231"/>
            </a:avLst>
          </a:prstGeom>
          <a:solidFill>
            <a:srgbClr val="FDF1EC"/>
          </a:solidFill>
          <a:ln w="12700">
            <a:solidFill>
              <a:srgbClr val="F3C9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 txBox="1"/>
          <p:nvPr/>
        </p:nvSpPr>
        <p:spPr>
          <a:xfrm>
            <a:off x="768096" y="5769864"/>
            <a:ext cx="10652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 </a:t>
            </a:r>
            <a:r>
              <a:rPr lang="en-US" sz="14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could two straight lines together solve this?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566928" y="6327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From Regression to Neural Networks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10972800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46C2806-B3F4-1B6D-4BA7-2A28B4FA3878}"/>
              </a:ext>
            </a:extLst>
          </p:cNvPr>
          <p:cNvSpPr txBox="1"/>
          <p:nvPr/>
        </p:nvSpPr>
        <p:spPr>
          <a:xfrm>
            <a:off x="6560580" y="180153"/>
            <a:ext cx="264309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XOR rule: </a:t>
            </a:r>
          </a:p>
          <a:p>
            <a:r>
              <a:rPr lang="en-US" dirty="0"/>
              <a:t>If the numbers are d/t 1</a:t>
            </a:r>
          </a:p>
          <a:p>
            <a:r>
              <a:rPr lang="en-US" dirty="0"/>
              <a:t>If the numbers are same 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0BE9B27-1712-77B9-10FD-C1EC80AA9570}"/>
              </a:ext>
            </a:extLst>
          </p:cNvPr>
          <p:cNvSpPr txBox="1"/>
          <p:nvPr/>
        </p:nvSpPr>
        <p:spPr>
          <a:xfrm>
            <a:off x="9499600" y="180153"/>
            <a:ext cx="260026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</a:t>
            </a:r>
          </a:p>
          <a:p>
            <a:r>
              <a:rPr lang="en-US" dirty="0"/>
              <a:t>If there is a </a:t>
            </a:r>
            <a:r>
              <a:rPr lang="en-US" dirty="0" err="1"/>
              <a:t>singel</a:t>
            </a:r>
            <a:r>
              <a:rPr lang="en-US" dirty="0"/>
              <a:t> 1, it is 1</a:t>
            </a:r>
          </a:p>
          <a:p>
            <a:r>
              <a:rPr lang="en-US" dirty="0" err="1"/>
              <a:t>Otehrwise</a:t>
            </a:r>
            <a:r>
              <a:rPr lang="en-US" dirty="0"/>
              <a:t> 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C82F915-B3ED-7130-496F-80D701E0DC8B}"/>
              </a:ext>
            </a:extLst>
          </p:cNvPr>
          <p:cNvSpPr txBox="1"/>
          <p:nvPr/>
        </p:nvSpPr>
        <p:spPr>
          <a:xfrm>
            <a:off x="8796528" y="5155799"/>
            <a:ext cx="199304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AND</a:t>
            </a:r>
          </a:p>
          <a:p>
            <a:r>
              <a:rPr lang="en-US" dirty="0"/>
              <a:t>If both are 1 then 1</a:t>
            </a:r>
          </a:p>
          <a:p>
            <a:r>
              <a:rPr lang="en-US" dirty="0" err="1"/>
              <a:t>Otehrwise</a:t>
            </a:r>
            <a:r>
              <a:rPr lang="en-US" dirty="0"/>
              <a:t> 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BC6C8A5-5A7C-F87B-72C3-6320B6D3EE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978883"/>
              </p:ext>
            </p:extLst>
          </p:nvPr>
        </p:nvGraphicFramePr>
        <p:xfrm>
          <a:off x="741681" y="455506"/>
          <a:ext cx="4165599" cy="22267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8533">
                  <a:extLst>
                    <a:ext uri="{9D8B030D-6E8A-4147-A177-3AD203B41FA5}">
                      <a16:colId xmlns:a16="http://schemas.microsoft.com/office/drawing/2014/main" val="248665696"/>
                    </a:ext>
                  </a:extLst>
                </a:gridCol>
                <a:gridCol w="1388533">
                  <a:extLst>
                    <a:ext uri="{9D8B030D-6E8A-4147-A177-3AD203B41FA5}">
                      <a16:colId xmlns:a16="http://schemas.microsoft.com/office/drawing/2014/main" val="487027882"/>
                    </a:ext>
                  </a:extLst>
                </a:gridCol>
                <a:gridCol w="1388533">
                  <a:extLst>
                    <a:ext uri="{9D8B030D-6E8A-4147-A177-3AD203B41FA5}">
                      <a16:colId xmlns:a16="http://schemas.microsoft.com/office/drawing/2014/main" val="311188391"/>
                    </a:ext>
                  </a:extLst>
                </a:gridCol>
              </a:tblGrid>
              <a:tr h="445347">
                <a:tc>
                  <a:txBody>
                    <a:bodyPr/>
                    <a:lstStyle/>
                    <a:p>
                      <a:r>
                        <a:rPr lang="en-US" dirty="0"/>
                        <a:t>x1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823685"/>
                  </a:ext>
                </a:extLst>
              </a:tr>
              <a:tr h="445347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0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6738423"/>
                  </a:ext>
                </a:extLst>
              </a:tr>
              <a:tr h="445347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1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0293548"/>
                  </a:ext>
                </a:extLst>
              </a:tr>
              <a:tr h="445347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1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8109375"/>
                  </a:ext>
                </a:extLst>
              </a:tr>
              <a:tr h="445347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0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0646553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F683622-3A87-2A5D-B108-30B3B771D0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5002288"/>
              </p:ext>
            </p:extLst>
          </p:nvPr>
        </p:nvGraphicFramePr>
        <p:xfrm>
          <a:off x="741681" y="3686386"/>
          <a:ext cx="4165599" cy="22267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8533">
                  <a:extLst>
                    <a:ext uri="{9D8B030D-6E8A-4147-A177-3AD203B41FA5}">
                      <a16:colId xmlns:a16="http://schemas.microsoft.com/office/drawing/2014/main" val="248665696"/>
                    </a:ext>
                  </a:extLst>
                </a:gridCol>
                <a:gridCol w="1388533">
                  <a:extLst>
                    <a:ext uri="{9D8B030D-6E8A-4147-A177-3AD203B41FA5}">
                      <a16:colId xmlns:a16="http://schemas.microsoft.com/office/drawing/2014/main" val="487027882"/>
                    </a:ext>
                  </a:extLst>
                </a:gridCol>
                <a:gridCol w="1388533">
                  <a:extLst>
                    <a:ext uri="{9D8B030D-6E8A-4147-A177-3AD203B41FA5}">
                      <a16:colId xmlns:a16="http://schemas.microsoft.com/office/drawing/2014/main" val="311188391"/>
                    </a:ext>
                  </a:extLst>
                </a:gridCol>
              </a:tblGrid>
              <a:tr h="445347">
                <a:tc>
                  <a:txBody>
                    <a:bodyPr/>
                    <a:lstStyle/>
                    <a:p>
                      <a:r>
                        <a:rPr lang="en-US" dirty="0"/>
                        <a:t>x1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823685"/>
                  </a:ext>
                </a:extLst>
              </a:tr>
              <a:tr h="445347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6738423"/>
                  </a:ext>
                </a:extLst>
              </a:tr>
              <a:tr h="445347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0293548"/>
                  </a:ext>
                </a:extLst>
              </a:tr>
              <a:tr h="445347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8109375"/>
                  </a:ext>
                </a:extLst>
              </a:tr>
              <a:tr h="445347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0646553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C524417-3BD8-1EE7-5046-4C194E2E96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2728960"/>
              </p:ext>
            </p:extLst>
          </p:nvPr>
        </p:nvGraphicFramePr>
        <p:xfrm>
          <a:off x="6228081" y="455506"/>
          <a:ext cx="4165599" cy="22267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8533">
                  <a:extLst>
                    <a:ext uri="{9D8B030D-6E8A-4147-A177-3AD203B41FA5}">
                      <a16:colId xmlns:a16="http://schemas.microsoft.com/office/drawing/2014/main" val="248665696"/>
                    </a:ext>
                  </a:extLst>
                </a:gridCol>
                <a:gridCol w="1388533">
                  <a:extLst>
                    <a:ext uri="{9D8B030D-6E8A-4147-A177-3AD203B41FA5}">
                      <a16:colId xmlns:a16="http://schemas.microsoft.com/office/drawing/2014/main" val="487027882"/>
                    </a:ext>
                  </a:extLst>
                </a:gridCol>
                <a:gridCol w="1388533">
                  <a:extLst>
                    <a:ext uri="{9D8B030D-6E8A-4147-A177-3AD203B41FA5}">
                      <a16:colId xmlns:a16="http://schemas.microsoft.com/office/drawing/2014/main" val="311188391"/>
                    </a:ext>
                  </a:extLst>
                </a:gridCol>
              </a:tblGrid>
              <a:tr h="445347">
                <a:tc>
                  <a:txBody>
                    <a:bodyPr/>
                    <a:lstStyle/>
                    <a:p>
                      <a:r>
                        <a:rPr lang="en-US" dirty="0"/>
                        <a:t>x1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823685"/>
                  </a:ext>
                </a:extLst>
              </a:tr>
              <a:tr h="445347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6738423"/>
                  </a:ext>
                </a:extLst>
              </a:tr>
              <a:tr h="445347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0293548"/>
                  </a:ext>
                </a:extLst>
              </a:tr>
              <a:tr h="445347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8109375"/>
                  </a:ext>
                </a:extLst>
              </a:tr>
              <a:tr h="445347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0646553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0DE9215-1443-145B-C33D-050B3851EC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3044452"/>
              </p:ext>
            </p:extLst>
          </p:nvPr>
        </p:nvGraphicFramePr>
        <p:xfrm>
          <a:off x="6228081" y="3686386"/>
          <a:ext cx="4165599" cy="22267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8533">
                  <a:extLst>
                    <a:ext uri="{9D8B030D-6E8A-4147-A177-3AD203B41FA5}">
                      <a16:colId xmlns:a16="http://schemas.microsoft.com/office/drawing/2014/main" val="248665696"/>
                    </a:ext>
                  </a:extLst>
                </a:gridCol>
                <a:gridCol w="1388533">
                  <a:extLst>
                    <a:ext uri="{9D8B030D-6E8A-4147-A177-3AD203B41FA5}">
                      <a16:colId xmlns:a16="http://schemas.microsoft.com/office/drawing/2014/main" val="487027882"/>
                    </a:ext>
                  </a:extLst>
                </a:gridCol>
                <a:gridCol w="1388533">
                  <a:extLst>
                    <a:ext uri="{9D8B030D-6E8A-4147-A177-3AD203B41FA5}">
                      <a16:colId xmlns:a16="http://schemas.microsoft.com/office/drawing/2014/main" val="311188391"/>
                    </a:ext>
                  </a:extLst>
                </a:gridCol>
              </a:tblGrid>
              <a:tr h="445347">
                <a:tc>
                  <a:txBody>
                    <a:bodyPr/>
                    <a:lstStyle/>
                    <a:p>
                      <a:r>
                        <a:rPr lang="en-US" dirty="0"/>
                        <a:t>x1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823685"/>
                  </a:ext>
                </a:extLst>
              </a:tr>
              <a:tr h="445347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6738423"/>
                  </a:ext>
                </a:extLst>
              </a:tr>
              <a:tr h="445347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0293548"/>
                  </a:ext>
                </a:extLst>
              </a:tr>
              <a:tr h="445347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8109375"/>
                  </a:ext>
                </a:extLst>
              </a:tr>
              <a:tr h="445347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064655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183551E-0817-D33B-BB3C-D91FFEC0D7EB}"/>
              </a:ext>
            </a:extLst>
          </p:cNvPr>
          <p:cNvSpPr txBox="1"/>
          <p:nvPr/>
        </p:nvSpPr>
        <p:spPr>
          <a:xfrm>
            <a:off x="6563360" y="3119120"/>
            <a:ext cx="3290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 stands for not! NAND, </a:t>
            </a:r>
            <a:r>
              <a:rPr lang="en-US" b="1" dirty="0"/>
              <a:t>not</a:t>
            </a:r>
            <a:r>
              <a:rPr lang="en-US" dirty="0"/>
              <a:t> AND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C3BDE454-AE59-F012-63A6-A445E10526CF}"/>
                  </a:ext>
                </a:extLst>
              </p14:cNvPr>
              <p14:cNvContentPartPr/>
              <p14:nvPr/>
            </p14:nvContentPartPr>
            <p14:xfrm>
              <a:off x="3636960" y="3708320"/>
              <a:ext cx="360" cy="3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C3BDE454-AE59-F012-63A6-A445E10526C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630840" y="370220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7FD2C90C-988E-A050-78F5-265E6A8D9514}"/>
                  </a:ext>
                </a:extLst>
              </p14:cNvPr>
              <p14:cNvContentPartPr/>
              <p14:nvPr/>
            </p14:nvContentPartPr>
            <p14:xfrm>
              <a:off x="2092920" y="3718400"/>
              <a:ext cx="2160" cy="3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7FD2C90C-988E-A050-78F5-265E6A8D951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086800" y="3712280"/>
                <a:ext cx="144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92025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tiny network combines simple neurons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69264"/>
            <a:ext cx="11055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 let simple rules work together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41248" y="2377440"/>
            <a:ext cx="685800" cy="68580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41248" y="2560320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41248" y="3566160"/>
            <a:ext cx="685800" cy="68580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841248" y="3749040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x2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75888" y="2011680"/>
            <a:ext cx="1737360" cy="822960"/>
          </a:xfrm>
          <a:prstGeom prst="roundRect">
            <a:avLst>
              <a:gd name="adj" fmla="val 11111"/>
            </a:avLst>
          </a:prstGeom>
          <a:solidFill>
            <a:srgbClr val="12203A"/>
          </a:solidFill>
          <a:ln w="12700">
            <a:solidFill>
              <a:srgbClr val="1220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3675888" y="212140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</a:t>
            </a:r>
            <a:endParaRPr lang="en-US" sz="14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75888" y="3566160"/>
            <a:ext cx="1737360" cy="822960"/>
          </a:xfrm>
          <a:prstGeom prst="roundRect">
            <a:avLst>
              <a:gd name="adj" fmla="val 11111"/>
            </a:avLst>
          </a:prstGeom>
          <a:solidFill>
            <a:srgbClr val="12203A"/>
          </a:solidFill>
          <a:ln w="12700">
            <a:solidFill>
              <a:srgbClr val="1220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3675888" y="367588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NAND</a:t>
            </a:r>
            <a:endParaRPr lang="en-US" sz="14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33488" y="2788920"/>
            <a:ext cx="1737360" cy="822960"/>
          </a:xfrm>
          <a:prstGeom prst="roundRect">
            <a:avLst>
              <a:gd name="adj" fmla="val 11111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7333488" y="289864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985248" y="2852928"/>
            <a:ext cx="731520" cy="731520"/>
          </a:xfrm>
          <a:prstGeom prst="ellipse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9985248" y="3054096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 flipV="1">
            <a:off x="1527048" y="2423160"/>
            <a:ext cx="2148840" cy="292608"/>
          </a:xfrm>
          <a:prstGeom prst="line">
            <a:avLst/>
          </a:prstGeom>
          <a:noFill/>
          <a:ln w="1905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527048" y="2715768"/>
            <a:ext cx="2148840" cy="1261872"/>
          </a:xfrm>
          <a:prstGeom prst="line">
            <a:avLst/>
          </a:prstGeom>
          <a:noFill/>
          <a:ln w="1905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 flipV="1">
            <a:off x="1527048" y="2423160"/>
            <a:ext cx="2148840" cy="1481328"/>
          </a:xfrm>
          <a:prstGeom prst="line">
            <a:avLst/>
          </a:prstGeom>
          <a:noFill/>
          <a:ln w="1905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527048" y="3904488"/>
            <a:ext cx="2148840" cy="73152"/>
          </a:xfrm>
          <a:prstGeom prst="line">
            <a:avLst/>
          </a:prstGeom>
          <a:noFill/>
          <a:ln w="1905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413248" y="2423160"/>
            <a:ext cx="1920240" cy="777240"/>
          </a:xfrm>
          <a:prstGeom prst="line">
            <a:avLst/>
          </a:prstGeom>
          <a:noFill/>
          <a:ln w="1905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 flipV="1">
            <a:off x="5413248" y="3200400"/>
            <a:ext cx="1920240" cy="777240"/>
          </a:xfrm>
          <a:prstGeom prst="line">
            <a:avLst/>
          </a:prstGeom>
          <a:noFill/>
          <a:ln w="1905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070848" y="3200400"/>
            <a:ext cx="914400" cy="18288"/>
          </a:xfrm>
          <a:prstGeom prst="line">
            <a:avLst/>
          </a:prstGeom>
          <a:noFill/>
          <a:ln w="1905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658368" y="4572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1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3675888" y="45720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1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layer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333488" y="45720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1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layer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66928" y="5151120"/>
            <a:ext cx="11055096" cy="868680"/>
          </a:xfrm>
          <a:prstGeom prst="roundRect">
            <a:avLst>
              <a:gd name="adj" fmla="val 10526"/>
            </a:avLst>
          </a:prstGeom>
          <a:solidFill>
            <a:srgbClr val="EAF6F4"/>
          </a:solidFill>
          <a:ln w="12700">
            <a:solidFill>
              <a:srgbClr val="BFE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841248" y="5352288"/>
            <a:ext cx="10506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memorise XOR.  </a:t>
            </a:r>
            <a:r>
              <a:rPr lang="en-US" sz="16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the lesson: stacking simple decisions into layers produces behaviour that no single neuron could produce.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566928" y="6327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From Regression to Neural Networks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0972800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F0309E64-C104-2286-88D2-995849ECE1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1749785"/>
              </p:ext>
            </p:extLst>
          </p:nvPr>
        </p:nvGraphicFramePr>
        <p:xfrm>
          <a:off x="5638800" y="589788"/>
          <a:ext cx="2001519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7173">
                  <a:extLst>
                    <a:ext uri="{9D8B030D-6E8A-4147-A177-3AD203B41FA5}">
                      <a16:colId xmlns:a16="http://schemas.microsoft.com/office/drawing/2014/main" val="248665696"/>
                    </a:ext>
                  </a:extLst>
                </a:gridCol>
                <a:gridCol w="667173">
                  <a:extLst>
                    <a:ext uri="{9D8B030D-6E8A-4147-A177-3AD203B41FA5}">
                      <a16:colId xmlns:a16="http://schemas.microsoft.com/office/drawing/2014/main" val="487027882"/>
                    </a:ext>
                  </a:extLst>
                </a:gridCol>
                <a:gridCol w="667173">
                  <a:extLst>
                    <a:ext uri="{9D8B030D-6E8A-4147-A177-3AD203B41FA5}">
                      <a16:colId xmlns:a16="http://schemas.microsoft.com/office/drawing/2014/main" val="311188391"/>
                    </a:ext>
                  </a:extLst>
                </a:gridCol>
              </a:tblGrid>
              <a:tr h="289560">
                <a:tc>
                  <a:txBody>
                    <a:bodyPr/>
                    <a:lstStyle/>
                    <a:p>
                      <a:r>
                        <a:rPr lang="en-US" dirty="0"/>
                        <a:t>x1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823685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6738423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0293548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8109375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0646553"/>
                  </a:ext>
                </a:extLst>
              </a:tr>
            </a:tbl>
          </a:graphicData>
        </a:graphic>
      </p:graphicFrame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833A40FC-BBD2-81EF-95F4-21FEBF7706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515097"/>
              </p:ext>
            </p:extLst>
          </p:nvPr>
        </p:nvGraphicFramePr>
        <p:xfrm>
          <a:off x="9626311" y="676656"/>
          <a:ext cx="173736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9120">
                  <a:extLst>
                    <a:ext uri="{9D8B030D-6E8A-4147-A177-3AD203B41FA5}">
                      <a16:colId xmlns:a16="http://schemas.microsoft.com/office/drawing/2014/main" val="248665696"/>
                    </a:ext>
                  </a:extLst>
                </a:gridCol>
                <a:gridCol w="579120">
                  <a:extLst>
                    <a:ext uri="{9D8B030D-6E8A-4147-A177-3AD203B41FA5}">
                      <a16:colId xmlns:a16="http://schemas.microsoft.com/office/drawing/2014/main" val="487027882"/>
                    </a:ext>
                  </a:extLst>
                </a:gridCol>
                <a:gridCol w="579120">
                  <a:extLst>
                    <a:ext uri="{9D8B030D-6E8A-4147-A177-3AD203B41FA5}">
                      <a16:colId xmlns:a16="http://schemas.microsoft.com/office/drawing/2014/main" val="311188391"/>
                    </a:ext>
                  </a:extLst>
                </a:gridCol>
              </a:tblGrid>
              <a:tr h="296266">
                <a:tc>
                  <a:txBody>
                    <a:bodyPr/>
                    <a:lstStyle/>
                    <a:p>
                      <a:r>
                        <a:rPr lang="en-US" dirty="0"/>
                        <a:t>x1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823685"/>
                  </a:ext>
                </a:extLst>
              </a:tr>
              <a:tr h="296266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6738423"/>
                  </a:ext>
                </a:extLst>
              </a:tr>
              <a:tr h="296266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0293548"/>
                  </a:ext>
                </a:extLst>
              </a:tr>
              <a:tr h="296266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8109375"/>
                  </a:ext>
                </a:extLst>
              </a:tr>
              <a:tr h="296266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0646553"/>
                  </a:ext>
                </a:extLst>
              </a:tr>
            </a:tbl>
          </a:graphicData>
        </a:graphic>
      </p:graphicFrame>
      <p:grpSp>
        <p:nvGrpSpPr>
          <p:cNvPr id="39" name="Group 38">
            <a:extLst>
              <a:ext uri="{FF2B5EF4-FFF2-40B4-BE49-F238E27FC236}">
                <a16:creationId xmlns:a16="http://schemas.microsoft.com/office/drawing/2014/main" id="{DAC8819D-2C01-8FD3-3054-47D13E437525}"/>
              </a:ext>
            </a:extLst>
          </p:cNvPr>
          <p:cNvGrpSpPr/>
          <p:nvPr/>
        </p:nvGrpSpPr>
        <p:grpSpPr>
          <a:xfrm>
            <a:off x="8777760" y="2011280"/>
            <a:ext cx="718920" cy="772560"/>
            <a:chOff x="8777760" y="2011280"/>
            <a:chExt cx="718920" cy="772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3D64DEF-C09D-6FDC-DBBD-AC44F4B44FE2}"/>
                    </a:ext>
                  </a:extLst>
                </p14:cNvPr>
                <p14:cNvContentPartPr/>
                <p14:nvPr/>
              </p14:nvContentPartPr>
              <p14:xfrm>
                <a:off x="8777760" y="2153120"/>
                <a:ext cx="498960" cy="6307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3D64DEF-C09D-6FDC-DBBD-AC44F4B44FE2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771640" y="2147000"/>
                  <a:ext cx="511200" cy="64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C5B52A3-4751-1BF5-2D04-BDBC8CD44F07}"/>
                    </a:ext>
                  </a:extLst>
                </p14:cNvPr>
                <p14:cNvContentPartPr/>
                <p14:nvPr/>
              </p14:nvContentPartPr>
              <p14:xfrm>
                <a:off x="9113280" y="2011280"/>
                <a:ext cx="383400" cy="3326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C5B52A3-4751-1BF5-2D04-BDBC8CD44F07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107160" y="2005160"/>
                  <a:ext cx="395640" cy="344880"/>
                </a:xfrm>
                <a:prstGeom prst="rect">
                  <a:avLst/>
                </a:prstGeom>
              </p:spPr>
            </p:pic>
          </mc:Fallback>
        </mc:AlternateContent>
      </p:grpSp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4CB10AED-8597-4BEC-C3F6-619B687100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985071"/>
              </p:ext>
            </p:extLst>
          </p:nvPr>
        </p:nvGraphicFramePr>
        <p:xfrm>
          <a:off x="5824728" y="3532632"/>
          <a:ext cx="2334525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8175">
                  <a:extLst>
                    <a:ext uri="{9D8B030D-6E8A-4147-A177-3AD203B41FA5}">
                      <a16:colId xmlns:a16="http://schemas.microsoft.com/office/drawing/2014/main" val="248665696"/>
                    </a:ext>
                  </a:extLst>
                </a:gridCol>
                <a:gridCol w="778175">
                  <a:extLst>
                    <a:ext uri="{9D8B030D-6E8A-4147-A177-3AD203B41FA5}">
                      <a16:colId xmlns:a16="http://schemas.microsoft.com/office/drawing/2014/main" val="487027882"/>
                    </a:ext>
                  </a:extLst>
                </a:gridCol>
                <a:gridCol w="778175">
                  <a:extLst>
                    <a:ext uri="{9D8B030D-6E8A-4147-A177-3AD203B41FA5}">
                      <a16:colId xmlns:a16="http://schemas.microsoft.com/office/drawing/2014/main" val="311188391"/>
                    </a:ext>
                  </a:extLst>
                </a:gridCol>
              </a:tblGrid>
              <a:tr h="245059">
                <a:tc>
                  <a:txBody>
                    <a:bodyPr/>
                    <a:lstStyle/>
                    <a:p>
                      <a:r>
                        <a:rPr lang="en-US" dirty="0"/>
                        <a:t>x1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823685"/>
                  </a:ext>
                </a:extLst>
              </a:tr>
              <a:tr h="245059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6738423"/>
                  </a:ext>
                </a:extLst>
              </a:tr>
              <a:tr h="245059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0293548"/>
                  </a:ext>
                </a:extLst>
              </a:tr>
              <a:tr h="245059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8109375"/>
                  </a:ext>
                </a:extLst>
              </a:tr>
              <a:tr h="245059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0646553"/>
                  </a:ext>
                </a:extLst>
              </a:tr>
            </a:tbl>
          </a:graphicData>
        </a:graphic>
      </p:graphicFrame>
      <p:graphicFrame>
        <p:nvGraphicFramePr>
          <p:cNvPr id="46" name="Table 45">
            <a:extLst>
              <a:ext uri="{FF2B5EF4-FFF2-40B4-BE49-F238E27FC236}">
                <a16:creationId xmlns:a16="http://schemas.microsoft.com/office/drawing/2014/main" id="{E02CD009-7EE9-3907-EC1E-88DFA6F1A3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035552"/>
              </p:ext>
            </p:extLst>
          </p:nvPr>
        </p:nvGraphicFramePr>
        <p:xfrm>
          <a:off x="9482328" y="3584448"/>
          <a:ext cx="1639029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6343">
                  <a:extLst>
                    <a:ext uri="{9D8B030D-6E8A-4147-A177-3AD203B41FA5}">
                      <a16:colId xmlns:a16="http://schemas.microsoft.com/office/drawing/2014/main" val="248665696"/>
                    </a:ext>
                  </a:extLst>
                </a:gridCol>
                <a:gridCol w="546343">
                  <a:extLst>
                    <a:ext uri="{9D8B030D-6E8A-4147-A177-3AD203B41FA5}">
                      <a16:colId xmlns:a16="http://schemas.microsoft.com/office/drawing/2014/main" val="487027882"/>
                    </a:ext>
                  </a:extLst>
                </a:gridCol>
                <a:gridCol w="546343">
                  <a:extLst>
                    <a:ext uri="{9D8B030D-6E8A-4147-A177-3AD203B41FA5}">
                      <a16:colId xmlns:a16="http://schemas.microsoft.com/office/drawing/2014/main" val="311188391"/>
                    </a:ext>
                  </a:extLst>
                </a:gridCol>
              </a:tblGrid>
              <a:tr h="412805">
                <a:tc>
                  <a:txBody>
                    <a:bodyPr/>
                    <a:lstStyle/>
                    <a:p>
                      <a:r>
                        <a:rPr lang="en-US" dirty="0"/>
                        <a:t>x1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823685"/>
                  </a:ext>
                </a:extLst>
              </a:tr>
              <a:tr h="235889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0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6738423"/>
                  </a:ext>
                </a:extLst>
              </a:tr>
              <a:tr h="235889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1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0293548"/>
                  </a:ext>
                </a:extLst>
              </a:tr>
              <a:tr h="235889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1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8109375"/>
                  </a:ext>
                </a:extLst>
              </a:tr>
              <a:tr h="235889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0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0646553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DC8E177C-413D-A992-7071-DBA0D3A074AA}"/>
                  </a:ext>
                </a:extLst>
              </p14:cNvPr>
              <p14:cNvContentPartPr/>
              <p14:nvPr/>
            </p14:nvContentPartPr>
            <p14:xfrm>
              <a:off x="10756680" y="3098480"/>
              <a:ext cx="507240" cy="46296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DC8E177C-413D-A992-7071-DBA0D3A074A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750560" y="3092360"/>
                <a:ext cx="519480" cy="47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21BA7442-5F41-35A7-A998-2F3AF5884F83}"/>
                  </a:ext>
                </a:extLst>
              </p14:cNvPr>
              <p14:cNvContentPartPr/>
              <p14:nvPr/>
            </p14:nvContentPartPr>
            <p14:xfrm>
              <a:off x="355560" y="2691680"/>
              <a:ext cx="205560" cy="17532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21BA7442-5F41-35A7-A998-2F3AF5884F83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49440" y="2685560"/>
                <a:ext cx="217800" cy="187560"/>
              </a:xfrm>
              <a:prstGeom prst="rect">
                <a:avLst/>
              </a:prstGeom>
            </p:spPr>
          </p:pic>
        </mc:Fallback>
      </mc:AlternateContent>
      <p:grpSp>
        <p:nvGrpSpPr>
          <p:cNvPr id="53" name="Group 52">
            <a:extLst>
              <a:ext uri="{FF2B5EF4-FFF2-40B4-BE49-F238E27FC236}">
                <a16:creationId xmlns:a16="http://schemas.microsoft.com/office/drawing/2014/main" id="{F834EE9C-6062-37AC-3A11-5A3AD052FC17}"/>
              </a:ext>
            </a:extLst>
          </p:cNvPr>
          <p:cNvGrpSpPr/>
          <p:nvPr/>
        </p:nvGrpSpPr>
        <p:grpSpPr>
          <a:xfrm>
            <a:off x="449520" y="3901280"/>
            <a:ext cx="150480" cy="261360"/>
            <a:chOff x="449520" y="3901280"/>
            <a:chExt cx="150480" cy="261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BF85E7E6-04F5-558B-31C3-C783B838E00F}"/>
                    </a:ext>
                  </a:extLst>
                </p14:cNvPr>
                <p14:cNvContentPartPr/>
                <p14:nvPr/>
              </p14:nvContentPartPr>
              <p14:xfrm>
                <a:off x="474360" y="3915320"/>
                <a:ext cx="105480" cy="2473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BF85E7E6-04F5-558B-31C3-C783B838E00F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68240" y="3909200"/>
                  <a:ext cx="11772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49D75F90-84F4-A0BB-EA4B-2A8241C0E680}"/>
                    </a:ext>
                  </a:extLst>
                </p14:cNvPr>
                <p14:cNvContentPartPr/>
                <p14:nvPr/>
              </p14:nvContentPartPr>
              <p14:xfrm>
                <a:off x="449520" y="3912800"/>
                <a:ext cx="150480" cy="1868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49D75F90-84F4-A0BB-EA4B-2A8241C0E680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43400" y="3906680"/>
                  <a:ext cx="16272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B3B68286-2678-AFD4-F7C1-9EE9CA2F4B78}"/>
                    </a:ext>
                  </a:extLst>
                </p14:cNvPr>
                <p14:cNvContentPartPr/>
                <p14:nvPr/>
              </p14:nvContentPartPr>
              <p14:xfrm>
                <a:off x="497760" y="3901280"/>
                <a:ext cx="29520" cy="2577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B3B68286-2678-AFD4-F7C1-9EE9CA2F4B78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91640" y="3895160"/>
                  <a:ext cx="41760" cy="27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381FBF34-347B-216E-90A7-94E3C013DC37}"/>
              </a:ext>
            </a:extLst>
          </p:cNvPr>
          <p:cNvGrpSpPr/>
          <p:nvPr/>
        </p:nvGrpSpPr>
        <p:grpSpPr>
          <a:xfrm>
            <a:off x="2376960" y="2306120"/>
            <a:ext cx="303480" cy="224640"/>
            <a:chOff x="2376960" y="2306120"/>
            <a:chExt cx="303480" cy="224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EE581392-BAFE-8298-1E5F-3A090F66C022}"/>
                    </a:ext>
                  </a:extLst>
                </p14:cNvPr>
                <p14:cNvContentPartPr/>
                <p14:nvPr/>
              </p14:nvContentPartPr>
              <p14:xfrm>
                <a:off x="2376960" y="2306120"/>
                <a:ext cx="234000" cy="2246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EE581392-BAFE-8298-1E5F-3A090F66C022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370840" y="2300000"/>
                  <a:ext cx="24624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94B03D78-5F6F-3020-2105-72B955A70785}"/>
                    </a:ext>
                  </a:extLst>
                </p14:cNvPr>
                <p14:cNvContentPartPr/>
                <p14:nvPr/>
              </p14:nvContentPartPr>
              <p14:xfrm>
                <a:off x="2651640" y="2468840"/>
                <a:ext cx="28800" cy="590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94B03D78-5F6F-3020-2105-72B955A70785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645520" y="2462720"/>
                  <a:ext cx="41040" cy="71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F3D17EF3-D9B4-1397-BFE0-4ABC4C2920E6}"/>
              </a:ext>
            </a:extLst>
          </p:cNvPr>
          <p:cNvGrpSpPr/>
          <p:nvPr/>
        </p:nvGrpSpPr>
        <p:grpSpPr>
          <a:xfrm>
            <a:off x="1899600" y="2844680"/>
            <a:ext cx="722880" cy="1079280"/>
            <a:chOff x="1899600" y="2844680"/>
            <a:chExt cx="722880" cy="1079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121C1DC6-E2B1-9E5F-3BF6-F6569589BF09}"/>
                    </a:ext>
                  </a:extLst>
                </p14:cNvPr>
                <p14:cNvContentPartPr/>
                <p14:nvPr/>
              </p14:nvContentPartPr>
              <p14:xfrm>
                <a:off x="2183640" y="2844680"/>
                <a:ext cx="173520" cy="1296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121C1DC6-E2B1-9E5F-3BF6-F6569589BF09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177520" y="2838560"/>
                  <a:ext cx="18576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FCA0B560-CF6B-8968-4AAF-9971C1044AAB}"/>
                    </a:ext>
                  </a:extLst>
                </p14:cNvPr>
                <p14:cNvContentPartPr/>
                <p14:nvPr/>
              </p14:nvContentPartPr>
              <p14:xfrm>
                <a:off x="2163840" y="2864840"/>
                <a:ext cx="154800" cy="1994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FCA0B560-CF6B-8968-4AAF-9971C1044AAB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157720" y="2858720"/>
                  <a:ext cx="16704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282F4B33-F18F-7347-792A-EA4934E8913F}"/>
                    </a:ext>
                  </a:extLst>
                </p14:cNvPr>
                <p14:cNvContentPartPr/>
                <p14:nvPr/>
              </p14:nvContentPartPr>
              <p14:xfrm>
                <a:off x="2407920" y="2956280"/>
                <a:ext cx="360" cy="1623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282F4B33-F18F-7347-792A-EA4934E8913F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401800" y="2950160"/>
                  <a:ext cx="1260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0C1419AE-AC40-2079-A893-A04AB33B604C}"/>
                    </a:ext>
                  </a:extLst>
                </p14:cNvPr>
                <p14:cNvContentPartPr/>
                <p14:nvPr/>
              </p14:nvContentPartPr>
              <p14:xfrm>
                <a:off x="1964400" y="3220520"/>
                <a:ext cx="47520" cy="1864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0C1419AE-AC40-2079-A893-A04AB33B604C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958280" y="3214400"/>
                  <a:ext cx="5976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8192025F-E80E-857B-0A3B-70069F132A4C}"/>
                    </a:ext>
                  </a:extLst>
                </p14:cNvPr>
                <p14:cNvContentPartPr/>
                <p14:nvPr/>
              </p14:nvContentPartPr>
              <p14:xfrm>
                <a:off x="1899600" y="3311960"/>
                <a:ext cx="159120" cy="1450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8192025F-E80E-857B-0A3B-70069F132A4C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893480" y="3305840"/>
                  <a:ext cx="17136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54CC9268-F546-F191-CC21-BFAAF6C7ED3E}"/>
                    </a:ext>
                  </a:extLst>
                </p14:cNvPr>
                <p14:cNvContentPartPr/>
                <p14:nvPr/>
              </p14:nvContentPartPr>
              <p14:xfrm>
                <a:off x="2082480" y="3301880"/>
                <a:ext cx="226440" cy="1238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54CC9268-F546-F191-CC21-BFAAF6C7ED3E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076360" y="3295760"/>
                  <a:ext cx="23868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58989FD0-F4CC-C960-5115-38DE660AB920}"/>
                    </a:ext>
                  </a:extLst>
                </p14:cNvPr>
                <p14:cNvContentPartPr/>
                <p14:nvPr/>
              </p14:nvContentPartPr>
              <p14:xfrm>
                <a:off x="2312880" y="3535520"/>
                <a:ext cx="62640" cy="27612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58989FD0-F4CC-C960-5115-38DE660AB920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306760" y="3529400"/>
                  <a:ext cx="7488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E60F3951-DC06-55FE-06C7-C0D9E7BCEEF2}"/>
                    </a:ext>
                  </a:extLst>
                </p14:cNvPr>
                <p14:cNvContentPartPr/>
                <p14:nvPr/>
              </p14:nvContentPartPr>
              <p14:xfrm>
                <a:off x="2235120" y="3637040"/>
                <a:ext cx="151200" cy="1332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E60F3951-DC06-55FE-06C7-C0D9E7BCEEF2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2229000" y="3630920"/>
                  <a:ext cx="16344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C9766878-FA6B-A0D2-670B-FF16319E3670}"/>
                    </a:ext>
                  </a:extLst>
                </p14:cNvPr>
                <p14:cNvContentPartPr/>
                <p14:nvPr/>
              </p14:nvContentPartPr>
              <p14:xfrm>
                <a:off x="2448240" y="3729560"/>
                <a:ext cx="174240" cy="1944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C9766878-FA6B-A0D2-670B-FF16319E3670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2442120" y="3723440"/>
                  <a:ext cx="186480" cy="206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9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BB06785A-3478-4E0F-9B84-9A5D5C448413}"/>
                  </a:ext>
                </a:extLst>
              </p14:cNvPr>
              <p14:cNvContentPartPr/>
              <p14:nvPr/>
            </p14:nvContentPartPr>
            <p14:xfrm>
              <a:off x="3898680" y="2143760"/>
              <a:ext cx="1051560" cy="722880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BB06785A-3478-4E0F-9B84-9A5D5C448413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3892560" y="2137640"/>
                <a:ext cx="1063800" cy="73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6B7CA026-481C-CC12-20B1-3CFA04C658AB}"/>
                  </a:ext>
                </a:extLst>
              </p14:cNvPr>
              <p14:cNvContentPartPr/>
              <p14:nvPr/>
            </p14:nvContentPartPr>
            <p14:xfrm>
              <a:off x="6210960" y="2580440"/>
              <a:ext cx="212760" cy="205920"/>
            </p14:xfrm>
          </p:contentPart>
        </mc:Choice>
        <mc:Fallback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6B7CA026-481C-CC12-20B1-3CFA04C658AB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6204840" y="2574320"/>
                <a:ext cx="225000" cy="218160"/>
              </a:xfrm>
              <a:prstGeom prst="rect">
                <a:avLst/>
              </a:prstGeom>
            </p:spPr>
          </p:pic>
        </mc:Fallback>
      </mc:AlternateContent>
      <p:grpSp>
        <p:nvGrpSpPr>
          <p:cNvPr id="71" name="Group 70">
            <a:extLst>
              <a:ext uri="{FF2B5EF4-FFF2-40B4-BE49-F238E27FC236}">
                <a16:creationId xmlns:a16="http://schemas.microsoft.com/office/drawing/2014/main" id="{2A20A7A8-A415-4E76-2F0F-129E9DCB3AC6}"/>
              </a:ext>
            </a:extLst>
          </p:cNvPr>
          <p:cNvGrpSpPr/>
          <p:nvPr/>
        </p:nvGrpSpPr>
        <p:grpSpPr>
          <a:xfrm>
            <a:off x="4165800" y="1188680"/>
            <a:ext cx="3597840" cy="670680"/>
            <a:chOff x="4165800" y="1188680"/>
            <a:chExt cx="3597840" cy="670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5918DF12-8748-5003-D745-CFA94790C757}"/>
                    </a:ext>
                  </a:extLst>
                </p14:cNvPr>
                <p14:cNvContentPartPr/>
                <p14:nvPr/>
              </p14:nvContentPartPr>
              <p14:xfrm>
                <a:off x="4165800" y="1360760"/>
                <a:ext cx="892800" cy="4986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5918DF12-8748-5003-D745-CFA94790C757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4159680" y="1354640"/>
                  <a:ext cx="905040" cy="51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B6AF79AB-899A-4F0B-E0BD-66E8E894E461}"/>
                    </a:ext>
                  </a:extLst>
                </p14:cNvPr>
                <p14:cNvContentPartPr/>
                <p14:nvPr/>
              </p14:nvContentPartPr>
              <p14:xfrm>
                <a:off x="4815600" y="1188680"/>
                <a:ext cx="506160" cy="5547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B6AF79AB-899A-4F0B-E0BD-66E8E894E461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4809480" y="1182560"/>
                  <a:ext cx="518400" cy="56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CE2331F9-D01F-41F1-3FFF-4C45FB8ED1F5}"/>
                    </a:ext>
                  </a:extLst>
                </p14:cNvPr>
                <p14:cNvContentPartPr/>
                <p14:nvPr/>
              </p14:nvContentPartPr>
              <p14:xfrm>
                <a:off x="5497440" y="1351040"/>
                <a:ext cx="2266200" cy="32580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CE2331F9-D01F-41F1-3FFF-4C45FB8ED1F5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5491320" y="1344920"/>
                  <a:ext cx="2278440" cy="338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9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D7CF6319-5B0B-DE03-CBF9-C867367647F8}"/>
                  </a:ext>
                </a:extLst>
              </p14:cNvPr>
              <p14:cNvContentPartPr/>
              <p14:nvPr/>
            </p14:nvContentPartPr>
            <p14:xfrm>
              <a:off x="4327080" y="3241040"/>
              <a:ext cx="248040" cy="294120"/>
            </p14:xfrm>
          </p:contentPart>
        </mc:Choice>
        <mc:Fallback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D7CF6319-5B0B-DE03-CBF9-C867367647F8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4320960" y="3234920"/>
                <a:ext cx="260280" cy="306360"/>
              </a:xfrm>
              <a:prstGeom prst="rect">
                <a:avLst/>
              </a:prstGeom>
            </p:spPr>
          </p:pic>
        </mc:Fallback>
      </mc:AlternateContent>
      <p:grpSp>
        <p:nvGrpSpPr>
          <p:cNvPr id="75" name="Group 74">
            <a:extLst>
              <a:ext uri="{FF2B5EF4-FFF2-40B4-BE49-F238E27FC236}">
                <a16:creationId xmlns:a16="http://schemas.microsoft.com/office/drawing/2014/main" id="{65058305-B560-A97D-3E09-BAF36BEF0C23}"/>
              </a:ext>
            </a:extLst>
          </p:cNvPr>
          <p:cNvGrpSpPr/>
          <p:nvPr/>
        </p:nvGrpSpPr>
        <p:grpSpPr>
          <a:xfrm>
            <a:off x="5272800" y="4256960"/>
            <a:ext cx="2603520" cy="580320"/>
            <a:chOff x="5272800" y="4256960"/>
            <a:chExt cx="2603520" cy="580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40F9582A-8ABC-5FF2-A5DC-744BAE912D49}"/>
                    </a:ext>
                  </a:extLst>
                </p14:cNvPr>
                <p14:cNvContentPartPr/>
                <p14:nvPr/>
              </p14:nvContentPartPr>
              <p14:xfrm>
                <a:off x="5272800" y="4470080"/>
                <a:ext cx="297720" cy="2368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40F9582A-8ABC-5FF2-A5DC-744BAE912D49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5266680" y="4463960"/>
                  <a:ext cx="30996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E28F455-2450-FFC4-DD4B-56CB4BE7D3DE}"/>
                    </a:ext>
                  </a:extLst>
                </p14:cNvPr>
                <p14:cNvContentPartPr/>
                <p14:nvPr/>
              </p14:nvContentPartPr>
              <p14:xfrm>
                <a:off x="5516880" y="4602200"/>
                <a:ext cx="72360" cy="2350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E28F455-2450-FFC4-DD4B-56CB4BE7D3DE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5510760" y="4596080"/>
                  <a:ext cx="8460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31AC7ED1-50FB-9F43-4FE6-4FBBDA1773BF}"/>
                    </a:ext>
                  </a:extLst>
                </p14:cNvPr>
                <p14:cNvContentPartPr/>
                <p14:nvPr/>
              </p14:nvContentPartPr>
              <p14:xfrm>
                <a:off x="5676000" y="4256960"/>
                <a:ext cx="2200320" cy="31644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31AC7ED1-50FB-9F43-4FE6-4FBBDA1773BF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5669880" y="4250840"/>
                  <a:ext cx="2212560" cy="328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7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0122B175-7D5E-13FC-F0AD-CA0DE10B4738}"/>
                  </a:ext>
                </a:extLst>
              </p14:cNvPr>
              <p14:cNvContentPartPr/>
              <p14:nvPr/>
            </p14:nvContentPartPr>
            <p14:xfrm>
              <a:off x="6251640" y="3333200"/>
              <a:ext cx="355680" cy="230040"/>
            </p14:xfrm>
          </p:contentPart>
        </mc:Choice>
        <mc:Fallback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0122B175-7D5E-13FC-F0AD-CA0DE10B4738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6245520" y="3327080"/>
                <a:ext cx="367920" cy="24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9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3BFC904A-BD49-B87B-9C6D-C2C7D310492D}"/>
                  </a:ext>
                </a:extLst>
              </p14:cNvPr>
              <p14:cNvContentPartPr/>
              <p14:nvPr/>
            </p14:nvContentPartPr>
            <p14:xfrm>
              <a:off x="7739880" y="2874920"/>
              <a:ext cx="969480" cy="591120"/>
            </p14:xfrm>
          </p:contentPart>
        </mc:Choice>
        <mc:Fallback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3BFC904A-BD49-B87B-9C6D-C2C7D310492D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7733760" y="2868800"/>
                <a:ext cx="981720" cy="603360"/>
              </a:xfrm>
              <a:prstGeom prst="rect">
                <a:avLst/>
              </a:prstGeom>
            </p:spPr>
          </p:pic>
        </mc:Fallback>
      </mc:AlternateContent>
      <p:grpSp>
        <p:nvGrpSpPr>
          <p:cNvPr id="84" name="Group 83">
            <a:extLst>
              <a:ext uri="{FF2B5EF4-FFF2-40B4-BE49-F238E27FC236}">
                <a16:creationId xmlns:a16="http://schemas.microsoft.com/office/drawing/2014/main" id="{A43E138A-CBA7-CF13-91DD-17C21A1FA281}"/>
              </a:ext>
            </a:extLst>
          </p:cNvPr>
          <p:cNvGrpSpPr/>
          <p:nvPr/>
        </p:nvGrpSpPr>
        <p:grpSpPr>
          <a:xfrm>
            <a:off x="9384000" y="2416280"/>
            <a:ext cx="1805400" cy="721080"/>
            <a:chOff x="9384000" y="2416280"/>
            <a:chExt cx="1805400" cy="721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4D5DAB93-D7B3-8D20-C1B0-8768ACD5558B}"/>
                    </a:ext>
                  </a:extLst>
                </p14:cNvPr>
                <p14:cNvContentPartPr/>
                <p14:nvPr/>
              </p14:nvContentPartPr>
              <p14:xfrm>
                <a:off x="9384000" y="2416280"/>
                <a:ext cx="1805400" cy="40896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4D5DAB93-D7B3-8D20-C1B0-8768ACD5558B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9377880" y="2410160"/>
                  <a:ext cx="1817640" cy="42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1BDC14FE-E93D-E620-F15E-93DB3339FAA2}"/>
                    </a:ext>
                  </a:extLst>
                </p14:cNvPr>
                <p14:cNvContentPartPr/>
                <p14:nvPr/>
              </p14:nvContentPartPr>
              <p14:xfrm>
                <a:off x="9424680" y="3026120"/>
                <a:ext cx="532800" cy="11124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1BDC14FE-E93D-E620-F15E-93DB3339FAA2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9418560" y="3020000"/>
                  <a:ext cx="54504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60BB9C44-313C-8558-B100-E580246B7CB9}"/>
                    </a:ext>
                  </a:extLst>
                </p14:cNvPr>
                <p14:cNvContentPartPr/>
                <p14:nvPr/>
              </p14:nvContentPartPr>
              <p14:xfrm>
                <a:off x="9529800" y="2936120"/>
                <a:ext cx="36720" cy="10080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60BB9C44-313C-8558-B100-E580246B7CB9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9523680" y="2930000"/>
                  <a:ext cx="4896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FBCD62B0-AB82-A178-0D9C-58620A0FF913}"/>
                    </a:ext>
                  </a:extLst>
                </p14:cNvPr>
                <p14:cNvContentPartPr/>
                <p14:nvPr/>
              </p14:nvContentPartPr>
              <p14:xfrm>
                <a:off x="9449160" y="2956280"/>
                <a:ext cx="164880" cy="16416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FBCD62B0-AB82-A178-0D9C-58620A0FF913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9443040" y="2950160"/>
                  <a:ext cx="17712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4AA85F3F-F205-7329-4A8D-4E1205DC7633}"/>
                    </a:ext>
                  </a:extLst>
                </p14:cNvPr>
                <p14:cNvContentPartPr/>
                <p14:nvPr/>
              </p14:nvContentPartPr>
              <p14:xfrm>
                <a:off x="9906000" y="2845400"/>
                <a:ext cx="408240" cy="8244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4AA85F3F-F205-7329-4A8D-4E1205DC7633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9899880" y="2839280"/>
                  <a:ext cx="420480" cy="94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7347FA15-0198-FB53-CE7C-FBC605FA1AB8}"/>
              </a:ext>
            </a:extLst>
          </p:cNvPr>
          <p:cNvGrpSpPr/>
          <p:nvPr/>
        </p:nvGrpSpPr>
        <p:grpSpPr>
          <a:xfrm>
            <a:off x="9455280" y="4560800"/>
            <a:ext cx="2517840" cy="339120"/>
            <a:chOff x="9455280" y="4560800"/>
            <a:chExt cx="2517840" cy="339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054094AA-47AF-A194-C5CA-95674BE8BC27}"/>
                    </a:ext>
                  </a:extLst>
                </p14:cNvPr>
                <p14:cNvContentPartPr/>
                <p14:nvPr/>
              </p14:nvContentPartPr>
              <p14:xfrm>
                <a:off x="9455280" y="4560800"/>
                <a:ext cx="2062800" cy="33912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054094AA-47AF-A194-C5CA-95674BE8BC27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9449160" y="4554680"/>
                  <a:ext cx="2075040" cy="35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A0258EAF-D286-C3EB-2F23-57AA2B4865B8}"/>
                    </a:ext>
                  </a:extLst>
                </p14:cNvPr>
                <p14:cNvContentPartPr/>
                <p14:nvPr/>
              </p14:nvContentPartPr>
              <p14:xfrm>
                <a:off x="11551920" y="4618760"/>
                <a:ext cx="421200" cy="19116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A0258EAF-D286-C3EB-2F23-57AA2B4865B8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1545800" y="4612640"/>
                  <a:ext cx="433440" cy="203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5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4341BAF7-703B-77CB-7BB2-8F434AD65E00}"/>
                  </a:ext>
                </a:extLst>
              </p14:cNvPr>
              <p14:cNvContentPartPr/>
              <p14:nvPr/>
            </p14:nvContentPartPr>
            <p14:xfrm>
              <a:off x="10110120" y="3515360"/>
              <a:ext cx="845640" cy="31680"/>
            </p14:xfrm>
          </p:contentPart>
        </mc:Choice>
        <mc:Fallback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4341BAF7-703B-77CB-7BB2-8F434AD65E00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10104000" y="3509240"/>
                <a:ext cx="857880" cy="43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this is all a neural network is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69264"/>
            <a:ext cx="11055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Inputs, hidden layers, output — every line is a weight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847088" y="2194560"/>
            <a:ext cx="2377440" cy="18288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847088" y="2194560"/>
            <a:ext cx="2377440" cy="91440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847088" y="2194560"/>
            <a:ext cx="2377440" cy="164592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847088" y="2194560"/>
            <a:ext cx="2377440" cy="237744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 flipV="1">
            <a:off x="1847088" y="2377440"/>
            <a:ext cx="2377440" cy="54864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847088" y="2926080"/>
            <a:ext cx="2377440" cy="18288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847088" y="2926080"/>
            <a:ext cx="2377440" cy="91440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847088" y="2926080"/>
            <a:ext cx="2377440" cy="164592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 flipV="1">
            <a:off x="1847088" y="2377440"/>
            <a:ext cx="2377440" cy="128016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 flipV="1">
            <a:off x="1847088" y="3108960"/>
            <a:ext cx="2377440" cy="54864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847088" y="3657600"/>
            <a:ext cx="2377440" cy="18288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847088" y="3657600"/>
            <a:ext cx="2377440" cy="91440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 flipV="1">
            <a:off x="1847088" y="2377440"/>
            <a:ext cx="2377440" cy="201168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 flipV="1">
            <a:off x="1847088" y="3108960"/>
            <a:ext cx="2377440" cy="128016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 flipV="1">
            <a:off x="1847088" y="3840480"/>
            <a:ext cx="2377440" cy="54864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847088" y="4389120"/>
            <a:ext cx="2377440" cy="18288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681728" y="2377440"/>
            <a:ext cx="2377440" cy="9144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681728" y="2377440"/>
            <a:ext cx="2377440" cy="73152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681728" y="2377440"/>
            <a:ext cx="2377440" cy="146304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681728" y="2377440"/>
            <a:ext cx="2377440" cy="219456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 flipV="1">
            <a:off x="4681728" y="2377440"/>
            <a:ext cx="2377440" cy="73152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681728" y="3108960"/>
            <a:ext cx="2377440" cy="9144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681728" y="3108960"/>
            <a:ext cx="2377440" cy="73152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681728" y="3108960"/>
            <a:ext cx="2377440" cy="146304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 flipV="1">
            <a:off x="4681728" y="2377440"/>
            <a:ext cx="2377440" cy="146304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 flipV="1">
            <a:off x="4681728" y="3108960"/>
            <a:ext cx="2377440" cy="73152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681728" y="3840480"/>
            <a:ext cx="2377440" cy="9144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681728" y="3840480"/>
            <a:ext cx="2377440" cy="73152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 flipV="1">
            <a:off x="4681728" y="2377440"/>
            <a:ext cx="2377440" cy="219456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 flipV="1">
            <a:off x="4681728" y="3108960"/>
            <a:ext cx="2377440" cy="146304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 flipV="1">
            <a:off x="4681728" y="3840480"/>
            <a:ext cx="2377440" cy="73152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681728" y="4572000"/>
            <a:ext cx="2377440" cy="9144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7516368" y="2377440"/>
            <a:ext cx="2377440" cy="73152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7516368" y="2377440"/>
            <a:ext cx="2377440" cy="146304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7516368" y="3108960"/>
            <a:ext cx="2377440" cy="9144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7516368" y="3108960"/>
            <a:ext cx="2377440" cy="73152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 flipV="1">
            <a:off x="7516368" y="3108960"/>
            <a:ext cx="2377440" cy="73152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7516368" y="3840480"/>
            <a:ext cx="2377440" cy="9144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 flipV="1">
            <a:off x="7516368" y="3108960"/>
            <a:ext cx="2377440" cy="146304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 flipV="1">
            <a:off x="7516368" y="3840480"/>
            <a:ext cx="2377440" cy="73152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1389888" y="1965960"/>
            <a:ext cx="457200" cy="457200"/>
          </a:xfrm>
          <a:prstGeom prst="ellipse">
            <a:avLst/>
          </a:prstGeom>
          <a:solidFill>
            <a:srgbClr val="2A9D8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1389888" y="2697480"/>
            <a:ext cx="457200" cy="457200"/>
          </a:xfrm>
          <a:prstGeom prst="ellipse">
            <a:avLst/>
          </a:prstGeom>
          <a:solidFill>
            <a:srgbClr val="2A9D8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1389888" y="3429000"/>
            <a:ext cx="457200" cy="457200"/>
          </a:xfrm>
          <a:prstGeom prst="ellipse">
            <a:avLst/>
          </a:prstGeom>
          <a:solidFill>
            <a:srgbClr val="2A9D8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1389888" y="4160520"/>
            <a:ext cx="457200" cy="457200"/>
          </a:xfrm>
          <a:prstGeom prst="ellipse">
            <a:avLst/>
          </a:prstGeom>
          <a:solidFill>
            <a:srgbClr val="2A9D8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4224528" y="2148840"/>
            <a:ext cx="457200" cy="457200"/>
          </a:xfrm>
          <a:prstGeom prst="ellipse">
            <a:avLst/>
          </a:prstGeom>
          <a:solidFill>
            <a:srgbClr val="1D3557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4224528" y="2880360"/>
            <a:ext cx="457200" cy="457200"/>
          </a:xfrm>
          <a:prstGeom prst="ellipse">
            <a:avLst/>
          </a:prstGeom>
          <a:solidFill>
            <a:srgbClr val="1D3557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4224528" y="3611880"/>
            <a:ext cx="457200" cy="457200"/>
          </a:xfrm>
          <a:prstGeom prst="ellipse">
            <a:avLst/>
          </a:prstGeom>
          <a:solidFill>
            <a:srgbClr val="1D3557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4224528" y="4343400"/>
            <a:ext cx="457200" cy="457200"/>
          </a:xfrm>
          <a:prstGeom prst="ellipse">
            <a:avLst/>
          </a:prstGeom>
          <a:solidFill>
            <a:srgbClr val="1D3557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7059168" y="2148840"/>
            <a:ext cx="457200" cy="457200"/>
          </a:xfrm>
          <a:prstGeom prst="ellipse">
            <a:avLst/>
          </a:prstGeom>
          <a:solidFill>
            <a:srgbClr val="1D3557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7059168" y="2880360"/>
            <a:ext cx="457200" cy="457200"/>
          </a:xfrm>
          <a:prstGeom prst="ellipse">
            <a:avLst/>
          </a:prstGeom>
          <a:solidFill>
            <a:srgbClr val="1D3557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7059168" y="3611880"/>
            <a:ext cx="457200" cy="457200"/>
          </a:xfrm>
          <a:prstGeom prst="ellipse">
            <a:avLst/>
          </a:prstGeom>
          <a:solidFill>
            <a:srgbClr val="1D3557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7059168" y="4343400"/>
            <a:ext cx="457200" cy="457200"/>
          </a:xfrm>
          <a:prstGeom prst="ellipse">
            <a:avLst/>
          </a:prstGeom>
          <a:solidFill>
            <a:srgbClr val="1D3557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9893808" y="2880360"/>
            <a:ext cx="457200" cy="457200"/>
          </a:xfrm>
          <a:prstGeom prst="ellipse">
            <a:avLst/>
          </a:prstGeom>
          <a:solidFill>
            <a:srgbClr val="E76F51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9893808" y="3611880"/>
            <a:ext cx="457200" cy="457200"/>
          </a:xfrm>
          <a:prstGeom prst="ellipse">
            <a:avLst/>
          </a:prstGeom>
          <a:solidFill>
            <a:srgbClr val="E76F51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 txBox="1"/>
          <p:nvPr/>
        </p:nvSpPr>
        <p:spPr>
          <a:xfrm>
            <a:off x="932688" y="49377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1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200" dirty="0"/>
          </a:p>
        </p:txBody>
      </p:sp>
      <p:sp>
        <p:nvSpPr>
          <p:cNvPr id="59" name="Text 57"/>
          <p:cNvSpPr txBox="1"/>
          <p:nvPr/>
        </p:nvSpPr>
        <p:spPr>
          <a:xfrm>
            <a:off x="3675888" y="49377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1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layer 1</a:t>
            </a:r>
            <a:endParaRPr lang="en-US" sz="1200" dirty="0"/>
          </a:p>
        </p:txBody>
      </p:sp>
      <p:sp>
        <p:nvSpPr>
          <p:cNvPr id="60" name="Text 58"/>
          <p:cNvSpPr txBox="1"/>
          <p:nvPr/>
        </p:nvSpPr>
        <p:spPr>
          <a:xfrm>
            <a:off x="6510528" y="49377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1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layer 2</a:t>
            </a:r>
            <a:endParaRPr lang="en-US" sz="1200" dirty="0"/>
          </a:p>
        </p:txBody>
      </p:sp>
      <p:sp>
        <p:nvSpPr>
          <p:cNvPr id="61" name="Text 59"/>
          <p:cNvSpPr txBox="1"/>
          <p:nvPr/>
        </p:nvSpPr>
        <p:spPr>
          <a:xfrm>
            <a:off x="9436608" y="49377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1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566928" y="5394960"/>
            <a:ext cx="11055096" cy="822960"/>
          </a:xfrm>
          <a:prstGeom prst="roundRect">
            <a:avLst>
              <a:gd name="adj" fmla="val 11111"/>
            </a:avLst>
          </a:prstGeom>
          <a:solidFill>
            <a:srgbClr val="12203A"/>
          </a:solidFill>
          <a:ln w="12700">
            <a:solidFill>
              <a:srgbClr val="1220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 txBox="1"/>
          <p:nvPr/>
        </p:nvSpPr>
        <p:spPr>
          <a:xfrm>
            <a:off x="841248" y="5596128"/>
            <a:ext cx="10506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circle is a neuron:  weighted sum → activation.  Every line is a weight the model learns.  “Deep” just means more layers.</a:t>
            </a:r>
            <a:endParaRPr lang="en-US" sz="1600" dirty="0"/>
          </a:p>
        </p:txBody>
      </p:sp>
      <p:sp>
        <p:nvSpPr>
          <p:cNvPr id="64" name="Text 62"/>
          <p:cNvSpPr txBox="1"/>
          <p:nvPr/>
        </p:nvSpPr>
        <p:spPr>
          <a:xfrm>
            <a:off x="566928" y="6327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From Regression to Neural Networks</a:t>
            </a:r>
            <a:endParaRPr lang="en-US" sz="1000" dirty="0"/>
          </a:p>
        </p:txBody>
      </p:sp>
      <p:sp>
        <p:nvSpPr>
          <p:cNvPr id="65" name="Text 63"/>
          <p:cNvSpPr txBox="1"/>
          <p:nvPr/>
        </p:nvSpPr>
        <p:spPr>
          <a:xfrm>
            <a:off x="10972800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ED8F9B9F-8A01-BA7F-3CCD-0B8F1D728521}"/>
                  </a:ext>
                </a:extLst>
              </p14:cNvPr>
              <p14:cNvContentPartPr/>
              <p14:nvPr/>
            </p14:nvContentPartPr>
            <p14:xfrm>
              <a:off x="1248000" y="4865360"/>
              <a:ext cx="754200" cy="448200"/>
            </p14:xfrm>
          </p:contentPart>
        </mc:Choice>
        <mc:Fallback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ED8F9B9F-8A01-BA7F-3CCD-0B8F1D72852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41880" y="4859240"/>
                <a:ext cx="766440" cy="46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2F9940E0-C4A8-82CE-12E5-54E4BA1DE9C4}"/>
                  </a:ext>
                </a:extLst>
              </p14:cNvPr>
              <p14:cNvContentPartPr/>
              <p14:nvPr/>
            </p14:nvContentPartPr>
            <p14:xfrm>
              <a:off x="3675840" y="4723880"/>
              <a:ext cx="4648680" cy="731520"/>
            </p14:xfrm>
          </p:contentPart>
        </mc:Choice>
        <mc:Fallback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2F9940E0-C4A8-82CE-12E5-54E4BA1DE9C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669720" y="4717760"/>
                <a:ext cx="4660920" cy="743760"/>
              </a:xfrm>
              <a:prstGeom prst="rect">
                <a:avLst/>
              </a:prstGeom>
            </p:spPr>
          </p:pic>
        </mc:Fallback>
      </mc:AlternateContent>
      <p:grpSp>
        <p:nvGrpSpPr>
          <p:cNvPr id="76" name="Group 75">
            <a:extLst>
              <a:ext uri="{FF2B5EF4-FFF2-40B4-BE49-F238E27FC236}">
                <a16:creationId xmlns:a16="http://schemas.microsoft.com/office/drawing/2014/main" id="{4ADB9364-E695-0D04-B78F-F533931C860D}"/>
              </a:ext>
            </a:extLst>
          </p:cNvPr>
          <p:cNvGrpSpPr/>
          <p:nvPr/>
        </p:nvGrpSpPr>
        <p:grpSpPr>
          <a:xfrm>
            <a:off x="4531200" y="335120"/>
            <a:ext cx="4605480" cy="2007000"/>
            <a:chOff x="4531200" y="335120"/>
            <a:chExt cx="4605480" cy="2007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1324F3A6-6417-18C6-6DDD-9CD15B448961}"/>
                    </a:ext>
                  </a:extLst>
                </p14:cNvPr>
                <p14:cNvContentPartPr/>
                <p14:nvPr/>
              </p14:nvContentPartPr>
              <p14:xfrm>
                <a:off x="4531200" y="1586120"/>
                <a:ext cx="2788920" cy="75600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1324F3A6-6417-18C6-6DDD-9CD15B448961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525080" y="1580000"/>
                  <a:ext cx="2801160" cy="76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A681CE1C-5588-D623-D3AF-49713B1F2D93}"/>
                    </a:ext>
                  </a:extLst>
                </p14:cNvPr>
                <p14:cNvContentPartPr/>
                <p14:nvPr/>
              </p14:nvContentPartPr>
              <p14:xfrm>
                <a:off x="6664920" y="1172840"/>
                <a:ext cx="456480" cy="3200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A681CE1C-5588-D623-D3AF-49713B1F2D93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658800" y="1166720"/>
                  <a:ext cx="468720" cy="33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DB2B1F86-80EF-66C9-23ED-5FCFF32C7127}"/>
                    </a:ext>
                  </a:extLst>
                </p14:cNvPr>
                <p14:cNvContentPartPr/>
                <p14:nvPr/>
              </p14:nvContentPartPr>
              <p14:xfrm>
                <a:off x="7069200" y="1014800"/>
                <a:ext cx="380520" cy="2980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DB2B1F86-80EF-66C9-23ED-5FCFF32C7127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063080" y="1008680"/>
                  <a:ext cx="39276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702BF5C1-A2D5-A412-8980-4B1DA149B157}"/>
                    </a:ext>
                  </a:extLst>
                </p14:cNvPr>
                <p14:cNvContentPartPr/>
                <p14:nvPr/>
              </p14:nvContentPartPr>
              <p14:xfrm>
                <a:off x="7457280" y="773600"/>
                <a:ext cx="339480" cy="35640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702BF5C1-A2D5-A412-8980-4B1DA149B157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451160" y="767480"/>
                  <a:ext cx="351720" cy="36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7D7C82B3-EBDB-67FE-5768-7DBC6F850C1D}"/>
                    </a:ext>
                  </a:extLst>
                </p14:cNvPr>
                <p14:cNvContentPartPr/>
                <p14:nvPr/>
              </p14:nvContentPartPr>
              <p14:xfrm>
                <a:off x="7863720" y="649400"/>
                <a:ext cx="284760" cy="2329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7D7C82B3-EBDB-67FE-5768-7DBC6F850C1D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857600" y="643280"/>
                  <a:ext cx="29700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85AC8FE5-AAE7-4C1E-BF5B-8233EFFB994F}"/>
                    </a:ext>
                  </a:extLst>
                </p14:cNvPr>
                <p14:cNvContentPartPr/>
                <p14:nvPr/>
              </p14:nvContentPartPr>
              <p14:xfrm>
                <a:off x="8229480" y="626360"/>
                <a:ext cx="319320" cy="1807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85AC8FE5-AAE7-4C1E-BF5B-8233EFFB994F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8223360" y="620240"/>
                  <a:ext cx="33156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DD997032-DC20-C408-2FAB-9ABFF0E895F3}"/>
                    </a:ext>
                  </a:extLst>
                </p14:cNvPr>
                <p14:cNvContentPartPr/>
                <p14:nvPr/>
              </p14:nvContentPartPr>
              <p14:xfrm>
                <a:off x="8595240" y="479120"/>
                <a:ext cx="307440" cy="17856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DD997032-DC20-C408-2FAB-9ABFF0E895F3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589120" y="473000"/>
                  <a:ext cx="31968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87F433FC-CAFB-9FAE-367E-4D6D43F3E397}"/>
                    </a:ext>
                  </a:extLst>
                </p14:cNvPr>
                <p14:cNvContentPartPr/>
                <p14:nvPr/>
              </p14:nvContentPartPr>
              <p14:xfrm>
                <a:off x="8937960" y="335120"/>
                <a:ext cx="198720" cy="22932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87F433FC-CAFB-9FAE-367E-4D6D43F3E397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931840" y="329000"/>
                  <a:ext cx="210960" cy="241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AE377055-A7A8-EEE2-EB64-CE60A0D444FC}"/>
                  </a:ext>
                </a:extLst>
              </p14:cNvPr>
              <p14:cNvContentPartPr/>
              <p14:nvPr/>
            </p14:nvContentPartPr>
            <p14:xfrm>
              <a:off x="9227400" y="2455160"/>
              <a:ext cx="1993320" cy="2470680"/>
            </p14:xfrm>
          </p:contentPart>
        </mc:Choice>
        <mc:Fallback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AE377055-A7A8-EEE2-EB64-CE60A0D444FC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9221280" y="2449040"/>
                <a:ext cx="2005560" cy="2482920"/>
              </a:xfrm>
              <a:prstGeom prst="rect">
                <a:avLst/>
              </a:prstGeom>
            </p:spPr>
          </p:pic>
        </mc:Fallback>
      </mc:AlternateContent>
      <p:grpSp>
        <p:nvGrpSpPr>
          <p:cNvPr id="80" name="Group 79">
            <a:extLst>
              <a:ext uri="{FF2B5EF4-FFF2-40B4-BE49-F238E27FC236}">
                <a16:creationId xmlns:a16="http://schemas.microsoft.com/office/drawing/2014/main" id="{F2014FFA-4D05-FAB9-AC16-404362B8128F}"/>
              </a:ext>
            </a:extLst>
          </p:cNvPr>
          <p:cNvGrpSpPr/>
          <p:nvPr/>
        </p:nvGrpSpPr>
        <p:grpSpPr>
          <a:xfrm>
            <a:off x="1208760" y="6024200"/>
            <a:ext cx="3529080" cy="81000"/>
            <a:chOff x="1208760" y="6024200"/>
            <a:chExt cx="3529080" cy="81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2308A882-CD9A-F3D2-C88C-A7D017EF5915}"/>
                    </a:ext>
                  </a:extLst>
                </p14:cNvPr>
                <p14:cNvContentPartPr/>
                <p14:nvPr/>
              </p14:nvContentPartPr>
              <p14:xfrm>
                <a:off x="1208760" y="6075680"/>
                <a:ext cx="1386720" cy="2952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2308A882-CD9A-F3D2-C88C-A7D017EF5915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202640" y="6069560"/>
                  <a:ext cx="139896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1848A3C3-7B1D-F558-55C1-5ACBD83F91A3}"/>
                    </a:ext>
                  </a:extLst>
                </p14:cNvPr>
                <p14:cNvContentPartPr/>
                <p14:nvPr/>
              </p14:nvContentPartPr>
              <p14:xfrm>
                <a:off x="3098760" y="6024200"/>
                <a:ext cx="1639080" cy="3708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1848A3C3-7B1D-F558-55C1-5ACBD83F91A3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3092640" y="6018080"/>
                  <a:ext cx="1651320" cy="49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F122AAD4-DBC9-7945-A6B4-911BF739124B}"/>
                  </a:ext>
                </a:extLst>
              </p14:cNvPr>
              <p14:cNvContentPartPr/>
              <p14:nvPr/>
            </p14:nvContentPartPr>
            <p14:xfrm>
              <a:off x="4053840" y="1920200"/>
              <a:ext cx="226440" cy="256680"/>
            </p14:xfrm>
          </p:contentPart>
        </mc:Choice>
        <mc:Fallback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F122AAD4-DBC9-7945-A6B4-911BF739124B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4047720" y="1914080"/>
                <a:ext cx="238680" cy="26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E5FA2CD1-9A14-A08C-0D41-EE610F2A1513}"/>
                  </a:ext>
                </a:extLst>
              </p14:cNvPr>
              <p14:cNvContentPartPr/>
              <p14:nvPr/>
            </p14:nvContentPartPr>
            <p14:xfrm>
              <a:off x="4338600" y="1615280"/>
              <a:ext cx="258120" cy="701280"/>
            </p14:xfrm>
          </p:contentPart>
        </mc:Choice>
        <mc:Fallback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E5FA2CD1-9A14-A08C-0D41-EE610F2A1513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4332480" y="1609160"/>
                <a:ext cx="270360" cy="713520"/>
              </a:xfrm>
              <a:prstGeom prst="rect">
                <a:avLst/>
              </a:prstGeom>
            </p:spPr>
          </p:pic>
        </mc:Fallback>
      </mc:AlternateContent>
      <p:grpSp>
        <p:nvGrpSpPr>
          <p:cNvPr id="85" name="Group 84">
            <a:extLst>
              <a:ext uri="{FF2B5EF4-FFF2-40B4-BE49-F238E27FC236}">
                <a16:creationId xmlns:a16="http://schemas.microsoft.com/office/drawing/2014/main" id="{650DA8AE-60EC-151E-C4E1-0657B38775F3}"/>
              </a:ext>
            </a:extLst>
          </p:cNvPr>
          <p:cNvGrpSpPr/>
          <p:nvPr/>
        </p:nvGrpSpPr>
        <p:grpSpPr>
          <a:xfrm>
            <a:off x="7932480" y="4836200"/>
            <a:ext cx="3539880" cy="1406160"/>
            <a:chOff x="7932480" y="4836200"/>
            <a:chExt cx="3539880" cy="1406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CE96AAFB-1DA2-ED82-FC22-DA642BD338E2}"/>
                    </a:ext>
                  </a:extLst>
                </p14:cNvPr>
                <p14:cNvContentPartPr/>
                <p14:nvPr/>
              </p14:nvContentPartPr>
              <p14:xfrm>
                <a:off x="7932480" y="5331560"/>
                <a:ext cx="3539880" cy="91080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CE96AAFB-1DA2-ED82-FC22-DA642BD338E2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7926360" y="5325440"/>
                  <a:ext cx="3552120" cy="9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8311F9AD-AB07-A5C9-78B1-8B0F91579B3C}"/>
                    </a:ext>
                  </a:extLst>
                </p14:cNvPr>
                <p14:cNvContentPartPr/>
                <p14:nvPr/>
              </p14:nvContentPartPr>
              <p14:xfrm>
                <a:off x="10281840" y="4836200"/>
                <a:ext cx="945000" cy="91512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8311F9AD-AB07-A5C9-78B1-8B0F91579B3C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0275720" y="4830080"/>
                  <a:ext cx="957240" cy="92736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changes during training?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69264"/>
            <a:ext cx="11055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examples. Not the code. The parameters.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3383280" cy="2651760"/>
          </a:xfrm>
          <a:prstGeom prst="roundRect">
            <a:avLst>
              <a:gd name="adj" fmla="val 2759"/>
            </a:avLst>
          </a:prstGeom>
          <a:solidFill>
            <a:srgbClr val="FDF1EC"/>
          </a:solidFill>
          <a:ln w="12700">
            <a:solidFill>
              <a:srgbClr val="F3C9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41248" y="193852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59536" y="2395728"/>
            <a:ext cx="182880" cy="18288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859536" y="2340864"/>
            <a:ext cx="18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235915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or bad weights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59536" y="2898648"/>
            <a:ext cx="182880" cy="18288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859536" y="2843784"/>
            <a:ext cx="18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86207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loss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59536" y="3401568"/>
            <a:ext cx="182880" cy="18288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859536" y="3346704"/>
            <a:ext cx="18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36499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predictions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005072" y="2926080"/>
            <a:ext cx="384048" cy="237744"/>
          </a:xfrm>
          <a:prstGeom prst="rightArrow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453128" y="1737360"/>
            <a:ext cx="3383280" cy="2651760"/>
          </a:xfrm>
          <a:prstGeom prst="roundRect">
            <a:avLst>
              <a:gd name="adj" fmla="val 2759"/>
            </a:avLst>
          </a:prstGeom>
          <a:solidFill>
            <a:srgbClr val="F2F5F9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4727448" y="193852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45736" y="2395728"/>
            <a:ext cx="182880" cy="182880"/>
          </a:xfrm>
          <a:prstGeom prst="ellipse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4745736" y="2340864"/>
            <a:ext cx="18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074920" y="235915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745736" y="2898648"/>
            <a:ext cx="182880" cy="182880"/>
          </a:xfrm>
          <a:prstGeom prst="ellipse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4745736" y="2843784"/>
            <a:ext cx="18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074920" y="286207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the loss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745736" y="3401568"/>
            <a:ext cx="182880" cy="182880"/>
          </a:xfrm>
          <a:prstGeom prst="ellipse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4745736" y="3346704"/>
            <a:ext cx="18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074920" y="336499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the weights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4745736" y="3904488"/>
            <a:ext cx="182880" cy="182880"/>
          </a:xfrm>
          <a:prstGeom prst="ellipse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4745736" y="3849624"/>
            <a:ext cx="18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5074920" y="386791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7891272" y="2926080"/>
            <a:ext cx="384048" cy="237744"/>
          </a:xfrm>
          <a:prstGeom prst="rightArrow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8339328" y="1737360"/>
            <a:ext cx="3383280" cy="2651760"/>
          </a:xfrm>
          <a:prstGeom prst="roundRect">
            <a:avLst>
              <a:gd name="adj" fmla="val 2759"/>
            </a:avLst>
          </a:prstGeom>
          <a:solidFill>
            <a:srgbClr val="EAF6F4"/>
          </a:solidFill>
          <a:ln w="12700">
            <a:solidFill>
              <a:srgbClr val="BFE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8613648" y="193852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631936" y="2395728"/>
            <a:ext cx="182880" cy="1828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 txBox="1"/>
          <p:nvPr/>
        </p:nvSpPr>
        <p:spPr>
          <a:xfrm>
            <a:off x="8631936" y="2340864"/>
            <a:ext cx="18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8961120" y="235915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weights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8631936" y="2898648"/>
            <a:ext cx="182880" cy="1828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 txBox="1"/>
          <p:nvPr/>
        </p:nvSpPr>
        <p:spPr>
          <a:xfrm>
            <a:off x="8631936" y="2843784"/>
            <a:ext cx="18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8961120" y="286207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loss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8631936" y="3401568"/>
            <a:ext cx="182880" cy="1828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 txBox="1"/>
          <p:nvPr/>
        </p:nvSpPr>
        <p:spPr>
          <a:xfrm>
            <a:off x="8631936" y="3346704"/>
            <a:ext cx="18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8961120" y="336499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predictions</a:t>
            </a:r>
            <a:endParaRPr lang="en-US" sz="1500" dirty="0"/>
          </a:p>
        </p:txBody>
      </p:sp>
      <p:sp>
        <p:nvSpPr>
          <p:cNvPr id="42" name="Text 40"/>
          <p:cNvSpPr txBox="1"/>
          <p:nvPr/>
        </p:nvSpPr>
        <p:spPr>
          <a:xfrm>
            <a:off x="566928" y="4617720"/>
            <a:ext cx="11055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we mostly chose tiny weights by hand, so we could see them. Next session we let the machine improve them from data.</a:t>
            </a:r>
            <a:endParaRPr lang="en-US" sz="1700" dirty="0"/>
          </a:p>
        </p:txBody>
      </p:sp>
      <p:sp>
        <p:nvSpPr>
          <p:cNvPr id="43" name="Shape 41"/>
          <p:cNvSpPr/>
          <p:nvPr/>
        </p:nvSpPr>
        <p:spPr>
          <a:xfrm>
            <a:off x="566928" y="5715000"/>
            <a:ext cx="11055096" cy="475488"/>
          </a:xfrm>
          <a:prstGeom prst="roundRect">
            <a:avLst>
              <a:gd name="adj" fmla="val 19231"/>
            </a:avLst>
          </a:prstGeom>
          <a:solidFill>
            <a:srgbClr val="FDF1EC"/>
          </a:solidFill>
          <a:ln w="12700">
            <a:solidFill>
              <a:srgbClr val="F3C9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 txBox="1"/>
          <p:nvPr/>
        </p:nvSpPr>
        <p:spPr>
          <a:xfrm>
            <a:off x="768096" y="5769864"/>
            <a:ext cx="10652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CHECKPOINT:  </a:t>
            </a:r>
            <a:r>
              <a:rPr lang="en-US" sz="1400" dirty="0">
                <a:solidFill>
                  <a:srgbClr val="31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delivery model, what exactly did the computer learn?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566928" y="6327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From Regression to Neural Networks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10972800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A013801A-34CF-1C46-53B1-8969AD589D95}"/>
              </a:ext>
            </a:extLst>
          </p:cNvPr>
          <p:cNvGrpSpPr/>
          <p:nvPr/>
        </p:nvGrpSpPr>
        <p:grpSpPr>
          <a:xfrm>
            <a:off x="50640" y="170240"/>
            <a:ext cx="7376040" cy="1872360"/>
            <a:chOff x="50640" y="170240"/>
            <a:chExt cx="7376040" cy="1872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FF214402-08F4-7B26-3B01-29661828C328}"/>
                    </a:ext>
                  </a:extLst>
                </p14:cNvPr>
                <p14:cNvContentPartPr/>
                <p14:nvPr/>
              </p14:nvContentPartPr>
              <p14:xfrm>
                <a:off x="3217920" y="170240"/>
                <a:ext cx="4208760" cy="10098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FF214402-08F4-7B26-3B01-29661828C328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211800" y="164120"/>
                  <a:ext cx="4221000" cy="10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741A9458-F74F-5503-8B18-854B6378658D}"/>
                    </a:ext>
                  </a:extLst>
                </p14:cNvPr>
                <p14:cNvContentPartPr/>
                <p14:nvPr/>
              </p14:nvContentPartPr>
              <p14:xfrm>
                <a:off x="50640" y="1371560"/>
                <a:ext cx="387720" cy="6710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741A9458-F74F-5503-8B18-854B6378658D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4520" y="1365440"/>
                  <a:ext cx="399960" cy="683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EDC2F9AB-1650-387E-A936-BF76B7CD5779}"/>
                  </a:ext>
                </a:extLst>
              </p14:cNvPr>
              <p14:cNvContentPartPr/>
              <p14:nvPr/>
            </p14:nvContentPartPr>
            <p14:xfrm>
              <a:off x="5415000" y="1290200"/>
              <a:ext cx="333720" cy="50184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EDC2F9AB-1650-387E-A936-BF76B7CD577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408880" y="1284080"/>
                <a:ext cx="345960" cy="514080"/>
              </a:xfrm>
              <a:prstGeom prst="rect">
                <a:avLst/>
              </a:prstGeom>
            </p:spPr>
          </p:pic>
        </mc:Fallback>
      </mc:AlternateContent>
      <p:grpSp>
        <p:nvGrpSpPr>
          <p:cNvPr id="57" name="Group 56">
            <a:extLst>
              <a:ext uri="{FF2B5EF4-FFF2-40B4-BE49-F238E27FC236}">
                <a16:creationId xmlns:a16="http://schemas.microsoft.com/office/drawing/2014/main" id="{A79AE9FF-2BE3-6EF7-A146-C6AF4192290D}"/>
              </a:ext>
            </a:extLst>
          </p:cNvPr>
          <p:cNvGrpSpPr/>
          <p:nvPr/>
        </p:nvGrpSpPr>
        <p:grpSpPr>
          <a:xfrm>
            <a:off x="9783960" y="822920"/>
            <a:ext cx="1985760" cy="2776680"/>
            <a:chOff x="9783960" y="822920"/>
            <a:chExt cx="1985760" cy="2776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0C085FB-3F31-B8ED-BF07-0EE74D1CDBA9}"/>
                    </a:ext>
                  </a:extLst>
                </p14:cNvPr>
                <p14:cNvContentPartPr/>
                <p14:nvPr/>
              </p14:nvContentPartPr>
              <p14:xfrm>
                <a:off x="9783960" y="822920"/>
                <a:ext cx="713880" cy="11455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0C085FB-3F31-B8ED-BF07-0EE74D1CDBA9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777840" y="816800"/>
                  <a:ext cx="726120" cy="11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4A384E17-01CE-766C-9262-4C8FDF16802C}"/>
                    </a:ext>
                  </a:extLst>
                </p14:cNvPr>
                <p14:cNvContentPartPr/>
                <p14:nvPr/>
              </p14:nvContentPartPr>
              <p14:xfrm>
                <a:off x="10515480" y="2022800"/>
                <a:ext cx="1036800" cy="6465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4A384E17-01CE-766C-9262-4C8FDF16802C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0509360" y="2016680"/>
                  <a:ext cx="1049040" cy="65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A060F28-FCA4-E5B3-0118-AB5E21BCD7A4}"/>
                    </a:ext>
                  </a:extLst>
                </p14:cNvPr>
                <p14:cNvContentPartPr/>
                <p14:nvPr/>
              </p14:nvContentPartPr>
              <p14:xfrm>
                <a:off x="10281480" y="2583680"/>
                <a:ext cx="1233720" cy="5144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A060F28-FCA4-E5B3-0118-AB5E21BCD7A4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0275360" y="2577560"/>
                  <a:ext cx="1245960" cy="52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0022A9DD-8B1A-E49E-5D79-D8D8CF2B8EC2}"/>
                    </a:ext>
                  </a:extLst>
                </p14:cNvPr>
                <p14:cNvContentPartPr/>
                <p14:nvPr/>
              </p14:nvContentPartPr>
              <p14:xfrm>
                <a:off x="10698360" y="3215840"/>
                <a:ext cx="1071360" cy="3837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0022A9DD-8B1A-E49E-5D79-D8D8CF2B8EC2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0692240" y="3209720"/>
                  <a:ext cx="1083600" cy="3960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685800"/>
            <a:ext cx="11055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CHECKPOINT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51560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you answer these five?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901952"/>
            <a:ext cx="384048" cy="384048"/>
          </a:xfrm>
          <a:prstGeom prst="ellipse">
            <a:avLst/>
          </a:prstGeom>
          <a:solidFill>
            <a:srgbClr val="1B2C4E"/>
          </a:solidFill>
          <a:ln w="12700">
            <a:solidFill>
              <a:srgbClr val="2E46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66928" y="1956816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61288" y="1892808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w and b mean in the delivery-time model?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66928" y="2560320"/>
            <a:ext cx="384048" cy="384048"/>
          </a:xfrm>
          <a:prstGeom prst="ellipse">
            <a:avLst/>
          </a:prstGeom>
          <a:solidFill>
            <a:srgbClr val="1B2C4E"/>
          </a:solidFill>
          <a:ln w="12700">
            <a:solidFill>
              <a:srgbClr val="2E46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566928" y="2615184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161288" y="2551176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was distance alone useful but incomplete?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66928" y="3218688"/>
            <a:ext cx="384048" cy="384048"/>
          </a:xfrm>
          <a:prstGeom prst="ellipse">
            <a:avLst/>
          </a:prstGeom>
          <a:solidFill>
            <a:srgbClr val="1B2C4E"/>
          </a:solidFill>
          <a:ln w="12700">
            <a:solidFill>
              <a:srgbClr val="2E46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566928" y="327355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161288" y="3209544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inputs, weights, bias and activation in a neuron?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66928" y="3877056"/>
            <a:ext cx="384048" cy="384048"/>
          </a:xfrm>
          <a:prstGeom prst="ellipse">
            <a:avLst/>
          </a:prstGeom>
          <a:solidFill>
            <a:srgbClr val="1B2C4E"/>
          </a:solidFill>
          <a:ln w="12700">
            <a:solidFill>
              <a:srgbClr val="2E46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566928" y="393192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161288" y="386791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 a neuron similar to linear regression — and what does it add?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66928" y="4535424"/>
            <a:ext cx="384048" cy="384048"/>
          </a:xfrm>
          <a:prstGeom prst="ellipse">
            <a:avLst/>
          </a:prstGeom>
          <a:solidFill>
            <a:srgbClr val="1B2C4E"/>
          </a:solidFill>
          <a:ln w="12700">
            <a:solidFill>
              <a:srgbClr val="2E46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566928" y="4590288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161288" y="45262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can layers do more than one neuron ever could?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66928" y="5349240"/>
            <a:ext cx="11055096" cy="868680"/>
          </a:xfrm>
          <a:prstGeom prst="roundRect">
            <a:avLst>
              <a:gd name="adj" fmla="val 10526"/>
            </a:avLst>
          </a:prstGeom>
          <a:solidFill>
            <a:srgbClr val="1B2C4E"/>
          </a:solidFill>
          <a:ln w="12700">
            <a:solidFill>
              <a:srgbClr val="2E46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841248" y="5577840"/>
            <a:ext cx="10506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session:  </a:t>
            </a:r>
            <a:r>
              <a:rPr lang="en-US" sz="1700" dirty="0">
                <a:solidFill>
                  <a:srgbClr val="C6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train a small neural network, so the weights improve from data instead of being chosen by us.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3361</Words>
  <Application>Microsoft Office PowerPoint</Application>
  <PresentationFormat>Widescreen</PresentationFormat>
  <Paragraphs>595</Paragraphs>
  <Slides>26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3 — From Regression to Neural Networks</dc:title>
  <dc:subject>PptxGenJS Presentation</dc:subject>
  <dc:creator>Fundamentals of AI Bootcamp</dc:creator>
  <cp:lastModifiedBy>Winner Admasu Abula</cp:lastModifiedBy>
  <cp:revision>3</cp:revision>
  <dcterms:created xsi:type="dcterms:W3CDTF">2026-09-05T05:55:57Z</dcterms:created>
  <dcterms:modified xsi:type="dcterms:W3CDTF">2026-09-05T07:37:14Z</dcterms:modified>
</cp:coreProperties>
</file>