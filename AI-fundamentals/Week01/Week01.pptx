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notesSlides/notesSlide15.xml" ContentType="application/vnd.openxmlformats-officedocument.presentationml.notesSlide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notesSlides/notesSlide16.xml" ContentType="application/vnd.openxmlformats-officedocument.presentationml.notesSlide+xml"/>
  <Override PartName="/ppt/ink/ink170.xml" ContentType="application/inkml+xml"/>
  <Override PartName="/ppt/notesSlides/notesSlide17.xml" ContentType="application/vnd.openxmlformats-officedocument.presentationml.notesSlide+xml"/>
  <Override PartName="/ppt/ink/ink171.xml" ContentType="application/inkml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notesSlides/notesSlide28.xml" ContentType="application/vnd.openxmlformats-officedocument.presentationml.notesSlide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notesSlides/notesSlide29.xml" ContentType="application/vnd.openxmlformats-officedocument.presentationml.notesSlide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notesSlides/notesSlide30.xml" ContentType="application/vnd.openxmlformats-officedocument.presentationml.notesSlide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notesSlides/notesSlide31.xml" ContentType="application/vnd.openxmlformats-officedocument.presentationml.notesSlide+xml"/>
  <Override PartName="/ppt/ink/ink369.xml" ContentType="application/inkml+xml"/>
  <Override PartName="/ppt/ink/ink370.xml" ContentType="application/inkml+xml"/>
  <Override PartName="/ppt/ink/ink371.xml" ContentType="application/inkml+xml"/>
  <Override PartName="/ppt/notesSlides/notesSlide32.xml" ContentType="application/vnd.openxmlformats-officedocument.presentationml.notesSlide+xml"/>
  <Override PartName="/ppt/ink/ink372.xml" ContentType="application/inkml+xml"/>
  <Override PartName="/ppt/notesSlides/notesSlide33.xml" ContentType="application/vnd.openxmlformats-officedocument.presentationml.notesSlide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notesSlides/notesSlide34.xml" ContentType="application/vnd.openxmlformats-officedocument.presentationml.notesSlide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91" r:id="rId2"/>
    <p:sldId id="256" r:id="rId3"/>
    <p:sldId id="257" r:id="rId4"/>
    <p:sldId id="258" r:id="rId5"/>
    <p:sldId id="259" r:id="rId6"/>
    <p:sldId id="260" r:id="rId7"/>
    <p:sldId id="261" r:id="rId8"/>
    <p:sldId id="292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8" r:id="rId35"/>
    <p:sldId id="289" r:id="rId36"/>
    <p:sldId id="293" r:id="rId37"/>
    <p:sldId id="290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53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712 20 24575,'-1'-1'0,"1"0"0,0 1 0,-1-1 0,1 0 0,0 0 0,-1 1 0,1-1 0,-1 0 0,1 1 0,-1-1 0,0 0 0,1 1 0,-1-1 0,0 1 0,1-1 0,-1 1 0,0-1 0,0 1 0,0 0 0,1-1 0,-1 1 0,0 0 0,0-1 0,0 1 0,0 0 0,1 0 0,-3 0 0,-28-3 0,27 3 0,-38-2 0,-1 2 0,-75 10 0,95-6 0,0 1 0,1 1 0,-1 1 0,1 1 0,1 1 0,-37 20 0,30-12 0,0 1 0,1 2 0,0 0 0,2 2 0,1 1 0,-32 37 0,50-51 0,1-1 0,0 1 0,0 0 0,1 0 0,0 0 0,0 1 0,1-1 0,0 1 0,1 0 0,-2 15 0,3-11 0,1 0 0,0 0 0,1 0 0,0 0 0,1 0 0,8 26 0,-3-18 0,1-1 0,1 0 0,1 0 0,1-1 0,1 0 0,1-1 0,0 0 0,2-1 0,16 17 0,3-4 0,64 44 0,-57-46 0,42 40 0,-49-38 0,-12-12 0,-1 2 0,35 43 0,-46-46 0,-1 0 0,-1 0 0,0 1 0,-2 1 0,0-1 0,7 38 0,1 6 0,3 6 0,-4 0 0,-2 1 0,2 141 0,-2 45 0,-5-156 0,2-9 0,1 23 0,-8-94 0,6 31 0,-3-30 0,1 30 0,-4 536 0,-2-283 0,0-287 0,0-15 0,1 0 0,0 0 0,0 1 0,0-1 0,0 0 0,0 0 0,1 0 0,-1 1 0,1 2 0,0-4 0,0 0 0,-1 0 0,1 0 0,0 0 0,0-1 0,0 1 0,0 0 0,0 0 0,0-1 0,0 1 0,0 0 0,0-1 0,0 1 0,0-1 0,0 0 0,0 1 0,1-1 0,-1 0 0,0 0 0,0 0 0,0 1 0,2-1 0,37 1 0,1 0 0,0-3 0,67-11 0,-105 13 0,1-1 0,-1 1 0,1-1 0,-1 1 0,1 1 0,-1-1 0,1 0 0,-1 1 0,1-1 0,-1 1 0,0 0 0,1 0 0,-1 1 0,0-1 0,0 1 0,0 0 0,0-1 0,0 1 0,0 0 0,3 3 0,-3-1 0,0 0 0,0 0 0,0 0 0,-1 0 0,0 1 0,1-1 0,-2 1 0,1 0 0,0-1 0,-1 1 0,0 0 0,0 0 0,0 0 0,-1 5 0,-1 231 0,-1-210 0,-2 4 0,-1-1 0,-1-1 0,-14 40 0,10-38 0,1 0 0,-7 70 0,16 226 0,5-282 0,1-1 0,20 72 0,4 29 0,-2 32 0,13 110 0,-1 10 0,-13-112 0,17 112 0,-39-270 0,2 0 0,1-1 0,20 49 0,-16-45 0,5 19 0,-14-39 0,1 1 0,1 0 0,1-1 0,0 0 0,0 0 0,11 15 0,-14-26 0,0 1 0,0 0 0,1-1 0,-1 0 0,1 0 0,0 0 0,-1 0 0,7 3 0,-8-5 0,-1-1 0,1 1 0,0 0 0,0 0 0,-1-1 0,1 1 0,0-1 0,0 0 0,0 0 0,-1 1 0,1-1 0,0 0 0,0 0 0,0-1 0,0 1 0,-1 0 0,1-1 0,0 1 0,0-1 0,-1 1 0,1-1 0,0 0 0,-1 0 0,4-1 0,9-11-366,21-22 1,-29 28-269,26-27-6192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57.5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 50 24575,'2'40'0,"2"0"0,12 48 0,-1-1 0,29 219 0,-45-289 0,1-17 0,-1 0 0,1 1 0,0-1 0,0 0 0,0 0 0,-1 0 0,1 0 0,0 0 0,0 0 0,-1 0 0,1 0 0,0 0 0,0 0 0,-1 0 0,1 0 0,0 0 0,0 0 0,-1 0 0,1 0 0,0-1 0,0 1 0,0 0 0,-1 0 0,1 0 0,0 0 0,0 0 0,0 0 0,-1-1 0,1 1 0,0 0 0,0 0 0,0 0 0,0-1 0,-1 1 0,1 0 0,-21-29 0,21 28 0,-20-32 0,1 0 0,2-2 0,1 0 0,1-1 0,3-1 0,1 0 0,1 0 0,2-1 0,2-1 0,-2-54 0,8 88 0,0 0 0,0-1 0,1 1 0,-1-1 0,1 1 0,0 0 0,1-1 0,-1 1 0,1 0 0,0 0 0,0 0 0,1 0 0,0 1 0,0-1 0,0 1 0,0-1 0,0 1 0,1 0 0,0 0 0,0 0 0,0 1 0,0 0 0,1 0 0,-1 0 0,1 0 0,0 0 0,0 1 0,0 0 0,10-3 0,-1 1 0,0 1 0,0 0 0,1 1 0,-1 1 0,1 0 0,16 2 0,-26-1 0,1 1 0,-1 0 0,0 0 0,0 0 0,1 1 0,-1-1 0,0 1 0,-1 1 0,1-1 0,0 1 0,-1 0 0,1 0 0,-1 0 0,0 0 0,0 1 0,0 0 0,0 0 0,-1 0 0,6 8 0,-4-5 0,-1 1 0,0 0 0,-1 0 0,1 0 0,-2 0 0,1 0 0,2 14 0,-5-19 0,1 1 0,-1 0 0,0 0 0,0 0 0,-1 0 0,1 0 0,-1 0 0,1 0 0,-1 0 0,0-1 0,-1 1 0,1 0 0,-1-1 0,0 1 0,0-1 0,0 1 0,0-1 0,-5 6 0,-24 16 0,22-18 0,0 0 0,1 1 0,-14 14 0,21-20 0,-1-1 0,1 1 0,0 0 0,0 0 0,0 0 0,0 0 0,0 0 0,0 0 0,0 0 0,0 1 0,1-1 0,-1 0 0,1 0 0,0 1 0,0-1 0,0 0 0,0 0 0,0 1 0,0-1 0,0 0 0,1 0 0,-1 1 0,2 2 0,1 0 0,-1 0 0,1 0 0,0-1 0,0 1 0,1-1 0,-1 0 0,1 0 0,8 7 0,39 25 0,-40-29 0,22 13-341,1-2 0,0-1-1,71 24 1,-63-28-6485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58.4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 1 24575,'-11'1'0,"0"1"0,0 0 0,0 1 0,0 0 0,1 1 0,0 0 0,-1 1 0,-14 9 0,21-11 0,0 0 0,1 0 0,-1 0 0,1 0 0,0 1 0,0 0 0,0-1 0,0 1 0,1 0 0,-1 0 0,1 1 0,0-1 0,0 0 0,1 1 0,-1-1 0,1 1 0,0 0 0,0 5 0,-2 9 0,2-1 0,0 1 0,3 22 0,-1-29 0,1-1 0,0 1 0,1-1 0,0 0 0,6 14 0,-8-21 0,0-1 0,0 0 0,1 1 0,-1-1 0,1 0 0,0 0 0,0 0 0,0 0 0,1-1 0,-1 1 0,1-1 0,-1 1 0,1-1 0,0 0 0,0 0 0,0 0 0,0 0 0,0-1 0,0 1 0,0-1 0,4 2 0,-3-3 0,0 0 0,0-1 0,1 1 0,-1-1 0,-1 0 0,1 0 0,0 0 0,0 0 0,0-1 0,0 1 0,-1-1 0,1 0 0,3-3 0,5-3 0,0 0 0,13-13 0,-20 16 0,0-1 0,0 1 0,0-1 0,-1 0 0,0 0 0,0-1 0,-1 1 0,1-1 0,-1 1 0,-1-1 0,1 0 0,-1 0 0,-1-1 0,1 1 0,-1 0 0,0 0 0,-1-1 0,0 1 0,0-1 0,0 1 0,-3-11 0,2 14 1,-1 0 0,1 0 0,-1 0 1,0 0-1,0 0 0,0 0 0,-1 1 0,1-1 0,-1 1 0,0-1 0,0 1 0,0 0 0,-1 0 0,1 1 0,-1-1 0,-4-2 0,-18-16-1384,18 11-5443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59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0 137 24575,'0'36'0,"5"142"0,-3-150 0,2 0 0,0 0 0,2-1 0,12 34 0,0-27 0,-18-33 0,0-1 0,0 0 0,0 0 0,0 0 0,0 1 0,0-1 0,1 0 0,-1 0 0,0 0 0,0 1 0,0-1 0,0 0 0,1 0 0,-1 0 0,0 0 0,0 0 0,0 0 0,1 1 0,-1-1 0,0 0 0,0 0 0,1 0 0,-1 0 0,0 0 0,0 0 0,1 0 0,-1 0 0,0 0 0,0 0 0,1 0 0,-1 0 0,0 0 0,0 0 0,0 0 0,1 0 0,-1-1 0,0 1 0,0 0 0,1 0 0,-1 0 0,0 0 0,0 0 0,0 0 0,0-1 0,1 1 0,-1 0 0,0 0 0,0 0 0,0 0 0,0-1 0,1 1 0,-1 0 0,0 0 0,0-1 0,0 1 0,0 0 0,0 0 0,0 0 0,0-1 0,0 1 0,0 0 0,0 0 0,0-1 0,0 1 0,0 0 0,0 0 0,0-1 0,0 1 0,4-23 0,-4 19 0,36-371 0,-36 370 0,0 3 0,0 0 0,0 0 0,0 0 0,1 0 0,-1 0 0,1 0 0,-1 0 0,1 1 0,-1-1 0,1 0 0,0 0 0,1-1 0,-2 3 0,1 0 0,-1-1 0,0 1 0,1 0 0,-1 0 0,0 0 0,1 0 0,-1 0 0,0 0 0,1 0 0,-1 0 0,0 0 0,1 0 0,-1 0 0,0 0 0,1 0 0,-1 0 0,0 0 0,1 0 0,-1 0 0,0 1 0,1-1 0,-1 0 0,0 0 0,0 0 0,1 1 0,-1-1 0,0 0 0,1 0 0,-1 0 0,0 1 0,0-1 0,0 0 0,1 1 0,-1-1 0,0 0 0,0 1 0,5 7 0,0 0 0,-1 0 0,6 15 0,53 148 0,-40-103 0,2-1 0,67 124 0,-89-185 0,1-1 0,-1 1 0,1 0 0,0-1 0,7 8 0,-11-13 0,1 1 0,-1-1 0,1 1 0,-1-1 0,1 1 0,0-1 0,-1 0 0,1 1 0,-1-1 0,1 0 0,0 1 0,-1-1 0,1 0 0,0 0 0,0 0 0,-1 0 0,1 1 0,0-1 0,-1 0 0,1 0 0,0 0 0,0 0 0,-1-1 0,1 1 0,0 0 0,-1 0 0,1 0 0,0 0 0,-1-1 0,1 1 0,0 0 0,-1-1 0,1 1 0,0-1 0,-1 1 0,1 0 0,-1-1 0,1 0 0,-1 1 0,1-1 0,-1 1 0,1-1 0,-1 1 0,0-1 0,1 0 0,-1 1 0,0-1 0,0 0 0,1 0 0,3-9 0,0 1 0,0-1 0,-1 0 0,0 0 0,-1-1 0,1-10 0,3-68 0,-5 65 0,-1-215 120,-3 196-491,-2 0-1,-1 1 1,-19-63 0,13 69-6455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2:00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447 13 24575,'-1'-1'0,"1"1"0,-1-1 0,1 0 0,-1 1 0,1-1 0,-1 0 0,1 1 0,-1-1 0,1 1 0,-1-1 0,0 1 0,1-1 0,-1 1 0,0-1 0,1 1 0,-1 0 0,0-1 0,0 1 0,0 0 0,1 0 0,-1-1 0,0 1 0,0 0 0,0 0 0,-1 0 0,-23-2 0,-2 5 0,-1 2 0,1 0 0,0 2 0,0 1 0,-28 12 0,16-7 0,20-7 0,1 1 0,-1 1 0,1 0 0,0 1 0,-21 15 0,36-22 0,0 0 0,0 1 0,0-1 0,0 1 0,0 0 0,0 0 0,1 0 0,0 0 0,-1 1 0,1-1 0,0 0 0,1 1 0,-1 0 0,1-1 0,-1 1 0,1 0 0,0 0 0,1 0 0,-1 0 0,0-1 0,1 1 0,0 0 0,0 0 0,0 0 0,1 0 0,-1 0 0,1 0 0,0 0 0,0 0 0,1 0 0,-1-1 0,1 1 0,3 5 0,2 5 0,2-1 0,0 1 0,0-2 0,1 0 0,1 0 0,22 19 0,81 53 0,-48-37 0,-64-46 7,0 0 0,0 0 0,-1 0 0,1 1 0,-1-1 1,1 1-1,-1-1 0,1 1 0,-1 0 0,0-1 0,0 1 0,0 0 0,0 0 0,0 0 0,0 0 0,0 3 0,-1-4-57,0 0 1,0 0-1,-1 1 1,1-1-1,-1 0 1,1 0-1,-1 0 1,1 0-1,-1 0 1,0 0-1,1 0 1,-1 0-1,0-1 1,0 1-1,1 0 1,-1 0-1,0 0 1,0-1-1,0 1 1,0-1-1,0 1 1,0-1-1,0 1 1,-1-1-1,1 1 1,0-1-1,0 0 1,0 0-1,-2 1 1,-13 2-6777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3:33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199 62 24575,'-45'-1'0,"-51"2"0,94 0 0,-1-1 0,1 0 0,-1 1 0,1 0 0,-1-1 0,1 1 0,0 0 0,-1 0 0,1 1 0,0-1 0,0 0 0,0 1 0,0-1 0,0 1 0,0 0 0,0-1 0,1 1 0,-1 0 0,0 0 0,1 0 0,0 0 0,-1 1 0,1-1 0,0 0 0,0 1 0,0-1 0,1 0 0,-1 1 0,0 3 0,-1 8 0,1 0 0,0 0 0,1-1 0,1 19 0,1-8 0,-2 15 0,-1-23 0,1-1 0,1 0 0,0 1 0,5 21 0,-4-32 0,-1-1 0,1 1 0,0 0 0,0-1 0,1 1 0,-1-1 0,1 0 0,0 0 0,0 0 0,0 0 0,1 0 0,-1-1 0,1 0 0,0 1 0,0-1 0,0-1 0,9 6 0,-4-5 0,-1 1 0,1-2 0,0 1 0,0-1 0,0 0 0,0-1 0,17 0 0,2-1 0,35-5 0,-56 4 0,0 0 0,-1-1 0,1 0 0,-1 0 0,0-1 0,1 0 0,-1 0 0,8-6 0,44-36 0,-31 23 0,-23 18 0,-1 0 0,1 0 0,-1 0 0,0 0 0,-1-1 0,1 1 0,-1-1 0,0 1 0,0-1 0,0 0 0,0 0 0,-1 0 0,1-9 0,2-9 0,0-37 0,-4 49 0,1-3 0,-1 0 0,-3-28 0,3 38 0,-1 0 0,0-1 0,0 1 0,-1 1 0,1-1 0,-1 0 0,0 0 0,0 0 0,0 1 0,0-1 0,-1 1 0,0 0 0,1 0 0,-6-5 0,7 8 0,-11-10 0,0 1 0,-13-8 0,20 14 0,0 1 0,0-1 0,0 1 0,0 1 0,0-1 0,0 1 0,-1 0 0,1 0 0,-6 0 0,-20-3-1365,19 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3:35.2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1 24575,'0'3'0,"0"4"0,0 4 0,0 12 0,0 8 0,0 7 0,0 10 0,0 9 0,0 18 0,-3-3 0,-4-14 0,-4-20 0,0-20 0,2-15 0,2-15 0,3-4-8191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3:37.3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19 128 24575,'-1'0'0,"1"-1"0,-1 1 0,0 0 0,0-1 0,1 1 0,-1-1 0,0 1 0,1-1 0,-1 1 0,0-1 0,1 1 0,-1-1 0,1 0 0,-1 1 0,1-1 0,-1 0 0,1 1 0,-1-1 0,1 0 0,0 0 0,-1 1 0,1-1 0,0 0 0,0 0 0,0 0 0,-1 1 0,1-3 0,-3-26 0,3 26 0,-1-1 0,1-1 0,0 1 0,0-1 0,0 1 0,1-1 0,-1 1 0,1-1 0,0 1 0,3-8 0,-3 10 0,0 1 0,1-1 0,-1 0 0,0 1 0,1-1 0,-1 1 0,1-1 0,0 1 0,-1 0 0,1 0 0,0 0 0,0 0 0,0 0 0,0 0 0,-1 0 0,1 1 0,1-1 0,-1 0 0,0 1 0,0 0 0,0 0 0,0-1 0,2 2 0,1-2 0,0 1 0,0-1 0,0 1 0,1 1 0,-1-1 0,0 1 0,0 0 0,0 0 0,-1 0 0,1 1 0,0 0 0,0 0 0,-1 0 0,1 0 0,-1 1 0,0 0 0,0 0 0,0 0 0,0 0 0,0 1 0,-1-1 0,1 1 0,-1 0 0,0 0 0,0 0 0,0 0 0,-1 1 0,0-1 0,3 7 0,6 18 0,-6-18 0,-1 1 0,0 0 0,0 0 0,-2 0 0,1 0 0,0 13 0,-3-6 0,0-1 0,-1 1 0,-5 21 0,4-30 0,0 0 0,-1 0 0,0 0 0,-1 0 0,0 0 0,0-1 0,-7 11 0,8-17 0,0 0 0,0-1 0,0 1 0,0-1 0,0 1 0,0-1 0,-1 0 0,1 0 0,-1 0 0,0-1 0,1 1 0,-1-1 0,0 0 0,0 0 0,-6 1 0,3-1 0,0 1 0,1 0 0,-13 5 0,19-6 0,-1-1 0,0 0 0,0 1 0,1-1 0,-1 1 0,0-1 0,1 1 0,-1-1 0,0 1 0,1-1 0,-1 1 0,1 0 0,-1-1 0,1 1 0,-1 0 0,1-1 0,0 1 0,-1 0 0,1 0 0,0-1 0,-1 1 0,1 0 0,0 0 0,0-1 0,0 1 0,0 0 0,0 1 0,0-1 0,1 1 0,-1 0 0,1-1 0,-1 1 0,1-1 0,0 1 0,0-1 0,0 0 0,0 1 0,0-1 0,0 0 0,2 2 0,5 5 0,1-2 0,0 1 0,11 5 0,-18-10 0,150 78 0,-125-69 0,1 0 0,1-1 0,51 9 0,-77-18 0,1 0 0,-1-1 0,1 0 0,-1 1 0,1-1 0,-1 0 0,1-1 0,0 1 0,-1-1 0,1 0 0,-1 1 0,4-3 0,-6 2 0,1 0 0,-1 0 0,1 0 0,-1 0 0,0 0 0,0-1 0,1 1 0,-1 0 0,0-1 0,0 1 0,-1-1 0,1 1 0,0-1 0,0 0 0,-1 1 0,1-1 0,-1 0 0,1 1 0,-1-1 0,0 0 0,0 0 0,0 1 0,0-1 0,0 0 0,0-2 0,-2-17-1365,0 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3:39.8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15 24575,'1'-2'0,"1"1"0,-1 0 0,1-1 0,-1 1 0,1 0 0,0 0 0,0 0 0,-1 1 0,1-1 0,0 0 0,0 0 0,0 1 0,0 0 0,0-1 0,0 1 0,-1 0 0,1 0 0,4 0 0,-3 0 0,1 1 0,-1 0 0,1 0 0,-1 0 0,0 0 0,1 1 0,-1-1 0,0 1 0,0 0 0,3 2 0,-2-1 0,0 0 0,0 1 0,0-1 0,0 1 0,-1 0 0,1 0 0,-1 1 0,0-1 0,0 1 0,-1-1 0,1 1 0,-1 0 0,0 0 0,1 5 0,0 11 0,-1 0 0,-2 0 0,0 0 0,-1 0 0,-6 34 0,6-51 0,0 1 0,-1-1 0,1 1 0,-1-1 0,0 0 0,0 1 0,0-1 0,0 0 0,-1-1 0,0 1 0,1 0 0,-2-1 0,1 1 0,0-1 0,-7 5 0,26 8 0,-2-4 0,-9-5 0,-1 0 0,1 0 0,-1 1 0,-1-1 0,1 1 0,2 9 0,13 54 0,-13-45 0,-1-2 0,-1 0 0,-1 0 0,-1 0 0,-1 1 0,-3 38 0,2-61 0,-1 0 0,1 0 0,0 0 0,-1 0 0,1 0 0,-1 0 0,0 0 0,1-1 0,-1 1 0,0 0 0,0 0 0,-2 1 0,3-2 0,-1 0 0,0-1 0,1 1 0,-1-1 0,0 1 0,0-1 0,1 1 0,-1-1 0,0 1 0,0-1 0,0 1 0,0-1 0,0 0 0,0 0 0,0 0 0,0 1 0,0-1 0,-1 0 0,-1-1 0,0 1 0,-1-1 0,1 0 0,0 0 0,0 0 0,0-1 0,0 1 0,0-1 0,0 1 0,1-1 0,-1 0 0,-4-4 0,-1 0 0,-1 0 0,1 1 0,-1 0 0,0 0 0,0 1 0,-1 0 0,1 1 0,-1 0 0,-17-3 0,25 6 6,0-1-1,1 1 1,-1 0-1,1-1 0,-1 0 1,1 1-1,-1-1 1,1 0-1,-1 0 1,1 0-1,0 0 1,-1 0-1,1 0 0,0 0 1,0 0-1,0-1 1,0 1-1,0 0 1,0-1-1,0 1 1,-1-3-1,1-1-253,-1 0 1,1 1-1,0-1 1,0 0-1,0-9 1,1-4-6579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4:14.72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4:17.63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89 108 24575,'-1'1'0,"0"-1"0,-1 1 0,1-1 0,0 1 0,0-1 0,0 1 0,0 0 0,0-1 0,0 1 0,0 0 0,0 0 0,0 0 0,0 0 0,0 0 0,0 0 0,1 0 0,-1 0 0,0 1 0,-15 26 0,13-21 0,-3 5 0,0 1 0,1-1 0,1 1 0,0 0 0,1 0 0,0 0 0,-1 24 0,-3 10 0,4-31 0,-2 31 0,5-41 0,0 0 0,0 0 0,1 0 0,0 0 0,0-1 0,1 1 0,-1 0 0,1-1 0,3 7 0,-2-7 0,-1 0 0,1 0 0,0 0 0,0 0 0,1 0 0,6 6 0,-8-9 0,1 0 0,-1 0 0,1-1 0,0 1 0,-1-1 0,1 0 0,0 0 0,0 0 0,0 0 0,0 0 0,0 0 0,0-1 0,0 0 0,4 1 0,4-1 0,0 1 0,0-2 0,1 1 0,-2-2 0,14-2 0,-19 3 0,0-1 0,-1 0 0,0 1 0,1-2 0,-1 1 0,0 0 0,0-1 0,0 0 0,0 0 0,-1 0 0,1-1 0,-1 1 0,0-1 0,4-5 0,0-2 0,0-1 0,0 0 0,-1-1 0,-1 1 0,0-1 0,-1 0 0,0 0 0,-1-1 0,0 1 0,-1-1 0,-1 1 0,0-1 0,-2-18 0,1-1 0,1 16 0,-2-1 0,0 1 0,-5-28 0,5 39 0,-1 1 0,0 0 0,0 0 0,0-1 0,0 1 0,-1 1 0,0-1 0,0 0 0,0 1 0,-1-1 0,1 1 0,-1 0 0,0 0 0,0 0 0,-8-4 0,-3-3 0,5 3 0,0 1 0,-1 1 0,1 0 0,-24-10 0,32 15 0,0 1 0,0-1 0,-1 0 0,1 1 0,0 0 0,-1-1 0,1 1 0,-1 0 0,1 0 0,0 0 0,-1 1 0,1-1 0,0 0 0,-1 1 0,1 0 0,0-1 0,0 1 0,-1 0 0,1 0 0,0 0 0,0 1 0,0-1 0,0 0 0,0 1 0,1-1 0,-1 1 0,0 0 0,1 0 0,-1 0 0,1-1 0,0 1 0,-2 3 0,-30 51-1365,27-46-5461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4:19.45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 0 24575,'-1'34'0,"1"6"0,1 0 0,9 61 0,-6-75-455,-2 1 0,0 41 0,-2-53-6371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4:24.22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74 24575,'0'-4'0,"0"-1"0,0 1 0,0-1 0,1 0 0,0 1 0,-1-1 0,2 1 0,-1 0 0,2-5 0,-2 7 0,1 0 0,-1 0 0,0 1 0,1-1 0,0 1 0,-1-1 0,1 1 0,0 0 0,-1 0 0,1-1 0,0 1 0,0 1 0,0-1 0,0 0 0,0 0 0,0 1 0,0-1 0,1 1 0,-1 0 0,0-1 0,3 1 0,3-1 0,-1 1 0,0-1 0,1 1 0,-1 1 0,1-1 0,-1 1 0,12 4 0,-17-5 0,1 1 0,-1 0 0,0 0 0,0 1 0,0-1 0,0 0 0,0 1 0,0-1 0,0 1 0,0 0 0,-1-1 0,1 1 0,0 0 0,-1 0 0,0 0 0,1 0 0,-1 0 0,0 1 0,0-1 0,0 0 0,-1 0 0,1 1 0,0-1 0,-1 1 0,0-1 0,1 4 0,-1 5 0,-1 1 0,0-1 0,-1 0 0,0 0 0,0-1 0,-1 1 0,-1 0 0,0-1 0,0 0 0,-7 10 0,-7 22 0,18-41 0,0 0 0,-1-1 0,1 1 0,0-1 0,0 1 0,0 0 0,0-1 0,0 1 0,-1 0 0,1-1 0,0 1 0,1 0 0,-1-1 0,0 1 0,0 0 0,0-1 0,0 1 0,0 0 0,1-1 0,-1 1 0,0-1 0,0 1 0,1-1 0,-1 1 0,0 0 0,1-1 0,-1 1 0,1-1 0,-1 1 0,1-1 0,-1 0 0,1 1 0,-1-1 0,1 1 0,-1-1 0,1 0 0,0 0 0,-1 1 0,1-1 0,0 0 0,-1 0 0,1 0 0,-1 0 0,1 1 0,0-1 0,0 0 0,4 0 0,0 1 0,1-1 0,-1 0 0,10-2 0,1 0 0,0-2 0,0 0 0,0 0 0,29-14 0,-37 14 0,-1 0 0,1 0 0,-1-1 0,0 0 0,0 0 0,0-1 0,-1 0 0,0 0 0,0 0 0,-1-1 0,7-10 0,-1-2-1365,-1 0-5461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4:25.80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91 24575,'-1'-5'0,"1"0"0,1 1 0,-1-1 0,1 1 0,-1-1 0,1 0 0,1 1 0,-1-1 0,1 1 0,-1 0 0,5-8 0,-4 10 0,0 0 0,0-1 0,1 1 0,-1 0 0,0 0 0,1 1 0,-1-1 0,1 0 0,0 1 0,-1-1 0,1 1 0,0 0 0,0 0 0,0 0 0,0 0 0,0 1 0,0-1 0,0 1 0,3 0 0,2-1 0,1 0 0,-1 1 0,0 1 0,0-1 0,0 1 0,0 1 0,0-1 0,-1 1 0,12 4 0,-16-4 0,-1-1 0,0 0 0,1 1 0,-1-1 0,0 1 0,0 0 0,0-1 0,0 1 0,0 0 0,0 0 0,0 1 0,-1-1 0,1 0 0,-1 1 0,1-1 0,-1 1 0,0-1 0,0 1 0,0-1 0,-1 1 0,1 0 0,-1-1 0,1 1 0,-1 0 0,0 0 0,0-1 0,0 1 0,0 0 0,0-1 0,-1 1 0,0 3 0,0-2 0,0 0 0,-1 0 0,1 0 0,-1 0 0,0 0 0,0-1 0,0 1 0,0-1 0,-6 7 0,-30 27 0,4-3 0,33-34 0,1 1 0,0-1 0,-1 0 0,1 0 0,0 1 0,-1-1 0,1 0 0,0 1 0,0-1 0,-1 0 0,1 1 0,0-1 0,0 1 0,-1-1 0,1 0 0,0 1 0,0-1 0,0 1 0,0-1 0,0 1 0,0-1 0,0 1 0,0-1 0,0 0 0,0 1 0,0-1 0,0 1 0,0-1 0,0 1 0,0-1 0,0 1 0,0-1 0,0 0 0,1 1 0,-1-1 0,0 1 0,1-1 0,0 1 0,0-1 0,0 1 0,1-1 0,-1 0 0,0 1 0,1-1 0,-1 0 0,0 0 0,1 0 0,-1 0 0,0 0 0,2-1 0,41-9 0,-38 8 0,-2 1 0,1-1 0,-1 0 0,0 1 0,1 0 0,-1 0 0,1 0 0,-1 1 0,1 0 0,0 0 0,-1 0 0,6 1 0,-10-1 0,1 0 0,0 1 0,-1-1 0,1 1 0,0-1 0,-1 1 0,1-1 0,-1 1 0,1 0 0,-1-1 0,0 1 0,1-1 0,-1 1 0,1 0 0,-1 0 0,0-1 0,0 1 0,1 0 0,-1-1 0,0 1 0,0 0 0,0 0 0,0-1 0,0 1 0,0 0 0,0 0 0,0 0 0,0-1 0,0 1 0,-1 0 0,1 0 0,0-1 0,0 1 0,-1 0 0,1-1 0,-1 2 0,-15 30 0,14-30 0,-4 9 0,0 0 0,-1 0 0,-1-1 0,0 0 0,-18 17 0,23-25 0,1 1 0,-1-1 0,0 0 0,-1-1 0,1 1 0,0 0 0,0-1 0,-1 0 0,1 0 0,-1 0 0,1 0 0,-1 0 0,0-1 0,1 1 0,-1-1 0,1 0 0,-1 0 0,0-1 0,1 1 0,-1-1 0,1 0 0,-1 1 0,1-2 0,-1 1 0,-4-3 0,8 4 1,-1 0 0,1 0-1,0 0 1,0 0 0,0 0-1,-1 0 1,1 0 0,0 0-1,0 0 1,-1 0 0,1 0-1,0 0 1,0 0 0,0-1 0,-1 1-1,1 0 1,0 0 0,0 0-1,0 0 1,0-1 0,0 1-1,-1 0 1,1 0 0,0 0-1,0-1 1,0 1 0,0 0-1,0 0 1,0 0 0,0-1-1,0 1 1,0 0 0,0 0 0,0-1-1,0 1 1,0 0 0,0 0-1,0-1 1,9-4-1393,8-2-5434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03.2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71 162 24575,'20'-2'0,"-1"-1"0,0-1 0,0 0 0,0-2 0,33-14 0,-49 20 0,-1-1 0,0 0 0,1-1 0,-1 1 0,0 0 0,1-1 0,-1 1 0,0-1 0,0 0 0,2-3 0,-3 5 0,-1-1 0,0 0 0,1 1 0,-1-1 0,0 0 0,0 0 0,0 1 0,1-1 0,-1 0 0,0 0 0,0 1 0,0-1 0,0 0 0,0 0 0,-1 1 0,1-1 0,0 0 0,0 0 0,0 1 0,-1-1 0,1 0 0,0 1 0,-1-1 0,1 0 0,-1 1 0,1-1 0,0 0 0,-1 1 0,0-1 0,1 1 0,-1-1 0,1 1 0,-1-1 0,0 1 0,1 0 0,-1-1 0,0 1 0,1 0 0,-2-1 0,-13-7 0,0 0 0,0 1 0,-1 1 0,0 1 0,0 0 0,-29-5 0,21 6 0,0-2 0,-25-11 0,85 14 0,-8 3 0,-1 1 0,1 1 0,-1 1 0,0 1 0,29 9 0,-55-13 0,0 0 0,-1 0 0,1 0 0,0 1 0,0-1 0,0 0 0,-1 1 0,1-1 0,0 0 0,-1 1 0,1-1 0,0 1 0,-1-1 0,1 1 0,0-1 0,-1 1 0,1 0 0,-1-1 0,1 2 0,-1-2 0,0 1 0,0-1 0,0 1 0,0-1 0,-1 1 0,1-1 0,0 0 0,0 1 0,-1-1 0,1 0 0,0 1 0,-1-1 0,1 0 0,0 1 0,-1-1 0,1 0 0,0 0 0,-1 1 0,1-1 0,-1 0 0,1 0 0,-1 0 0,1 1 0,-1-1 0,-41 11 0,34-9 0,-6 0 0,-18 6 0,30-8 0,0 1 0,1-1 0,-1 1 0,0 0 0,1-1 0,-1 1 0,0 0 0,1 0 0,0 0 0,-1 0 0,1 1 0,-1-1 0,0 2 0,2-3 0,-1 1 0,1-1 0,0 1 0,0-1 0,0 0 0,0 1 0,0-1 0,0 1 0,0-1 0,0 0 0,0 1 0,0-1 0,1 1 0,-1-1 0,0 0 0,0 1 0,0-1 0,0 1 0,1-1 0,-1 0 0,0 1 0,0-1 0,1 0 0,-1 1 0,0-1 0,0 0 0,1 0 0,-1 1 0,0-1 0,1 0 0,-1 0 0,1 1 0,14 7 0,-15-8 0,22 9 0,0-1 0,36 7 0,-14-3 0,-42-10 0,-10-1 0,-14 0 0,-155-2-1365,157 0-5461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04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267 0 24575,'-4'1'0,"1"-1"0,0 1 0,0 0 0,0 0 0,0 0 0,0 0 0,0 1 0,1-1 0,-1 1 0,0 0 0,1 0 0,-1 0 0,1 0 0,-3 3 0,-31 35 0,34-37 0,-120 157 0,117-152 0,0 1 0,1 0 0,-1 0 0,2 0 0,-1 1 0,2-1 0,-1 1 0,-1 13 0,-8 26 0,8-33 0,0 0 0,2 0 0,-1 1 0,2-1 0,1 1 0,0-1 0,0 1 0,2-1 0,0 1 0,1-1 0,1 0 0,0 0 0,1 0 0,11 21 0,-9-23 0,1 0 0,0-1 0,1 0 0,1-1 0,19 20 0,-28-30-59,1-1 0,-1 0-1,1 1 1,0-1-1,0 0 1,0 0 0,0 0-1,0 0 1,0 0 0,0-1-1,0 1 1,0 0 0,0-1-1,0 0 1,0 1 0,0-1-1,0 0 1,1 0-1,-1 0 1,0-1 0,0 1-1,4-1 1,14-4-6767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05.9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24575,'0'256'0,"21"-298"0,-13 24 0,0 1 0,2-1 0,18-25 0,-22 36 0,0 0 0,0 0 0,0 1 0,1 0 0,0 0 0,1 1 0,-1 0 0,1 0 0,0 0 0,10-3 0,132-50-1365,-138 53-5461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15.5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1 24575,'-3'0'0,"-1"6"0,-3 5 0,0 4 0,-2 1 0,0 3 0,0-4 0,0-3-8191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16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 1 24575,'-5'0'0,"-1"1"0,1 0 0,-1 0 0,1 0 0,-1 0 0,1 1 0,0 0 0,0 0 0,0 1 0,0 0 0,0-1 0,0 2 0,1-1 0,0 0 0,-7 7 0,1 0 0,1 1 0,0 0 0,1 0 0,0 1 0,-7 14 0,12-20 0,0 0 0,1 1 0,0-1 0,0 1 0,1-1 0,0 1 0,-1 11 0,3 52 0,0-36 0,-1 2 0,-1-23 0,0 0 0,1 0 0,1 0 0,0 0 0,1 0 0,0 0 0,1 0 0,6 15 0,-7-25 0,0 0 0,0 0 0,0 0 0,1 0 0,0-1 0,-1 1 0,1-1 0,0 1 0,0-1 0,0 0 0,0 0 0,0-1 0,1 1 0,-1-1 0,1 1 0,-1-1 0,1 0 0,-1-1 0,1 1 0,5 0 0,11 1 0,-1-1 0,33-2 0,-28 0 0,-19 1 0,4 0 0,1-1 0,0 1 0,16-5 0,-23 5 0,0-1 0,-1 0 0,1 0 0,0-1 0,0 1 0,-1-1 0,1 1 0,-1-1 0,1 0 0,-1 0 0,0 0 0,0 0 0,0 0 0,0 0 0,0-1 0,2-3 0,8-17-1365,-2 0-5461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17.8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24575,'0'6'0,"1"0"0,0-1 0,1 1 0,-1 0 0,1 0 0,0-1 0,0 1 0,1-1 0,-1 0 0,5 6 0,39 52 0,-28-41 0,55 69 0,-27-34 0,55 86 0,-89-122 0,-1 0 0,-1 0 0,0 1 0,-2 1 0,0 0 0,-2 0 0,-1 0 0,4 34 0,-6 83-692,-4-125 19,1-1-6153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29.6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0 24575,'-1'21'0,"-7"40"0,4-40 0,-2 39 0,6-48 0,0 7 0,0 0 0,5 29 0,-4-42 0,0 0 0,1 0 0,0 0 0,0 0 0,1 0 0,0 0 0,-1-1 0,2 1 0,-1-1 0,1 0 0,7 8 0,7 7 0,-7-8 0,1 0 0,0-1 0,0 0 0,1 0 0,28 16 0,-22-17-273,1 0 0,1-2 0,0 0 0,36 8 0,-39-13-6553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31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0 24575,'-1'0'0,"0"1"0,1-1 0,-1 0 0,1 1 0,-1-1 0,1 1 0,-1-1 0,0 0 0,1 1 0,0-1 0,-1 1 0,1-1 0,-1 1 0,1 0 0,0-1 0,-1 1 0,1-1 0,0 1 0,-1 0 0,1-1 0,0 1 0,0 0 0,0-1 0,0 1 0,0 0 0,0-1 0,0 1 0,0 1 0,-1 20 0,3-3 0,1 0 0,1 0 0,11 33 0,3 12 0,-10-28 0,-2-1 0,-2 1 0,0 52 0,-4-77 0,0 0 0,-1 0 0,-1 0 0,-5 20 0,6-27 0,0-1 0,0 1 0,-1-1 0,0 1 0,0-1 0,0 0 0,0 0 0,0 0 0,-1 0 0,1 0 0,-1 0 0,0-1 0,0 1 0,0-1 0,0 0 0,0 0 0,0 0 0,-4 1 0,6-2-80,-1-1 0,1 1-1,-1-1 1,1 1 0,-1-1-1,1 0 1,-1 0 0,1 0-1,-1 0 1,1 0 0,-1 0 0,1 0-1,-1 0 1,1-1 0,-1 1-1,-1-1 1,-8-5-6746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35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7 0,0 4 0,0 2 0,0 3 0,0 1 0,0 0 0,0-2 0,0-1 0,0-5-8191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37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24575,'0'47'0,"-2"12"0,4 0 0,1 0 0,18 88 0,-13-109-1365,-6-23-5461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38.3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136 1 24575,'0'3'0,"0"4"0,0 3 0,0 7 0,-3 3 0,-4 2 0,-4-1 0,-3-1 0,-2 0 0,2-1 0,-1-4 0,1-1 0,2 0 0,-1-2 0,3-1 0,3-2-8191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5:4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53 24575,'0'0'0,"0"0"0,0 0 0,0 0 0,0 0 0,0 0 0,-1 0 0,1 0 0,0 0 0,0 0 0,0 0 0,0 0 0,0 0 0,0 0 0,0 0 0,0 0 0,-1 0 0,1 0 0,0 0 0,0 0 0,0 0 0,0 0 0,0 0 0,0 0 0,0-1 0,0 1 0,0 0 0,0 0 0,0 0 0,0 0 0,-1 0 0,1 0 0,0 0 0,0 0 0,0 0 0,0-1 0,0 1 0,0 0 0,0 0 0,0 0 0,0 0 0,0 0 0,0 0 0,0 0 0,0-1 0,0 1 0,0 0 0,0 0 0,0 0 0,0 0 0,1 0 0,-1 0 0,0 0 0,5-9 0,8-6 0,-10 12 0,0 1 0,0-1 0,0 1 0,0 0 0,1 0 0,-1 0 0,1 0 0,-1 1 0,1-1 0,0 1 0,-1 0 0,1 0 0,0 0 0,0 1 0,6-1 0,-7 1 0,-1 0 0,0 0 0,1 1 0,-1-1 0,1 1 0,-1-1 0,0 1 0,1 0 0,-1 0 0,0 0 0,0 0 0,1 0 0,-1 1 0,0-1 0,0 0 0,0 1 0,-1 0 0,1-1 0,0 1 0,-1 0 0,1 0 0,-1 0 0,1 0 0,-1 0 0,1 3 0,4 10 0,0 0 0,-2 0 0,1 1 0,-2-1 0,0 1 0,-1 0 0,-1-1 0,0 1 0,-3 22 0,0-16 0,-1 1 0,-1-1 0,-1 0 0,-2 0 0,-16 40 0,21-57 0,0-1 0,0 0 0,0 0 0,1 1 0,0-1 0,0 1 0,-1 8 0,2-12 0,0 0 0,0-1 0,0 1 0,1 0 0,-1 0 0,0-1 0,0 1 0,1 0 0,-1 0 0,0-1 0,1 1 0,-1 0 0,0-1 0,1 1 0,-1-1 0,1 1 0,-1-1 0,1 1 0,0 0 0,0 0 0,1-1 0,-1 1 0,1 0 0,0-1 0,-1 1 0,1-1 0,0 0 0,0 1 0,-1-1 0,1 0 0,0 0 0,0 0 0,3-1 0,85-19-1365,-74 18-5461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6:00.3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1629 355 24521,'-1'14'0,"-1"0"0,-1 0 0,-1-1 0,-2 1 0,-1 0 0,-1-1 0,-1 1 0,-2-1 0,0 0 0,-2-1 0,-1 1 0,-1-1 0,-1 0 0,-2 0 0,0-1 0,-1 1 0,-1-2 0,-2 1 0,0-1 0,-1-1 0,-1 1 0,-1-1 0,0-1 0,-1 0 0,-1-1 0,-1 0 0,0 0 0,-1-1 0,0 0 0,-1-1 0,0-1 0,-1 0 0,0 0 0,0-1 0,0-1 0,-1 0 0,0 0 0,0-2 0,0 1 0,0-2 0,0 1 0,1-2 0,-1 0 0,0 0 0,1-1 0,0-1 0,1 0 0,-1 0 0,2-1 0,-1-1 0,2 0 0,-1-1 0,2 0 0,0 0 0,1-1 0,0 0 0,1-1 0,2-1 0,0 1 0,0-1 0,2-1 0,1 1 0,1-2 0,0 1 0,2-1 0,1 0 0,1 0 0,1-1 0,1 1 0,1-1 0,2 0 0,1-1 0,1 1 0,1-1 0,1 0 0,2 1 0,1-1 0,1 0 0,1 0 0,2 0 0,1 0 0,1 0 0,1 1 0,2-1 0,1 0 0,1 1 0,1-1 0,1 1 0,2 0 0,1 1 0,1-1 0,1 1 0,1 0 0,1 0 0,2 1 0,0-1 0,1 2 0,1-1 0,2 1 0,0 1 0,0-1 0,2 1 0,1 1 0,0 0 0,1 1 0,0 0 0,2 0 0,-1 1 0,2 0 0,-1 1 0,2 1 0,-1 0 0,1 0 0,0 1 0,1 1 0,0 0 0,-1 0 0,1 2 0,0-1 0,0 2 0,0-1 0,0 2 0,0 0 0,-1 0 0,0 1 0,0 1 0,0 0 0,-1 0 0,0 1 0,-1 1 0,0 0 0,-1 1 0,0 0 0,-1 0 0,-1 1 0,-1 0 0,0 1 0,-1 1 0,-1-1 0,-1 1 0,0 1 0,-2-1 0,-1 2 0,-1-1 0,0 1 0,-2 0 0,-1 0 0,-1 1 0,-1-1 0,-2 1 0,0 0 0,-2 1 0,-1-1 0,-1 1 0,-1 0 0,-2-1 0,-1 1 0,-1 0 0,-1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6:05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533 175 24575,'-2'-5'0,"1"0"0,-1 0 0,0 1 0,-1-1 0,1 1 0,-1-1 0,-4-4 0,5 6 0,-7-8 0,0 0 0,-2 0 0,1 1 0,-1 0 0,-1 1 0,1 0 0,-2 1 0,1 0 0,-20-8 0,16 10 0,0 1 0,0 1 0,-1 0 0,-29-3 0,42 7 0,0 0 0,-1 0 0,1 0 0,0 1 0,-1-1 0,1 1 0,0 0 0,0 0 0,0 0 0,0 1 0,0 0 0,0-1 0,0 1 0,-5 4 0,-4 3 0,0 2 0,-17 17 0,25-23 0,-11 10 0,0 2 0,2 0 0,0 1 0,-21 35 0,28-40 0,1 0 0,0 0 0,1 1 0,0 0 0,1 0 0,1 0 0,0 1 0,-1 21 0,2 11 0,2 0 0,7 47 0,-3-66 0,1-1 0,1 1 0,2-1 0,19 45 0,0-15 0,4-1 0,1-2 0,77 96 0,-103-142 0,8 9 0,30 29 0,-40-42 0,0 0 0,1-1 0,-1 1 0,1-1 0,0 0 0,0-1 0,0 1 0,0-1 0,1 0 0,-1 0 0,1-1 0,8 2 0,38-1 0,81-8 0,-130 6 0,4-1 0,0 0 0,0 0 0,-1 0 0,1-1 0,0 0 0,-1 0 0,1-1 0,-1 1 0,1-1 0,-1-1 0,0 0 0,0 1 0,7-8 0,-5 3 0,-1 0 0,0 0 0,0-1 0,-1 0 0,-1 0 0,1 0 0,-1-1 0,4-10 0,13-35 0,26-99 0,-40 121 0,-2-1 0,-1 0 0,-1 0 0,-2-51 0,-5 57 0,0-1 0,-2 0 0,-1 1 0,-17-51 0,6 36 0,-2 0 0,-30-49 0,40 74-3,1 0 1,1 0-1,-7-25 0,2 5-1351,4 12-5472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37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8 24575,'0'-1'0,"0"1"0,0 0 0,0-1 0,0 1 0,0 0 0,0 0 0,0-1 0,0 1 0,-1 0 0,1-1 0,0 1 0,0 0 0,0 0 0,0-1 0,-1 1 0,1 0 0,0 0 0,0 0 0,0-1 0,-1 1 0,1 0 0,0 0 0,0 0 0,-1 0 0,1-1 0,0 1 0,0 0 0,-1 0 0,1 0 0,0 0 0,0 0 0,-1 0 0,1 0 0,0 0 0,-1 0 0,1 0 0,0 0 0,0 0 0,-1 0 0,1 0 0,0 0 0,-1 0 0,1 0 0,0 0 0,0 0 0,-1 1 0,1-1 0,0 0 0,0 0 0,-1 0 0,1 0 0,0 0 0,0 1 0,0-1 0,-1 0 0,1 1 0,-17 11 0,9-2 0,0 0 0,0 1 0,1-1 0,1 2 0,0-1 0,-9 23 0,-19 77 0,26-78 0,2 0 0,1 0 0,2 1 0,2 51 0,1-79 0,0-1 0,1 0 0,0 0 0,0 1 0,0-1 0,1 0 0,-1 0 0,1 0 0,1 0 0,-1-1 0,1 1 0,-1 0 0,7 7 0,-3-7 0,-1 0 0,1 0 0,-1 0 0,1 0 0,1-1 0,-1 0 0,1 0 0,12 5 0,-2-3 0,1-1 0,0 0 0,0-1 0,1-1 0,-1-1 0,37 0 0,-45-2-91,0-1 0,0 0 0,0 0 0,0-1 0,0 0 0,0-1 0,-1 0 0,1-1 0,-1 0 0,0 0 0,0-1 0,0 0 0,0-1 0,11-10 0,-12 9-6735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37.7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24575,'3'0'0,"1"3"0,3 4 0,0 3 0,-1 4 0,1 2 0,0 5 0,2 4 0,-2 4 0,2 0 0,0-13 0,-3-20 0,-1-8-8191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38.1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39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412 87 24575,'-32'-2'0,"1"-2"0,-1-1 0,1-2 0,1 0 0,-39-16 0,-49-11 0,114 33 0,-1 0 0,1 0 0,-1 0 0,0 1 0,1 0 0,-1 0 0,-8 1 0,12-1 0,0 0 0,-1 1 0,1-1 0,0 1 0,0 0 0,-1-1 0,1 1 0,0 0 0,0 0 0,0 0 0,0 0 0,0 0 0,0 0 0,0 0 0,0 0 0,1 0 0,-1 0 0,0 0 0,1 1 0,-1-1 0,0 0 0,1 1 0,0-1 0,-1 0 0,1 1 0,0-1 0,0 0 0,-1 1 0,1 1 0,0 7 0,1 0 0,-1 0 0,1-1 0,1 1 0,0-1 0,0 1 0,1-1 0,0 0 0,7 15 0,1-2 0,1-1 0,25 34 0,-34-52 0,0 0 0,0-1 0,1 1 0,-1 0 0,1-1 0,-1 0 0,1 0 0,0 0 0,0 0 0,0-1 0,5 2 0,-4-1 0,0-1 0,-1 1 0,1 0 0,-1 1 0,1-1 0,6 5 0,-10-5 0,0-1 0,1 1 0,-1 0 0,0-1 0,0 1 0,0 0 0,0-1 0,0 1 0,0 0 0,-1 0 0,1 0 0,0 0 0,-1 0 0,0 0 0,1 0 0,-1 0 0,0 0 0,0 0 0,0 0 0,0 0 0,-1 2 0,0-1 8,0 0-1,0 0 1,0 0-1,0 0 1,0-1-1,-1 1 1,1 0-1,-1-1 1,0 0-1,0 1 1,0-1-1,0 0 1,0 0-1,0 0 1,-4 3-1,-39 23-1492,25-18-5341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40.3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2 24575,'-10'-1'0,"1"1"0,1 16 0,1 10 0,1 0 0,1 1 0,-3 46 0,7 87 0,1-106 0,-1-27 0,1 25 0,0-48 0,1 0 0,-1 0 0,1 0 0,0 0 0,0 0 0,0 0 0,0 0 0,1-1 0,3 7 0,-4-9 5,0 0 0,0 0 0,0 1 0,0-1 0,0 0 0,0 0 0,1 0 0,-1-1 0,0 1 0,1 0 0,-1 0 0,0-1 0,1 1 0,-1-1 0,1 1 0,-1-1 0,1 0 0,-1 1 0,1-1 0,-1 0 0,1 0 0,0 0 0,1 0 0,0-1-111,-1 1 0,1-1 0,-1 1 0,1-1 0,-1 0 0,0 0-1,1 0 1,-1 0 0,0 0 0,0-1 0,0 1 0,0-1 0,2-1 0,8-11-6720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40.8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24575,'3'0'0,"7"0"0,5 0 0,3 0 0,1 0 0,0 0 0,1 0 0,-4-3 0,-4-1-8191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42.1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190 18 24575,'-16'-1'0,"0"-1"0,-20-4 0,21 3 0,1 1 0,-29-1 0,41 3 0,0 0 0,0 1 0,-1-1 0,1 1 0,0 0 0,0-1 0,0 1 0,0 0 0,0 0 0,0 0 0,0 1 0,0-1 0,0 0 0,1 1 0,-1-1 0,0 1 0,1 0 0,-1-1 0,1 1 0,0 0 0,0 0 0,-1 0 0,1 0 0,0 0 0,1 0 0,-1 0 0,0 0 0,1 1 0,-1-1 0,1 0 0,-1 0 0,1 4 0,-1 0 0,1 0 0,0 1 0,0-1 0,0 0 0,1 1 0,0-1 0,0 0 0,1 0 0,-1 0 0,1 0 0,3 6 0,1-2 0,1 0 0,0 0 0,1 0 0,0-1 0,0 0 0,1-1 0,0 0 0,1 0 0,0-1 0,0 0 0,13 6 0,-2-2 0,2-1 0,-1-1 0,1-1 0,40 9 0,-61-16 0,1 0 0,0-1 0,-1 1 0,1-1 0,0 1 0,0-1 0,0 0 0,0 0 0,-1 0 0,1-1 0,0 1 0,0-1 0,0 1 0,-1-1 0,1 0 0,0 0 0,-1 0 0,1-1 0,-1 1 0,1 0 0,-1-1 0,0 0 0,1 1 0,-1-1 0,0 0 0,0 0 0,0 0 0,-1-1 0,1 1 0,0 0 0,-1-1 0,2-3 0,4-7 0,-1-1 0,-1 0 0,0 0 0,-1 0 0,-1 0 0,0-1 0,-1 1 0,1-18 0,4-29 0,-6 58 0,0-1 0,0 0 0,0 1 0,0-1 0,1 1 0,-1-1 0,1 1 0,0-1 0,0 1 0,4-4 0,-6 6 0,1 1 0,0-1 0,0 0 0,-1 1 0,1-1 0,0 0 0,0 1 0,0-1 0,0 1 0,0 0 0,0-1 0,0 1 0,0 0 0,0 0 0,0-1 0,0 1 0,0 0 0,0 0 0,0 0 0,0 0 0,0 0 0,0 0 0,0 1 0,0-1 0,0 0 0,0 0 0,0 1 0,0-1 0,-1 1 0,1-1 0,0 1 0,0-1 0,0 1 0,0-1 0,0 1 0,-1 0 0,1-1 0,0 1 0,-1 0 0,1 0 0,0-1 0,-1 1 0,1 1 0,11 13 0,-2 0 0,1 1 0,-2 0 0,0 0 0,-1 1 0,11 32 0,19 111 0,-12-42 0,-23-110-151,0 1-1,0 0 0,1-1 0,0 0 1,0 0-1,1 0 0,0-1 1,11 14-1,-5-10-6674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42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24575,'3'0'0,"7"0"0,8 0 0,13 0 0,7 0 0,0 0 0,-1 0 0,-3 0 0,-4-3 0,-8-4 0,-7-1-8191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43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268 738 24575,'7'-118'0,"-3"89"0,-2 0 0,-1 1 0,-1-1 0,-2 0 0,-9-52 0,-2 34 0,-3 0 0,-1 1 0,-3 1 0,-2 1 0,-48-74 0,67 114 0,-1-1 0,0 0 0,0 1 0,0-1 0,0 1 0,-1 0 0,0 1 0,-9-6 0,13 8 0,-1 0 0,1 1 0,0-1 0,0 1 0,0-1 0,-1 1 0,1 0 0,0-1 0,-1 1 0,1 0 0,0 0 0,-1 0 0,1 0 0,0 0 0,-1 0 0,1 1 0,0-1 0,-1 0 0,1 1 0,0-1 0,0 1 0,-1-1 0,1 1 0,0-1 0,0 1 0,0 0 0,0 0 0,0 0 0,0-1 0,0 1 0,0 0 0,0 0 0,0 0 0,1 1 0,-1-1 0,0 0 0,1 0 0,-1 0 0,0 0 0,1 1 0,0-1 0,-1 0 0,1 1 0,-1 1 0,-4 20 0,1 1 0,0 0 0,2 1 0,1-1 0,2 32 0,-1-38 0,2 6 0,0 1 0,1-1 0,2 1 0,0-1 0,2-1 0,1 1 0,0-1 0,2 0 0,0-1 0,2 0 0,1-1 0,18 24 0,-29-42-97,0 1-1,1-1 1,-1-1-1,1 1 1,0 0-1,0-1 1,0 1-1,0-1 1,1 0-1,-1 0 1,1 0-1,-1 0 0,6 1 1,5 0-6729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44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24575,'0'3'0,"0"4"0,3 1 0,4-1 0,1-2-8191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44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45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385 90 24575,'0'-3'0,"0"1"0,-1 0 0,1 0 0,-1-1 0,0 1 0,0 0 0,1 0 0,-1 0 0,-1 0 0,1 0 0,0 0 0,0 0 0,-1 1 0,1-1 0,-1 0 0,1 1 0,-1-1 0,0 1 0,0-1 0,1 1 0,-1 0 0,0 0 0,0 0 0,-3-1 0,-7-3 0,0 0 0,0 1 0,-15-3 0,16 5 0,-19-5 0,1 2 0,-2 0 0,-58 1 0,87 4 0,0 0 0,0 0 0,0 0 0,-1 0 0,1 0 0,0 1 0,0-1 0,0 1 0,0 0 0,0-1 0,0 1 0,0 0 0,0 0 0,0 0 0,0 1 0,0-1 0,0 0 0,1 1 0,-1-1 0,1 1 0,-2 1 0,1 1 0,0 0 0,1-1 0,-1 1 0,1 0 0,0 0 0,0 0 0,1-1 0,-1 1 0,1 0 0,0 8 0,0-1 0,0 1 0,1-1 0,0 1 0,1-1 0,0 0 0,7 20 0,-7-26 0,0 0 0,1 0 0,-1 0 0,1-1 0,0 1 0,1-1 0,-1 0 0,1 1 0,0-2 0,0 1 0,0 0 0,0-1 0,1 0 0,0 0 0,-1 0 0,7 2 0,30 11 0,-31-13 0,-1 1 0,1 0 0,-1 0 0,1 1 0,-1 0 0,15 12 0,-23-17 0,-1 0 0,1 0 0,-1 1 0,1-1 0,-1 0 0,1 1 0,-1-1 0,1 1 0,-1-1 0,1 0 0,-1 1 0,0-1 0,1 1 0,-1-1 0,0 1 0,1-1 0,-1 1 0,0 0 0,1-1 0,-1 1 0,0-1 0,0 1 0,0-1 0,0 1 0,0 0 0,0-1 0,0 1 0,0 0 0,0-1 0,0 1 0,0-1 0,0 1 0,0 0 0,0-1 0,-1 1 0,1-1 0,0 1 0,0-1 0,-1 1 0,1-1 0,0 1 0,-1-1 0,1 1 0,0-1 0,-1 1 0,1-1 0,-1 1 0,1-1 0,-1 0 0,1 1 0,-1-1 0,1 0 0,-1 1 0,1-1 0,-1 0 0,1 0 0,-1 0 0,0 1 0,1-1 0,-2 0 0,-6 2 0,0 0 0,0 0 0,-12 0 0,16-1 0,-74 2 0,51-3 0,-44 6 0,59-3-1365,6 0-5461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46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8 24575,'0'-1'0,"0"1"0,0 0 0,0 0 0,1-1 0,-1 1 0,0 0 0,0 0 0,0 0 0,0-1 0,0 1 0,0 0 0,0 0 0,-1-1 0,1 1 0,0 0 0,0 0 0,0 0 0,0-1 0,0 1 0,0 0 0,0 0 0,0 0 0,0-1 0,-1 1 0,1 0 0,0 0 0,0 0 0,0 0 0,0 0 0,-1-1 0,1 1 0,0 0 0,0 0 0,0 0 0,-1 0 0,1 0 0,0 0 0,0 0 0,0 0 0,-1 0 0,1 0 0,0-1 0,0 1 0,0 0 0,-1 0 0,1 0 0,0 1 0,0-1 0,-1 0 0,1 0 0,0 0 0,0 0 0,0 0 0,-1 0 0,1 0 0,-10 10 0,3 5 0,2 0 0,0 0 0,0 1 0,2-1 0,-4 33 0,2 82 0,4-106 0,1-6 0,0 1 0,4 26 0,-3-39 0,0 0 0,0-1 0,1 1 0,0-1 0,0 0 0,0 0 0,1 0 0,0 0 0,0 0 0,0 0 0,0 0 0,7 5 0,-2-2 0,1 0 0,0-1 0,0 0 0,18 10 0,-24-15 0,0 0 0,1-1 0,0 1 0,-1-1 0,1 1 0,0-1 0,0-1 0,0 1 0,0 0 0,0-1 0,-1 0 0,1 0 0,0 0 0,0 0 0,0-1 0,0 1 0,6-2 0,1-5-1365,-4-1-5461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1:47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 62 24575,'-3'0'0,"-4"0"0,-4 0 0,-3 0 0,-2 0 0,-2 0 0,0 0 0,9 0 0,18 0 0,16-6 0,13-5 0,3 0 0,-3-2 0,-4 1 0,-8 3-8191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2:05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0 267 24575,'0'2'0,"0"1"0,0-1 0,0 1 0,1-1 0,-1 0 0,0 1 0,1-1 0,0 0 0,-1 1 0,1-1 0,0 0 0,0 0 0,0 1 0,2 1 0,-2-3 0,0 0 0,0-1 0,1 1 0,-1 0 0,0 0 0,0-1 0,1 1 0,-1-1 0,0 1 0,1-1 0,-1 0 0,1 1 0,-1-1 0,0 0 0,1 0 0,-1 0 0,1 0 0,-1 0 0,0 0 0,1 0 0,-1-1 0,1 1 0,-1-1 0,0 1 0,2-1 0,204-74 0,-94 32 0,89-39 0,33-13 0,-227 92 0,0 1 0,0-1 0,1 1 0,-1 1 0,17-2 0,-22 4 0,0-1 0,1 0 0,-1 1 0,1 0 0,-1 0 0,0 0 0,0 0 0,1 0 0,-1 0 0,0 1 0,0 0 0,0 0 0,-1 0 0,1 0 0,0 0 0,-1 0 0,3 3 0,20 23 0,-1 2 0,33 52 0,30 72 0,-22-38 0,-59-105 0,1 0 0,0-1 0,0 0 0,1 0 0,1-1 0,0 0 0,12 10 0,-17-16 0,0 0 0,0-1 0,0 1 0,1-1 0,-1 0 0,1 0 0,0-1 0,-1 1 0,1-1 0,0 0 0,0 0 0,-1-1 0,1 1 0,0-1 0,0 0 0,0-1 0,0 1 0,0-1 0,0 0 0,-1 0 0,9-3 0,24-13 0,0-1 0,-1-2 0,51-37 0,-39 24 0,-19 14 0,283-169 0,-286 176 0,2 1 0,-1 1 0,1 1 0,1 2 0,-1 1 0,38-3 0,0 4 0,109 8 0,-153-1 0,-1 0 0,0 2 0,0 1 0,26 9 0,78 37 0,9 4 0,-29-19 0,65 20 0,-150-50 0,-1-2 0,1 0 0,0-1 0,1-1 0,-1-1 0,38-3 0,-32-1 0,0-2 0,0 0 0,-1-2 0,44-18 0,8-7 0,59-23 0,-109 46 0,1 1 0,0 1 0,34-3 0,-17 5 0,0 1 0,1 2 0,-1 3 0,54 7 0,-78-4 0,-1 1 0,0 1 0,-1 1 0,0 1 0,0 1 0,0 0 0,24 18 0,11 12 0,48 46 0,-56-46 0,76 52 0,-99-77 0,1-1 0,1 0 0,0-2 0,0-1 0,1-2 0,43 10 0,-50-15 0,0-1 0,0 0 0,0-1 0,0-1 0,0-1 0,0-1 0,0-1 0,0 0 0,-1-1 0,24-9 0,14-11 0,98-58 0,15-7 0,-146 79 0,0 2 0,0 0 0,0 2 0,1 0 0,47-4 0,-37 9 0,1 1 0,0 2 0,40 7 0,99 28 0,-162-34 0,30 6 0,77 7 0,-97-14 0,-1-2 0,0 0 0,0-2 0,0 0 0,35-9 0,-35 4 0,-1-2 0,0 0 0,-1-1 0,0-1 0,19-15 0,30-17 0,-52 34 0,1 1 0,-1 1 0,1 0 0,0 1 0,25-5 0,-32 9 0,0 1 0,-1 0 0,1 1 0,0 0 0,-1 0 0,1 1 0,0 1 0,-1-1 0,1 2 0,-1-1 0,17 8 0,22 12 0,-33-14 0,1 0 0,-1-1 0,1-1 0,1-1 0,-1 0 0,28 4 0,6-7 0,55-3 0,26 0 0,-123 2-124,0 1 0,0 0 0,0 0 0,0 1 0,0 0 0,-1 0-1,1 1 1,-1 0 0,0 0 0,11 10 0,1-2-6702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2:06.9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95 542 24575,'0'7'0,"0"0"0,-1 0 0,0 0 0,0 0 0,-1 0 0,-3 12 0,4-17 0,-1 1 0,1 0 0,0-1 0,-1 1 0,1-1 0,-1 0 0,0 1 0,0-1 0,0 0 0,0 0 0,0 0 0,0 0 0,-1 0 0,1-1 0,0 1 0,-1-1 0,0 1 0,-4 1 0,7-3 0,-1 0 0,0 0 0,0 1 0,1-1 0,-1 0 0,0 0 0,0 0 0,0 0 0,1 0 0,-1 0 0,0 0 0,0 0 0,0 0 0,0 0 0,1-1 0,-1 1 0,0 0 0,0 0 0,1-1 0,-1 1 0,0-1 0,1 1 0,-2-1 0,1 0 0,1 0 0,-1 0 0,1 1 0,0-1 0,-1 0 0,1 0 0,0 0 0,0 0 0,0 1 0,-1-1 0,1 0 0,0 0 0,0 0 0,0 0 0,0 0 0,1 0 0,-1 1 0,0-1 0,0 0 0,0 0 0,1 0 0,-1 0 0,0 1 0,1-1 0,0-1 0,10-18 0,1 1 0,1 1 0,1 0 0,24-25 0,-14 16 0,145-145 0,-81 85 0,-82 81 0,-1 1 0,1-1 0,-1 0 0,-1-1 0,6-9 0,-9 15 0,0-1 0,-1 1 0,1-1 0,0 1 0,-1-1 0,0 0 0,1 1 0,-1-1 0,0 0 0,0 0 0,0 1 0,0-1 0,0 0 0,0 1 0,0-1 0,0 0 0,-1 1 0,1-1 0,-1 0 0,1 1 0,-1-1 0,0 1 0,0-1 0,1 1 0,-1-1 0,0 1 0,0-1 0,-1 1 0,-1-2 0,-2-1 0,0 0 0,0 0 0,-1 1 0,1 0 0,-1 0 0,1 1 0,-1-1 0,-6 0 0,-54-12 0,48 11 0,-120-18 0,114 20 0,0 0 0,-1 2 0,-36 4 0,52-2 0,9 0 0,16 2 0,3-2 0,1-1 0,0-1 0,-1 0 0,26-5 0,79-20 0,-80 15 0,76-8 0,-116 17 0,0 1 0,0 0 0,0 0 0,0 0 0,0 0 0,0 1 0,0 0 0,0 0 0,0 0 0,0 0 0,4 2 0,-7-2 0,1 1 0,-1-1 0,1 0 0,-1 1 0,1-1 0,-1 1 0,0-1 0,0 1 0,0 0 0,0-1 0,0 1 0,0 0 0,0 0 0,0 0 0,-1 0 0,1 0 0,-1 0 0,1 0 0,-1 0 0,0 0 0,0 0 0,0 0 0,0 2 0,0 212-1365,0-184-5461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2:08.0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320 0 24575,'-20'1'0,"0"0"0,-1 0 0,1 2 0,1 1 0,-1 0 0,-30 12 0,40-12 0,1 0 0,0 1 0,-1 0 0,2 0 0,-1 1 0,0 0 0,1 0 0,1 1 0,-1 1 0,1-1 0,0 1 0,0 0 0,1 1 0,-8 13 0,10-13 0,1 0 0,-1 1 0,1-1 0,1 1 0,0 0 0,0-1 0,1 1 0,0 0 0,1 0 0,0 0 0,1 0 0,0 0 0,0 0 0,1 0 0,0-1 0,1 1 0,0-1 0,4 10 0,-4-13 0,0 0 0,0 0 0,0-1 0,1 1 0,-1-1 0,1 0 0,0 0 0,1 0 0,-1 0 0,1-1 0,0 0 0,0 0 0,1 0 0,-1-1 0,1 0 0,0 0 0,0 0 0,0 0 0,0-1 0,0 0 0,0-1 0,0 1 0,1-1 0,-1 0 0,1-1 0,-1 1 0,1-1 0,9-2 0,-3 0 0,0-1 0,-1-1 0,1 0 0,-1-1 0,0 0 0,0 0 0,-1-2 0,0 1 0,0-1 0,0-1 0,-1 0 0,0-1 0,-1 0 0,0 0 0,10-14 0,-11 14 0,-1 0 0,0-1 0,-1-1 0,0 1 0,-1-1 0,0 0 0,0 0 0,-1 0 0,-1-1 0,0 1 0,0-1 0,-1 0 0,-1 0 0,0 0 0,0 0 0,-3-21 0,2 31 0,-1 0 0,1 0 0,0 1 0,-1-1 0,1 0 0,-1 1 0,0-1 0,1 1 0,-1-1 0,0 1 0,-2-3 0,3 3 0,-1 1 0,1-1 0,-1 1 0,1 0 0,-1-1 0,1 1 0,-1 0 0,1 0 0,-1-1 0,1 1 0,-1 0 0,0 0 0,1 0 0,-1-1 0,1 1 0,-1 0 0,0 0 0,1 0 0,-1 0 0,1 0 0,-1 0 0,-1 1 0,0-1 0,1 1 0,-1 0 0,0 0 0,0 0 0,1 0 0,-1 1 0,1-1 0,-1 0 0,1 1 0,-1-1 0,1 1 0,0-1 0,0 1 0,-1 0 0,1 0 0,1-1 0,-2 4 0,-4 9 0,1 0 0,0 0 0,2 0 0,-1 0 0,2 1 0,0 0 0,1-1 0,0 23 0,1-33 0,1-1 0,-1 0 0,1 0 0,0 0 0,0 0 0,0 0 0,0 0 0,1 0 0,-1 0 0,1 0 0,-1 0 0,1-1 0,0 1 0,0-1 0,1 1 0,3 3 0,-2-3 0,1 0 0,-1 0 0,1 0 0,0-1 0,0 0 0,0 0 0,0 0 0,0 0 0,8 1 0,-5-2 0,1 0 0,0 0 0,0 0 0,-1-1 0,1-1 0,0 1 0,-1-2 0,1 1 0,0-1 0,-1 0 0,0-1 0,10-4 0,-11 4 0,-1-1 0,0 0 0,0-1 0,-1 0 0,0 1 0,1-2 0,-2 1 0,1 0 0,0-1 0,-1 0 0,0 0 0,-1-1 0,1 1 0,-1-1 0,3-9 0,-5 12 0,1-1 0,-1 0 0,0 0 0,0 0 0,-1 1 0,0-1 0,1 0 0,-2 0 0,1 0 0,0 0 0,-1 0 0,0 0 0,0 1 0,-1-1 0,1 0 0,-1 1 0,0-1 0,0 1 0,-1-1 0,1 1 0,-1 0 0,0 0 0,-5-6 0,6 9-52,0-1-1,1 0 1,-1 1-1,0-1 1,0 1-1,0 0 1,0 0-1,0-1 1,0 1-1,0 1 1,0-1-1,0 0 1,-1 0-1,1 1 1,0-1-1,0 1 1,-1 0-1,1 0 1,0 0-1,-1 0 1,1 0-1,0 0 0,-1 1 1,1-1-1,-3 2 1,-7 5-6774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2:08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144 654 24575,'1'-2'0,"-1"0"0,1 0 0,-1 0 0,1 0 0,0 0 0,0 0 0,0 0 0,0 0 0,0 1 0,0-1 0,3-3 0,4-8 0,-2-1 0,0 0 0,-2 0 0,1-1 0,-2 1 0,0-1 0,1-21 0,-2 8 0,-1-1 0,-5-42 0,0 41 0,-1 0 0,-2 0 0,-1 0 0,-1 1 0,-1 0 0,-2 1 0,-1 0 0,-1 1 0,-1 0 0,-24-30 0,38 55 0,-1 0 0,0 0 0,1 0 0,-1 1 0,0-1 0,0 0 0,0 1 0,-1-1 0,-2-1 0,4 3 0,0 0 0,1-1 0,-1 1 0,0 0 0,0 0 0,1 0 0,-1 0 0,0 0 0,0 1 0,1-1 0,-1 0 0,0 0 0,1 0 0,-1 1 0,0-1 0,1 0 0,-1 0 0,0 1 0,1-1 0,-1 1 0,1-1 0,-1 1 0,1-1 0,-1 1 0,1-1 0,-1 1 0,1-1 0,-1 1 0,1-1 0,-1 1 0,1 0 0,0-1 0,0 1 0,-1 0 0,1-1 0,0 1 0,0 0 0,0 1 0,-4 10 0,1 0 0,0 1 0,1-1 0,0 1 0,1 0 0,1 18 0,2 6 0,6 37 0,-3-43 0,2-2 0,0 1 0,2-1 0,24 53 0,-24-64 0,1-1 0,1 0 0,0 0 0,1-1 0,0 0 0,2-1 0,0-1 0,21 19 0,-29-29 17,-1 0 0,1-1 1,0 1-1,0-1 0,0 0 0,10 3 0,-14-5-91,1-1-1,-1 1 1,1-1 0,-1 1 0,1-1-1,-1 0 1,1 0 0,-1 0 0,1 0-1,-1 0 1,1-1 0,-1 1 0,1-1-1,-1 1 1,1-1 0,-1 0 0,0 0-1,1 0 1,3-3 0,5-6-6752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2:09.7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1 143 24575,'21'38'0,"1"0"0,2-2 0,40 47 0,-63-81 0,0 0 0,1 0 0,0 0 0,-1 0 0,1 0 0,0-1 0,0 1 0,0-1 0,0 0 0,0 1 0,1-1 0,-1 0 0,0 0 0,0 0 0,1-1 0,-1 1 0,1-1 0,-1 1 0,0-1 0,1 0 0,-1 1 0,4-2 0,-2 0 0,-1 0 0,0 0 0,0 0 0,0-1 0,0 1 0,0-1 0,-1 0 0,1 0 0,0 0 0,-1 0 0,1-1 0,-1 1 0,0-1 0,0 1 0,0-1 0,2-3 0,1-1 0,-1-1 0,0 0 0,0 1 0,0-1 0,-1-1 0,-1 1 0,1 0 0,-1-1 0,-1 1 0,1-1 0,-2 1 0,1-1 0,-1 0 0,0 1 0,-2-11 0,-1 3 0,-1-1 0,0 1 0,-1 0 0,-1 1 0,-1-1 0,-15-26 0,7 16-1365,4 5-5461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2:10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1 106 24575,'0'5'0,"1"1"0,1-1 0,-1 0 0,1 0 0,0 1 0,0-1 0,1 0 0,4 7 0,4 9 0,-11-20 0,13 25 0,-13-26 0,0 1 0,1-1 0,-1 0 0,0 0 0,0 0 0,0 0 0,0 0 0,0 0 0,0 1 0,0-1 0,0 0 0,0 0 0,0 0 0,0 0 0,0 0 0,0 0 0,0 0 0,1 0 0,-1 1 0,0-1 0,0 0 0,0 0 0,0 0 0,0 0 0,0 0 0,0 0 0,1 0 0,-1 0 0,0 0 0,0 0 0,0 0 0,0 0 0,0 0 0,0 0 0,1 0 0,-1 0 0,0 0 0,0 0 0,0 0 0,0 0 0,0 0 0,0 0 0,1 0 0,-1 0 0,0 0 0,0 0 0,0 0 0,0 0 0,0-1 0,1-15 0,-7-30 0,4 32 0,0-1 0,0 1 0,1-1 0,1 1 0,3-26 0,-3 40 0,0 0 0,0 0 0,0-1 0,0 1 0,0 0 0,0 0 0,0-1 0,0 1 0,0 0 0,0 0 0,1-1 0,-1 1 0,0 0 0,0 0 0,0 0 0,0-1 0,1 1 0,-1 0 0,0 0 0,0 0 0,0 0 0,1-1 0,-1 1 0,0 0 0,0 0 0,0 0 0,1 0 0,-1 0 0,0 0 0,0 0 0,1-1 0,-1 1 0,0 0 0,1 0 0,-1 0 0,0 0 0,0 0 0,1 0 0,10 8 0,8 13 0,5 17 0,27 53 0,2 5 0,-53-95 0,1 1 0,0-1 0,0 0 0,0 1 0,-1-1 0,1 0 0,1 0 0,-1 0 0,0 0 0,0 0 0,0 0 0,0 0 0,1 0 0,-1 0 0,0-1 0,1 1 0,-1-1 0,2 1 0,-1-1 0,-1 0 0,0 0 0,0 0 0,0-1 0,0 1 0,0-1 0,0 1 0,0-1 0,0 1 0,0-1 0,0 0 0,0 1 0,0-1 0,0 0 0,0 0 0,0 0 0,-1 0 0,1 1 0,0-1 0,-1 0 0,1 0 0,0 0 0,-1-1 0,1-1 0,5-11 0,0-1 0,-1-1 0,-1 1 0,0-1 0,-1 1 0,1-28 0,-2 25 0,0 0 0,1 1 0,1-1 0,0 0 0,8-17 0,-11 34-8,0-1 0,-1 0 1,1 0-1,0 1 0,0-1 0,1 0 0,-1 1 0,0-1 0,0 1 0,1 0 1,-1-1-1,1 1 0,2-2 0,-3 2 16,0 1 0,0 0 0,0 0 0,0-1 0,0 1 0,0 0 0,0 0 0,0 0 0,0 0 0,1 0 0,-1 0 0,0 0 0,0 0 0,0 0 0,0 1 0,0-1 0,0 0 0,2 2 0,2 1-38,1 1-1,-1 1 0,1-1 1,-1 1-1,0 0 0,5 7 1,11 9-1163,0-3-5633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2:11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53 212 24575,'-1'16'0,"-1"-1"0,0 0 0,-9 27 0,3-12 0,7-25 0,0-2 0,1 0 0,-1 0 0,0 1 0,0-1 0,0-1 0,0 1 0,-3 4 0,4-7 0,0 0 0,0 0 0,0 0 0,0 0 0,0 1 0,-1-1 0,1 0 0,0 0 0,0 0 0,0 0 0,0 0 0,0 0 0,-1 0 0,1 1 0,0-1 0,0 0 0,0 0 0,0 0 0,-1 0 0,1 0 0,0 0 0,0 0 0,0 0 0,0 0 0,-1 0 0,1 0 0,0 0 0,0 0 0,0 0 0,0 0 0,-1 0 0,1 0 0,0 0 0,0 0 0,0-1 0,0 1 0,-1 0 0,1 0 0,0 0 0,0 0 0,0 0 0,0 0 0,0 0 0,0 0 0,-1-1 0,1 1 0,0 0 0,0 0 0,0 0 0,0 0 0,0 0 0,0-1 0,0 1 0,0 0 0,0 0 0,0 0 0,0 0 0,0-1 0,0 1 0,-4-13 0,1-7 0,1 0 0,1 0 0,0 0 0,2 1 0,0-1 0,6-29 0,-4 34 0,1 0 0,0 1 0,1 0 0,0 0 0,1 0 0,1 1 0,0 0 0,1 0 0,13-15 0,-20 26 0,0 0 0,1 0 0,-1 0 0,1 0 0,0 1 0,-1-1 0,1 0 0,0 1 0,0 0 0,0-1 0,0 1 0,0 0 0,0 0 0,1 0 0,-1 1 0,0-1 0,0 0 0,1 1 0,-1-1 0,1 1 0,-1 0 0,0 0 0,1 0 0,-1 0 0,0 0 0,1 1 0,-1-1 0,0 1 0,1-1 0,-1 1 0,0 0 0,0 0 0,0 0 0,1 0 0,-1 0 0,0 0 0,-1 1 0,4 2 0,1 1 0,1 2 0,-1-1 0,0 1 0,-1 0 0,0 0 0,0 1 0,0-1 0,-1 1 0,3 9 0,15 55 114,-16-51-854,11 32 1,-9-37-6087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2:11.9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299 19 24575,'0'-1'0,"-1"0"0,1 1 0,-1-1 0,1 0 0,-1 0 0,0 1 0,1-1 0,-1 0 0,1 1 0,-1-1 0,0 1 0,0-1 0,1 1 0,-1-1 0,0 1 0,0 0 0,0-1 0,1 1 0,-1 0 0,0 0 0,0-1 0,0 1 0,0 0 0,-1 0 0,-25-4 0,24 4 0,-9-1 0,1 0 0,-1 0 0,0 1 0,0 1 0,0 0 0,0 1 0,0 0 0,1 1 0,-1 0 0,-13 6 0,23-8 0,0 0 0,-1 1 0,1-1 0,0 1 0,0 0 0,0-1 0,0 1 0,0 0 0,1 0 0,-1 0 0,0 1 0,1-1 0,0 0 0,-1 1 0,1-1 0,0 1 0,0-1 0,1 1 0,-1-1 0,0 1 0,1 0 0,-1-1 0,1 1 0,0 0 0,0-1 0,0 1 0,1 0 0,-1-1 0,0 1 0,1 0 0,0-1 0,-1 1 0,1-1 0,0 1 0,1-1 0,-1 1 0,0-1 0,1 0 0,-1 0 0,1 0 0,-1 0 0,1 0 0,0 0 0,0 0 0,0 0 0,0 0 0,1-1 0,3 3 0,7 3 0,1-1 0,0 0 0,0-1 0,20 5 0,-18-5 0,0 0 0,29 13 0,-44-17 0,1 0 0,0 0 0,0 0 0,-1 0 0,1 0 0,-1 0 0,1 0 0,-1 1 0,1-1 0,-1 1 0,0-1 0,0 1 0,0 0 0,2 2 0,-3-3 0,0 0 0,1 0 0,-1 0 0,0 0 0,0 0 0,0 0 0,0 0 0,0 0 0,0 0 0,0 0 0,-1 0 0,1 0 0,0 0 0,0 0 0,-1 0 0,1 0 0,-1 0 0,1 0 0,-1 0 0,0 1 0,-4 3 0,1 0 0,-1 0 0,-1 0 0,1-1 0,-1 0 0,-10 6 0,-55 32-39,40-26-293,1 3 1,1 0-1,-41 36 1,57-41-6495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6:08.2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603 182 24575,'-3'-1'0,"0"0"0,0 0 0,0 0 0,1 0 0,-1 0 0,0-1 0,-2-1 0,-7-3 0,-13-4 0,-1 1 0,-1 1 0,1 1 0,-33-4 0,9 6 0,-70 0 0,106 5 0,-14 0 0,-30 4 0,50-3 0,0 1 0,1-1 0,-1 2 0,0-1 0,1 1 0,-1 0 0,1 0 0,-11 7 0,15-7 0,-1 0 0,1 0 0,0 0 0,0 1 0,1-1 0,-1 1 0,1-1 0,0 1 0,0 0 0,0 0 0,0 0 0,1 0 0,-2 7 0,-1 6 0,-4 34 0,4-12 0,2-1 0,1 0 0,3 1 0,7 49 0,-4-62 0,1-1 0,0 0 0,2-1 0,1 1 0,1-2 0,1 1 0,19 28 0,-18-33 0,1-1 0,1 0 0,0-1 0,1 0 0,26 21 0,-34-32 0,0-1 0,0-1 0,0 1 0,0-1 0,0 0 0,1-1 0,0 0 0,0 0 0,0 0 0,0-1 0,0 0 0,0-1 0,1 0 0,-1 0 0,0-1 0,1 0 0,-1-1 0,11-1 0,7-4 0,0-2 0,0 0 0,44-22 0,71-47 0,-68 36 0,-9 8 0,-35 19 0,1-1 0,50-37 0,-75 48 0,-1 0 0,0 0 0,0-1 0,0 1 0,-1-1 0,0 0 0,0 0 0,0 0 0,0 0 0,-1-1 0,0 1 0,0-1 0,0 1 0,-1-1 0,2-7 0,-1-8 0,-1 1 0,-1 0 0,-3-23 0,1-2 0,2-27 0,-2-46 0,1 111 0,0 0 0,0 0 0,-1 1 0,0-1 0,-1 1 0,1 0 0,-1-1 0,0 1 0,-1 0 0,1 1 0,-1-1 0,0 1 0,-1-1 0,1 1 0,-1 1 0,-6-5 0,-3-3 0,-1 0 0,-1 2 0,0 0 0,-28-13 0,33 19 0,0 0 0,0 1 0,-1 0 0,1 0 0,-1 1 0,-22 0 0,1 2 0,-39 5 0,57-2-1365,4 1-5461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6:36.7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118 145 24575,'365'-20'0,"-275"13"0,-44 0 0,-47 7 0,-17 3 0,-105 23 0,-132 47 0,237-68 0,11-3 0,0 0 0,1 0 0,-1 1 0,0-1 0,1 2 0,-10 5 0,15-9 0,1 0 0,0 0 0,0 1 0,0-1 0,0 0 0,0 0 0,-1 0 0,1 0 0,0 0 0,0 0 0,0 0 0,0 0 0,0 1 0,0-1 0,0 0 0,0 0 0,-1 0 0,1 0 0,0 0 0,0 1 0,0-1 0,0 0 0,0 0 0,0 0 0,0 0 0,0 1 0,0-1 0,0 0 0,0 0 0,0 0 0,0 0 0,0 1 0,0-1 0,0 0 0,0 0 0,0 0 0,0 0 0,0 0 0,1 1 0,-1-1 0,0 0 0,0 0 0,0 0 0,0 0 0,0 0 0,0 1 0,0-1 0,0 0 0,1 0 0,-1 0 0,0 0 0,0 0 0,0 0 0,0 0 0,0 0 0,1 0 0,-1 0 0,0 0 0,0 0 0,0 1 0,0-1 0,1 0 0,-1 0 0,0 0 0,0 0 0,0 0 0,0-1 0,1 1 0,7 1 0,1 0 0,0-1 0,-1 0 0,1-1 0,-1 0 0,16-3 0,-6 1 0,47-8 0,297-54 0,-353 62 0,-11 2 0,-19 0 0,-149 2 0,-23 0 0,151-3 0,0-2 0,-64-14 0,90 14 0,0 0 0,1-1 0,-26-12 0,40 17 0,0-1 0,0 1 0,0-1 0,0 0 0,0 1 0,0-1 0,0 0 0,0 0 0,0 1 0,1-1 0,-1 0 0,0 0 0,0 0 0,0-2 0,1 3 0,0-1 0,0 1 0,0-1 0,0 1 0,0 0 0,0-1 0,0 1 0,0 0 0,0-1 0,0 1 0,0 0 0,1-1 0,-1 1 0,0 0 0,0-1 0,0 1 0,0 0 0,1-1 0,-1 1 0,0 0 0,1 0 0,-1-1 0,0 1 0,0 0 0,1 0 0,-1 0 0,0 0 0,1-1 0,-1 1 0,1 0 0,4-2 0,0 0 0,0 1 0,0 0 0,1 0 0,7 0 0,321-20 0,137-32 0,-461 51 0,11-1 0,-39 9 0,-249 58 0,130-33 0,-27 3 0,-71 18 0,220-47 0,14-5 0,1 0 0,0 0 0,0 0 0,0 0 0,0 0 0,0 0 0,0 0 0,0 0 0,0 0 0,0 0 0,0 0 0,0 0 0,-1 0 0,1 0 0,0 0 0,0 0 0,0 0 0,0 0 0,0 1 0,0-1 0,0 0 0,0 0 0,0 0 0,0 0 0,0 0 0,0 0 0,0 0 0,0 0 0,0 0 0,0 0 0,-1 0 0,1 0 0,0 0 0,0 0 0,0 0 0,0 1 0,0-1 0,0 0 0,0 0 0,0 0 0,0 0 0,0 0 0,0 0 0,0 0 0,0 0 0,0 0 0,0 0 0,0 0 0,0 1 0,0-1 0,0 0 0,0 0 0,0 0 0,1 0 0,-1 0 0,0 0 0,0 0 0,0 0 0,0 0 0,0 0 0,0 0 0,0 0 0,0 0 0,0 0 0,0 0 0,0 0 0,0 1 0,0-1 0,32 1 0,287-30 0,9-23 0,-259 40 0,-67 12 0,211-41 0,-175 27 0,-38 14 0,0 0 0,0 0 0,0 0 0,1 0 0,-1 0 0,0 0 0,0 0 0,0 0 0,0 0 0,0 0 0,0 0 0,0 0 0,0 0 0,1 0 0,-1-1 0,0 1 0,0 0 0,0 0 0,0 0 0,0 0 0,0 0 0,0 0 0,0 0 0,0 0 0,0-1 0,0 1 0,0 0 0,0 0 0,0 0 0,0 0 0,0 0 0,0 0 0,0-1 0,0 1 0,0 0 0,0 0 0,0 0 0,0 0 0,0 0 0,0 0 0,0 0 0,0-1 0,0 1 0,0 0 0,0 0 0,0 0 0,-1 0 0,-10-4 0,-29 0 0,-53 2 0,65 2 0,-679 5 0,1315-28 0,-581 19 0,-23 2 0,-5 1 0,-38-4 0,-34 4 0,0 2 0,1 4 0,-91 17 0,156-21 0,3-1 0,0 1 0,-1 0 0,1 0 0,0 0 0,-1 0 0,1 1 0,0 0 0,0-1 0,0 2 0,1-1 0,-8 5 0,11-7 0,0 0 0,0 1 0,0-1 0,0 0 0,0 1 0,0-1 0,0 0 0,0 1 0,0-1 0,0 0 0,0 1 0,0-1 0,0 0 0,0 0 0,1 1 0,-1-1 0,0 0 0,0 1 0,0-1 0,0 0 0,0 0 0,1 1 0,-1-1 0,0 0 0,0 0 0,1 0 0,-1 1 0,0-1 0,0 0 0,1 0 0,-1 0 0,0 0 0,0 1 0,1-1 0,-1 0 0,0 0 0,1 0 0,-1 0 0,0 0 0,0 0 0,1 0 0,-1 0 0,0 0 0,1 0 0,-1 0 0,1 0 0,21 5 0,1-2 0,0 0 0,0-1 0,46-3 0,-28 1 0,252-17-1365,-221 10-5461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6:16.8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24575,'28'24'0,"0"-7"0,0-2 0,1-1 0,1-1 0,0-2 0,59 14 0,-43-15 0,0-3 0,1-1 0,65-2 0,-103-4 0,-23-1 0,-31-1 0,-46 4 0,0 5 0,0 3 0,-90 23 0,164-31 0,21-8 0,28-10 0,84-30 0,-77 33 0,66-33 0,-104 46 0,-1 0 0,1 0 0,-1-1 0,1 1 0,-1 0 0,1 0 0,0-1 0,-1 1 0,1-1 0,-1 1 0,1 0 0,-1-1 0,0 1 0,1-1 0,-1 1 0,1-1 0,-1 1 0,0-1 0,1 1 0,-1-1 0,0 0 0,-10-2 0,-24 5 0,-217 25 0,237-25 0,16-1 0,23-1 0,137-1 0,-312 0 0,510-38 0,-303 28 0,-42 7 0,-15 4 0,-1 0 0,1 0 0,0 0 0,0 0 0,0 0 0,0 0 0,0 0 0,0 0 0,0 0 0,0 0 0,0 0 0,0 0 0,0 0 0,0 0 0,0 0 0,0 0 0,-1 0 0,1 0 0,0 0 0,0 0 0,0 0 0,0 0 0,0 0 0,0 0 0,0 0 0,0 0 0,0 0 0,0 0 0,0 0 0,0 0 0,0 0 0,0-1 0,0 1 0,0 0 0,0 0 0,0 0 0,-1 0 0,1 0 0,0 0 0,0 0 0,0 0 0,0 0 0,0 0 0,0 0 0,0 0 0,0 0 0,0 0 0,0-1 0,0 1 0,0 0 0,0 0 0,0 0 0,0 0 0,0 0 0,0 0 0,0 0 0,0 0 0,0 0 0,0 0 0,1 0 0,-1 0 0,0 0 0,0 0 0,0 0 0,0-1 0,0 1 0,0 0 0,0 0 0,-23-1 0,-8 2 0,0 1 0,1 1 0,-1 2 0,-40 12 0,62-12 0,25-5 0,7 0 0,-23 0 0,0 0 0,0 0 0,0 0 0,1 0 0,-1 0 0,0 0 0,0 0 0,0 0 0,0 0 0,0 0 0,0 0 0,0 0 0,0 0 0,0 0 0,0 0 0,0 0 0,0 0 0,0 0 0,1 0 0,-1 0 0,0 0 0,0 0 0,0 0 0,0 0 0,0 0 0,0 0 0,0 0 0,0 1 0,0-1 0,0 0 0,0 0 0,0 0 0,0 0 0,0 0 0,0 0 0,0 0 0,0 0 0,0 0 0,0 0 0,0 0 0,0 0 0,0 0 0,0 1 0,0-1 0,0 0 0,0 0 0,0 0 0,0 0 0,0 0 0,0 0 0,0 0 0,0 0 0,0 0 0,0 0 0,0 0 0,0 0 0,0 0 0,0 0 0,0 1 0,0-1 0,0 0 0,-1 0 0,1 0 0,0 0 0,0 0 0,0 0 0,-13 7 0,-7 3 0,21-10 0,-1 0 0,0 0 0,0 0 0,0 0 0,0 1 0,0-1 0,0 0 0,0 0 0,0 0 0,0 0 0,0 0 0,0 1 0,0-1 0,0 0 0,1 0 0,-1 0 0,0 0 0,0 0 0,0 0 0,0 0 0,0 1 0,1-1 0,-1 0 0,0 0 0,0 0 0,0 0 0,0 0 0,0 0 0,1 0 0,-1 0 0,0 0 0,0 0 0,0 0 0,0 0 0,1 0 0,-1 0 0,0 0 0,0 0 0,0 0 0,0 0 0,1 0 0,-1 0 0,0 0 0,0 0 0,0 0 0,0 0 0,1-1 0,-1 1 0,0 0 0,44-6 0,138-31 0,-170 33 0,-20 2 0,-21 0 0,-114 16 0,137-12 0,8-1 0,19 2 0,9 0 0,-30-3 0,0 0 0,0 1 0,0-1 0,0 0 0,0 0 0,0 0 0,0 0 0,0 0 0,0 1 0,0-1 0,0 0 0,0 0 0,0 0 0,1 0 0,-1 1 0,0-1 0,-1 0 0,1 0 0,0 0 0,0 0 0,0 0 0,0 1 0,0-1 0,0 0 0,0 0 0,0 0 0,0 0 0,0 0 0,0 1 0,0-1 0,0 0 0,0 0 0,-1 0 0,1 0 0,0 0 0,0 0 0,0 0 0,0 0 0,0 1 0,0-1 0,-1 0 0,1 0 0,0 0 0,0 0 0,0 0 0,0 0 0,0 0 0,-1 0 0,1 0 0,-10 5 0,-90 28 0,100-33 0,0 0 0,0 0 0,0 0 0,0 0 0,0 0 0,0 0 0,0 0 0,0 0 0,0 0 0,0 0 0,0 0 0,0 0 0,1 0 0,-1 0 0,0 0 0,0 0 0,0 0 0,0 0 0,0 1 0,0-1 0,0 0 0,0 0 0,0 0 0,0 0 0,0 0 0,0 0 0,0 0 0,0 0 0,0 0 0,0 0 0,0 0 0,0 0 0,0 0 0,0 0 0,0 1 0,0-1 0,0 0 0,0 0 0,0 0 0,0 0 0,0 0 0,0 0 0,0 0 0,0 0 0,0 0 0,0 0 0,0 0 0,0 0 0,0 1 0,0-1 0,0 0 0,0 0 0,0 0 0,0 0 0,0 0 0,13 2 0,18 0 0,11-6 0,-42 4 0,0 0 0,0 0 0,0 0 0,0 0 0,0 0 0,0 0 0,0 0 0,0 0 0,0 0 0,0 0 0,1 0 0,-1 0 0,0 0 0,0 0 0,0 0 0,0 0 0,0 0 0,0 0 0,0 0 0,0 0 0,0 0 0,0 0 0,1 0 0,-1 0 0,0 0 0,0 0 0,0 0 0,0 0 0,0 0 0,0 1 0,0-1 0,0 0 0,0 0 0,0 0 0,0 0 0,0 0 0,0 0 0,0 0 0,0 0 0,0 0 0,0 0 0,0 0 0,1 0 0,-1 1 0,0-1 0,0 0 0,0 0 0,0 0 0,0 0 0,0 0 0,0 0 0,0 0 0,0 0 0,-1 0 0,1 0 0,0 1 0,0-1 0,0 0 0,0 0 0,0 0 0,0 0 0,0 0 0,0 0 0,0 0 0,0 0 0,0 0 0,0 0 0,-8 7 0,-13 4 0,-53 24 0,63-28 0,11-7 0,0 0 0,0 1 0,0-1 0,0 0 0,0 0 0,0 0 0,0 0 0,0 0 0,0 0 0,0 1 0,0-1 0,0 0 0,0 0 0,0 0 0,0 0 0,0 0 0,0 0 0,0 1 0,0-1 0,0 0 0,0 0 0,0 0 0,0 0 0,0 0 0,0 0 0,0 0 0,0 1 0,0-1 0,0 0 0,0 0 0,0 0 0,0 0 0,1 0 0,-1 0 0,0 0 0,0 0 0,0 0 0,0 0 0,0 1 0,0-1 0,0 0 0,1 0 0,-1 0 0,2 0 0,1 1 0,-1-1 0,1 1 0,-1-1 0,1 0 0,-1 0 0,1 0 0,2-1 0,31-6 0,1-1 0,52-19 0,-88 27 0,21-9 0,-22 9 0,0 0 0,0 0 0,0 0 0,0 0 0,0 0 0,-1 0 0,1 0 0,0 0 0,0 0 0,0 0 0,0 0 0,0 0 0,0 0 0,0 0 0,0 0 0,0 0 0,0 0 0,0 0 0,0 0 0,0 0 0,0 0 0,-1-1 0,1 1 0,0 0 0,0 0 0,0 0 0,0 0 0,0 0 0,0 0 0,0 0 0,0 0 0,0 0 0,0 0 0,0 0 0,0-1 0,0 1 0,0 0 0,0 0 0,0 0 0,0 0 0,0 0 0,0 0 0,0 0 0,0 0 0,0 0 0,0 0 0,0 0 0,1 0 0,-1-1 0,0 1 0,0 0 0,0 0 0,-38 6 0,-155 48 0,238-66 2,-36 10-173,1 0 0,0-1 0,-1 0 0,1 0 1,-1-1-1,0 0 0,14-9 0,-18 7-6655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6:18.8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 0 24575,'-1'4'0,"0"0"0,-1-1 0,1 1 0,-1 0 0,1-1 0,-1 0 0,0 1 0,-5 4 0,0 4 0,-7 12 0,2 1 0,1 0 0,1 1 0,1 0 0,1 1 0,-6 45 0,5-24 0,3 0 0,1 1 0,6 97 0,0-138 0,0-1 0,1 1 0,0-1 0,1 0 0,0 0 0,0 0 0,0 0 0,1 0 0,5 7 0,8 9 0,21 23 0,-18-23 0,-13-14 0,26 28 0,-30-34 0,0-1 0,-1 1 0,1-1 0,0 0 0,1 1 0,-1-2 0,0 1 0,0 0 0,1 0 0,3 0 0,-5-2-46,1 0 0,-1 0 0,0 0 0,0 0 1,0-1-1,1 1 0,-1-1 0,0 1 0,0-1 0,0 0 0,0 0 0,0 0 0,0 0 0,2-2 0,1 1-630,20-13-6150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6:20.6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24575,'1'0'0,"1"0"0,-1 1 0,0-1 0,1 1 0,-1-1 0,0 1 0,1 0 0,-1-1 0,0 1 0,0 0 0,1 0 0,-1 0 0,0 0 0,0 0 0,0 0 0,0 0 0,0 0 0,1 2 0,15 25 0,-14-23 0,21 44 0,-1 1 0,-3 1 0,18 71 0,-32-95 0,-2 1 0,-2 1 0,0-1 0,-5 53 0,1-13 0,3-46 0,-2 0 0,-1-1 0,-7 34 0,7-46 0,-1-1 0,0 0 0,0 1 0,0-1 0,-1 0 0,-1-1 0,1 1 0,-1-1 0,-1 0 0,1 0 0,-11 10 0,-29 24-1365,33-31-5461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6:53.0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0 161 24575,'1'-6'0,"-1"1"0,1 0 0,0 0 0,1 0 0,-1 1 0,1-1 0,0 0 0,0 0 0,1 1 0,-1 0 0,1-1 0,0 1 0,0 0 0,0 0 0,1 0 0,-1 1 0,1-1 0,0 1 0,7-5 0,6-3 0,1 0 0,0 1 0,29-11 0,-39 18 0,1 0 0,0 1 0,-1-1 0,1 2 0,0-1 0,0 1 0,13 1 0,-19 0 0,1 0 0,-1 0 0,0 0 0,1 1 0,-1-1 0,0 1 0,0 0 0,0 0 0,0 0 0,0 0 0,0 1 0,0-1 0,0 1 0,0 0 0,0 0 0,-1 0 0,1 0 0,-1 0 0,0 0 0,1 1 0,-1-1 0,0 1 0,2 3 0,-3-4 0,-1 0 0,1 0 0,-1 0 0,1 0 0,-1 0 0,0 0 0,0-1 0,0 1 0,0 0 0,0 0 0,0 0 0,-1 0 0,1 0 0,0 0 0,-1 0 0,0 0 0,1-1 0,-1 1 0,0 0 0,0 0 0,0-1 0,-1 3 0,-5 5 0,0-1 0,-15 16 0,4-6 0,14-13 0,-11 17 0,17-14 0,12-4 0,-5-3 0,-1 0 0,0 1 0,1-1 0,-1 2 0,0-1 0,0 1 0,-1 0 0,1 1 0,0 0 0,-1 0 0,0 0 0,0 1 0,0 0 0,-1 1 0,0 0 0,0-1 0,0 2 0,-1-1 0,1 1 0,-2 0 0,1 0 0,-1 0 0,0 1 0,0-1 0,-1 1 0,0 0 0,-1 0 0,1 0 0,-2 0 0,2 14 0,-2-15 0,-1 0 0,0 1 0,0-1 0,-1 0 0,0 0 0,0 0 0,-3 9 0,3-13 0,-1 0 0,1-1 0,-1 1 0,1 0 0,-1-1 0,0 0 0,0 1 0,0-1 0,0 0 0,0 0 0,-1 0 0,1 0 0,-1-1 0,1 1 0,-1-1 0,0 1 0,1-1 0,-1 0 0,0 0 0,-4 1 0,-17 3-98,-1-1 1,0-1-1,0-1 0,-42-2 0,41-1-778,0 1-5950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6:53.9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223 8 24575,'0'-3'0,"-3"-1"0,-1 3 0,-3 5 0,-3 8 0,-3 7 0,-2 4 0,1 1 0,0 0 0,3-2 0,0-4 0,-1-3 0,-2 0 0,-1 0 0,-4-3 0,-2-3 0,-1-3 0,4-3-8191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7:00.1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24575,'3'3'0,"0"7"0,1 8 0,2 7 0,1 5 0,-2 3 0,-2 3 0,0 0 0,-2 1 0,0 0 0,-1-1 0,0-3 0,3-7 0,0-8-8191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37:33.15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299 165,'-8'-3,"0"0,-1 0,0 1,1 0,-1 0,-13 0,-52 2,61 3,17 2,29 4,74 2,168-3,-229-11,-34-1,-10 0,-3 3,0 0,0 0,0 0,0 0,0 0,0 0,0 1,-1-1,1 0,0 1,-3-2,-27-9,0 1,0 1,-56-7,-103-3,178 19,-45-5,-76 5,132 0,0 0,-1 0,1 0,0 0,-1 0,1 0,0 1,0-1,-1 0,1 1,0-1,0 1,0-1,-1 1,1-1,0 1,0 0,0 0,0 0,0-1,0 1,1 0,-1 0,-1 2,2-2,0-1,0 1,0-1,0 1,0 0,0-1,0 1,0-1,1 1,-1-1,0 1,0-1,1 1,-1-1,0 0,1 1,-1-1,0 1,1-1,-1 1,1-1,21 12,4-5,0 0,0-2,53 5,85-7,-133-3,0-1,-1-2,1-1,-1-1,53-17,-79 21,0-1,-1 0,1 1,0-1,-1-1,1 1,-1 0,0-1,5-4,-8 6,1 1,-1-1,0 1,1-1,-1 0,0 1,1-1,-1 0,0 1,0-1,1 0,-1 1,0-1,0 0,0 0,0 1,0-1,0 0,0 0,0 1,-1-2,0 0,1 1,-1 0,0-1,0 1,0 0,0 0,0 0,0 0,-1 0,1 0,0 0,-1 0,1 1,-3-2,-8-4,-1 1,0 0,-1 1,-26-4,-59-3,79 10,-11-1,-25-3,56 5,-1 0,0 0,1-1,-1 1,0 0,1 0,-1 0,1-1,-1 1,0 0,1-1,-1 1,1-1,-1 1,1 0,-1-1,1 1,-1-1,1 1,0-1,-1 1,1-2,1-9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37:35.1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499 118,'-75'-6,"7"-1,-36 9,91-1,1 0,-1 1,1 1,0 0,0 0,-15 7,26-10,0 1,0-1,0 1,0-1,0 1,0-1,0 1,0 0,0-1,0 1,0 0,1 0,-1 0,0 0,0 0,1 0,-1 0,0 1,1-1,0-1,0 1,0-1,1 1,-1-1,0 1,0-1,1 1,-1-1,0 1,1-1,-1 1,0-1,1 1,-1-1,0 0,1 1,-1-1,1 0,-1 1,1-1,-1 0,1 0,-1 1,2-1,5 3,1-1,-1 0,1-1,9 1,57 4,118-6,-164-3,-28 3,0 0,1 0,-1 0,0 0,0 0,1 0,-1 0,0 0,0 0,1 0,-1 0,0 0,0 0,1 0,-1 0,0 0,0 0,0-1,1 1,-1 0,0 0,0 0,0 0,1 0,-1-1,0 1,0 0,0 0,0 0,0-1,1 1,-1 0,0 0,0 0,0-1,0 1,0 0,0 0,0-1,0 1,0 0,0 0,0-1,0 1,0 0,0 0,0-1,0 1,0 0,0 0,0-1,0 1,-14-7,-12-1,1 2,-1 1,-31-2,-86-1,112 7,-2-1,11 1,0 0,0 2,-29 3,34 3,16-7,1 0,0 0,0 0,0 1,-1-1,1 0,0 0,0 1,0-1,0 0,0 0,0 1,0-1,0 0,-1 0,1 1,0-1,0 0,0 0,0 1,0-1,0 0,0 1,1-1,-1 0,0 0,0 1,0-1,0 0,0 0,0 1,0-1,1 0,1 2,0 0,0 0,0 0,0-1,0 1,0-1,1 0,-1 0,1 1,2 0,50 14,110 21,-96-24,2 2,1-4,0-2,75-1,61-11,245-7,102 4,-136 4,322-63,-125 2,-174 45,-203 12,135-11,392-8,1083 26,-1842-1,0 0,0 0,0 0,0-1,11-2,-17 3,0-1,0 1,0 0,0-1,0 1,0-1,0 1,0-1,0 1,0-1,0 0,0 1,0-1,0 0,0 0,-1 0,1 0,0 0,-1 0,1 0,-1 0,1 0,-1 0,1 0,-1 0,0 0,1 0,-1 0,0-1,0 1,0 0,0 0,0 0,0-2,-3-10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37:39.01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1,'1'7,"0"0,1 1,0-1,0 0,0 0,1-1,0 1,1 0,-1-1,5 7,4 6,29 59,-3 2,41 127,87 501,-75-272,55 406,-129-506,-19-284,-2-37,4-15,0 0,-1 0,1 1,0-1,0 0,0 0,0 0,0 0,-1 1,1-1,0 0,0 0,0 0,-1 0,1 0,0 0,0 0,0 0,-1 0,1 0,0 0,0 0,-1 0,1 0,0 0,0 0,0 0,-1 0,1 0,0 0,0 0,0 0,-1 0,1 0,-2-2,0 0,0 0,0 0,0 0,0 0,1 0,-1-1,-1-3,-17-32,1-1,-22-69,-22-83,-48-257,17-207,72 114,24 501,1 54,0 75,47 922,55-6,-75-817,-30-180,-4-18,-10-35,-293-1316,252 975,-8-620,64 919,3 54,-4 33,0 0,1 0,-1 0,0 0,0 0,0 0,0 0,0 0,0 0,1 0,-1 0,0 0,0 0,0 0,0 0,0 0,1 0,-1 0,0 0,0 0,0 0,0 0,0 0,0 0,1 0,-1 0,0 0,0 0,0 1,0-1,0 0,0 0,0 0,0 0,0 0,0 0,1 0,-1 1,0-1,0 0,0 0,0 0,0 0,0 0,0 0,0 1,0-1,0 0,0 0,0 0,0 0,0 0,0 0,0 1,0-1,6 24,28 208,-27-178,80 1096,-55 2,-29-1000,-2-66,9 159,-5-219,-3-24,0-7,2-42,2-589,-7 401,0-921,1 1088,3 43,1 27,3 15,42 174,9 108,21 344,-27 315,-43-742,20 482,-28-638,-1-55,-1-9,-4-34,-31-447,21 0,51-508,-33 948,15-134,-18 176,0 0,0 0,1 1,-1-1,1 0,0 1,0-1,0 1,2-5,1 13,0 14,11 124,-6 178,-8-210,2 869,-2-184,-1-734,-1-9,2 0,3 1,11 57,-14-112,0-9,0-22,-7-188,-1-422,86-260,-73 854,-1 6,1 1,12-39,-12 68,-6 11,1 0,-1 0,0 0,0 0,1 0,-1 0,0 0,0 1,1-1,-1 0,0 0,0 0,0 0,0 1,1-1,-1 0,0 0,0 1,0-1,0 0,0 0,1 0,-1 1,0-1,0 0,0 0,0 1,0-1,0 0,0 1,0-1,0 1,4 24,-1 1,-1 1,-2 34,0-13,-41 1274,6-314,34-974,-3-70,-16-620,41-13,-7 288,-10 278,-1-238,-8 269,-2 43,7 29,0 0,-1-1,1 1,0 0,0 0,0 0,0 0,0 0,0-1,0 1,0 0,0 0,-1 0,1 0,0 0,0 0,0 0,0 0,0-1,-1 1,1 0,0 0,0 0,0 0,0 0,-1 0,1 0,0 0,0 0,0 0,0 0,-1 0,1 0,0 0,0 0,0 0,0 0,-1 0,1 0,0 0,0 1,-8 12,-2 19,2 0,1 0,1 1,-1 51,4-55,-34 969,40-660,28-7,-26-301,-4-28,-2-7,-8-48,-96-656,39-5,52 510,-15-161,25 338,2 23,1 5,-2 39,0 362,0 56,-8 470,21-762,-1-13,-9-143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9:34.08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39 24575,'0'-3'0,"3"-1"0,1-3 0,3 0 0,0-2 0,-1 1-8191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9:56.18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1079 72 24575,'-25'-1'0,"0"-2"0,-28-6 0,-6-1 0,-292-18 0,102 11 0,216 14 0,-53 2 0,76 2 0,-1 0 0,1 0 0,0 1 0,-1 0 0,1 1 0,0 1 0,1-1 0,-1 1 0,-10 7 0,13-7 0,1 1 0,0 0 0,0 1 0,1 0 0,-1 0 0,1 0 0,1 0 0,-1 1 0,1 0 0,0 0 0,1 0 0,-1 0 0,1 0 0,1 1 0,-1 0 0,2-1 0,-2 10 0,-2 14 0,2 1 0,2 59 0,1-87 0,1 24 0,2 0 0,1-1 0,2 1 0,0-1 0,2 0 0,0-1 0,20 41 0,1-11 0,2-2 0,49 66 0,-70-106 0,8 12 0,2 0 0,33 33 0,-46-52 0,0-1 0,0 0 0,0 0 0,1-1 0,0 0 0,0-1 0,1 1 0,-1-2 0,1 1 0,0-1 0,0 0 0,0-1 0,12 2 0,44-1 0,87-5 0,-36-2 0,-100 5 0,-9-1 0,-1 0 0,0 0 0,1 0 0,7-2 0,-12 2 0,-1 0 0,0-1 0,1 1 0,-1-1 0,0 1 0,1-1 0,-1 0 0,0 1 0,0-1 0,1 0 0,-1 0 0,0 0 0,0 0 0,0 0 0,0 0 0,0 0 0,0 0 0,-1 0 0,1-1 0,0 1 0,-1 0 0,1 0 0,0-3 0,5-19 0,-2 0 0,3-33 0,2-16 0,0 31 0,10-63 0,-18 92 0,0 0 0,-1 0 0,0 0 0,-1 0 0,0 0 0,-4-16 0,-15-25 0,14 40 0,0 0 0,-3-16 0,4 12 0,-2-15 0,-2 1 0,-17-41 0,23 67 27,1-1-1,1 0 0,-1 0 1,0-11-1,-4-13-1523,2 20-5329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4:26.83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213 0 24575,'-1'5'0,"1"-1"0,-1 0 0,0 0 0,0 0 0,0 0 0,-1 1 0,0-2 0,1 1 0,-1 0 0,-1 0 0,-2 3 0,-33 41 0,27-36 0,-13 15 0,-1 1 0,-23 35 0,41-53 0,1 0 0,0 1 0,0 0 0,1 0 0,1 0 0,0 0 0,-4 20 0,8-28 0,-1-1 0,1 0 0,0 0 0,0 0 0,0 0 0,0 0 0,1 0 0,-1 0 0,0 0 0,1 0 0,0 0 0,-1 0 0,1 0 0,0 0 0,0 0 0,0 0 0,0-1 0,0 1 0,1 0 0,-1-1 0,0 1 0,1-1 0,-1 1 0,1-1 0,0 0 0,-1 1 0,1-1 0,0 0 0,0 0 0,0 0 0,-1-1 0,1 1 0,0 0 0,4 0 0,7 2 0,0 0 0,0-1 0,0-1 0,18 0 0,-28 0 0,36-2 0,0-1 0,-1-1 0,1-3 0,-1-1 0,45-15 0,-78 21-75,39-15 280,-42 15-305,1 0 0,-1 0 1,0-1-1,0 1 1,0-1-1,0 1 0,0-1 1,0 0-1,0 0 0,0 0 1,-1 0-1,1 0 0,-1 0 1,3-4-1,-1-9-6726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4:27.42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19 0 24575,'0'3'0,"0"7"0,-3 8 0,-1 7 0,0 7 0,1 9 0,1-1 0,0 0 0,2-2 0,-1-4 0,1-2 0,0-3 0,1-4 0,2-14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9:58.43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1022 34 24575,'-278'-10'0,"-151"3"0,402 8 0,0 1 0,1 1 0,0 2 0,0 0 0,-35 13 0,55-15 0,1 0 0,-1 0 0,1 1 0,0-1 0,0 1 0,1 0 0,-1 0 0,1 1 0,0-1 0,0 1 0,0 0 0,1 0 0,-1 1 0,1-1 0,1 0 0,-1 1 0,-2 8 0,-3 11 0,1 1 0,-6 45 0,9-44 0,-1-1 0,1 0 0,2 0 0,0 0 0,4 34 0,-1-49 0,1 0 0,0 0 0,1 0 0,0 0 0,0-1 0,1 1 0,1-1 0,0 0 0,0-1 0,1 1 0,0-1 0,13 15 0,-4-9 0,1-1 0,0 0 0,1-1 0,0-1 0,1-1 0,0 0 0,1-1 0,0-1 0,27 8 0,-25-12 0,-1 0 0,1-2 0,1 0 0,-1-2 0,0 0 0,1-1 0,23-4 0,-37 3 0,0-1 0,0 0 0,0 0 0,-1-1 0,1 0 0,0 0 0,8-6 0,49-34 0,-49 31 0,1 0 0,30-15 0,75-29 0,-117 54 0,0-1 0,0 0 0,-1 0 0,1 0 0,-1-1 0,1 1 0,-1-1 0,0 0 0,5-8 0,3-4 0,13-26 0,-18 28 0,1 1 0,0 1 0,14-18 0,63-69 0,-82 95 0,0 0 0,0 0 0,0-1 0,-1 1 0,0-1 0,0 1 0,0-1 0,0 0 0,-1 0 0,1 0 0,-1 0 0,0 0 0,-1-5 0,2-12 0,-5-39 0,1 20 0,2-47-1365,0 73-5461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8:09.72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463 77 24575,'118'9'0,"-3"0"0,201-9 0,-286 3 0,-29-3 0,-1 0 0,0 0 0,0 0 0,0 0 0,0 0 0,0 0 0,0 0 0,0 0 0,0 0 0,0 0 0,0 0 0,0 0 0,1 0 0,-1 0 0,0 0 0,0 0 0,0 0 0,0 0 0,0 0 0,0 0 0,0 0 0,0 0 0,0 0 0,0 0 0,0 1 0,0-1 0,0 0 0,0 0 0,0 0 0,0 0 0,1 0 0,-1 0 0,0 0 0,0 0 0,0 0 0,0 0 0,0 0 0,0 0 0,0 0 0,0 1 0,0-1 0,0 0 0,0 0 0,0 0 0,0 0 0,0 0 0,0 0 0,0 0 0,0 0 0,0 0 0,0 0 0,0 0 0,-1 0 0,1 1 0,0-1 0,0 0 0,0 0 0,0 0 0,0 0 0,0 0 0,0 0 0,0 0 0,0 0 0,0 0 0,0 0 0,0 0 0,0 0 0,0 0 0,0 0 0,-10 4 0,-14 0 0,-170 14 0,-76 11 0,192-10 0,51-12 0,0 0 0,0-2 0,-1-1 0,-34 1 0,40-2 0,15-1 0,15 2 0,20 0 0,0-2 0,53-1 0,-36-1 0,333-1 0,-363 0 0,-17-2 0,-24-6 0,21 8 0,-69-17 0,-1 4 0,0 2 0,0 4 0,-106 2 0,387 18 0,158-5 0,-282-6 0,-598-2 0,470 2 0,35 2 0,15 1 0,19 2 0,31 2 0,1-2 0,62-2 0,112-13 0,-200 7 0,1 1 0,0-1 0,0-2 0,45-11 0,-75 15 0,1 0 0,0 0 0,-1 0 0,1 0 0,-1 0 0,1-1 0,-1 1 0,1 0 0,-1 0 0,1-1 0,-1 1 0,1 0 0,-1 0 0,1-1 0,-1 1 0,1-1 0,-1 1 0,0 0 0,1-1 0,-1 1 0,1-1 0,-9-4 0,-22 1 0,-268 2 0,43 2 0,238-1 0,0 0 0,-24-7 0,35 5 0,14 1 0,17 1 0,342 19 0,-428-18 0,-35 0 0,-106-12 0,187 9 0,24 0 0,29 2 0,31 1 0,129-8 0,-167 2 0,-31 6 0,1 0 0,-1 0 0,0 0 0,1 0 0,-1 0 0,0 0 0,1 0 0,-1 0 0,0 0 0,0 0 0,1 0 0,-1 0 0,0 0 0,1 0 0,-1 0 0,0-1 0,0 1 0,1 0 0,-1 0 0,0 0 0,0 0 0,1-1 0,-1 1 0,0 0 0,0 0 0,0-1 0,1 1 0,-1 0 0,0 0 0,0-1 0,0 1 0,0 0 0,0 0 0,0-1 0,1 1 0,-1 0 0,0-1 0,0 1 0,0 0 0,0-1 0,0 1 0,-14-5 0,-76-7 0,-135-1 0,185 12 0,14 0 0,15 0 0,-1 0 0,0 1 0,0 1 0,-18 2 0,26 0 0,7-1 0,14 1 0,76 4 0,0-4 0,175-18 0,-252 13 0,-12 2 0,0 0 0,0 0 0,1-1 0,-1 0 0,0 1 0,0-1 0,0-1 0,0 1 0,6-4 0,-11 4 0,0 0 0,-1 1 0,1-1 0,0 1 0,-1-1 0,1 1 0,-1 0 0,1-1 0,-1 1 0,1 0 0,-1 0 0,1 0 0,-4 0 0,-128 14 0,17-2 0,-123-5 0,236-7 0,0 0 0,0 0 0,0 1 0,0-1 0,0 1 0,0 0 0,0 0 0,1 0 0,-6 3 0,8-4 0,-1 1 0,1-1 0,-1 0 0,1 1 0,0-1 0,-1 0 0,1 1 0,0-1 0,-1 1 0,1-1 0,0 1 0,0-1 0,-1 1 0,1-1 0,0 1 0,0-1 0,0 1 0,-1-1 0,1 1 0,0-1 0,0 1 0,0 0 0,1 0 0,-1 0 0,0 0 0,1 1 0,-1-1 0,1 0 0,-1 0 0,1-1 0,0 1 0,-1 0 0,1 0 0,0 0 0,0 0 0,0 0 0,-1-1 0,2 2 0,6 3 0,-1-1 0,1 1 0,0-1 0,0-1 0,0 1 0,1-1 0,-1-1 0,1 0 0,10 2 0,88 6 0,-87-9 0,68 3 0,127-13 0,-187 3 0,-78 2 0,1 2 0,-72 7 0,109-5 0,-294 31 0,395-46 0,315-95 0,-394 107 0,7-2 0,-1 0 0,0-1 0,0-1 0,20-12 0,-27 9 0,-14 4 0,-23 0 0,28 6 0,-104-6 0,-177 11 0,272-5 0,-275 24 0,247-18 0,33-4 0,9 0 0,56 3 0,104-5 0,-103-2 0,190-12 0,-214 7 0,-34 3 0,-10 1 0,-14-1 0,-23 4 0,0 2 0,0 2 0,0 1 0,0 2 0,1 2 0,0 2 0,-53 22 0,83-27 0,12-5 0,0-1 0,0 0 0,0 0 0,-1 0 0,1 0 0,0 0 0,0 0 0,0 0 0,0 0 0,0 0 0,0 1 0,0-1 0,0 0 0,0 0 0,0 0 0,0 0 0,0 0 0,0 0 0,0 0 0,0 1 0,0-1 0,0 0 0,0 0 0,0 0 0,0 0 0,0 0 0,0 0 0,0 0 0,0 1 0,0-1 0,0 0 0,0 0 0,0 0 0,0 0 0,0 0 0,0 0 0,1 0 0,-1 0 0,0 0 0,0 1 0,0-1 0,0 0 0,0 0 0,0 0 0,0 0 0,0 0 0,0 0 0,1 0 0,23 4 0,1-3 0,-1 1 0,0-1 0,0-1 0,0-1 0,31-6 0,-55 6 0,-6-2 0,-10-1 0,-149-5 0,208 16 0,-4 1 0,59 0 0,0-3 0,99-10 0,-174 2 0,-24 3 0,1 0 0,0 0 0,0 0 0,0 0 0,0 0 0,0 0 0,0 0 0,0 0 0,0 0 0,0 0 0,-1 0 0,1 0 0,0 0 0,0 0 0,0 0 0,0 0 0,0 0 0,0 0 0,0-1 0,0 1 0,0 0 0,0 0 0,0 0 0,-1 0 0,1 0 0,0 0 0,0 0 0,0 0 0,0 0 0,0 0 0,0 0 0,0-1 0,0 1 0,0 0 0,0 0 0,0 0 0,0 0 0,0 0 0,0 0 0,0 0 0,0 0 0,0 0 0,0-1 0,0 1 0,0 0 0,0 0 0,0 0 0,0 0 0,0 0 0,0 0 0,0 0 0,0 0 0,0 0 0,0-1 0,0 1 0,0 0 0,1 0 0,-1 0 0,0 0 0,0 0 0,0 0 0,0 0 0,0 0 0,0 0 0,-39-7 0,-49 2 0,-171 12 0,249-6 0,5-1 0,1 0 0,0 1 0,0-1 0,0 1 0,0 0 0,0 0 0,-1 0 0,2 0 0,-1 1 0,-4 1 0,9 0 0,8-1 0,27-1 0,0-1 0,0-2 0,61-11 0,-42 5 0,-19 4 0,-21 3 0,0 0 0,-1-1 0,1-1 0,0-1 0,23-8 0,-35 9 0,-9 0 0,-9 0 0,0 1 0,0 0 0,0 1 0,-19 2 0,3-1 0,-108 2 0,1 5 0,-188 34 0,311-38 0,6-2 0,1 0 0,0 1 0,-1-1 0,1 2 0,0-1 0,1 1 0,-1 1 0,0-1 0,-12 9 0,20-11 0,-1-1 0,1 0 0,0 0 0,-1 1 0,1-1 0,0 0 0,0 0 0,-1 1 0,1-1 0,0 0 0,0 1 0,0-1 0,0 0 0,-1 1 0,1-1 0,0 0 0,0 1 0,0-1 0,0 1 0,0-1 0,0 0 0,0 1 0,0-1 0,0 0 0,0 1 0,0-1 0,0 1 0,0-1 0,0 0 0,0 1 0,0-1 0,1 0 0,-1 1 0,0-1 0,0 0 0,0 1 0,1-1 0,-1 0 0,0 1 0,0-1 0,1 0 0,-1 0 0,0 1 0,0-1 0,1 0 0,-1 0 0,1 1 0,6 2 0,1 0 0,0 0 0,-1-1 0,1 0 0,0 0 0,0-1 0,1 0 0,-1 0 0,10-1 0,1 1 0,375 5 0,-336-9 0,-37-1 0,-23 1 0,-11 1 0,-30-4-273,0 3 0,-1 2 0,1 1 0,-57 8 0,79-4-6553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8:11.9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1335 1 24575,'-48'2'0,"1"2"0,0 1 0,0 3 0,0 2 0,-47 17 0,-216 98 0,191-67 0,-197 130 0,302-180 0,0-1 0,0-1 0,-1 0 0,0-1 0,0 0 0,0-1 0,-21 2 0,-31 9 0,37-6-1365,6-2-5461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38:13.27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269 1 24575,'-61'49'0,"15"1"0,37-39 0,0 0 0,-1 0 0,-1-1 0,-19 14 0,24-19 0,0-1 0,1 1 0,0 0 0,-1 1 0,2-1 0,-1 1 0,1 0 0,-1 0 0,2 1 0,-1-1 0,-5 15 0,-6-1 0,13-18 0,0 0 0,1 0 0,-1 0 0,1 0 0,-1 0 0,1 0 0,0 0 0,-2 5 0,3-6 0,0 0 0,0 0 0,0 0 0,0 0 0,0 0 0,0-1 0,1 1 0,-1 0 0,0 0 0,1 0 0,-1 0 0,0 0 0,1-1 0,-1 1 0,1 0 0,-1 0 0,1-1 0,0 1 0,-1 0 0,1-1 0,0 1 0,-1-1 0,1 1 0,0-1 0,0 1 0,0-1 0,-1 1 0,1-1 0,0 0 0,1 1 0,13 6 0,0-1 0,0-1 0,1 0 0,19 3 0,69 6 0,-61-8 0,133 19 0,-161-22-1365,-4 1-5461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02.81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267 1 24575,'-20'20'0,"-10"9"0,1 1 0,1 2 0,-40 60 0,52-67 0,1 2 0,2 0 0,-17 48 0,25-60 0,1 0 0,1 0 0,1 0 0,0 0 0,1 0 0,0 1 0,1-1 0,1 1 0,3 17 0,4 8 0,23 77 0,-30-116-76,0 1 1,0-1-1,0 0 0,0 1 0,0-1 0,1 0 0,-1 0 0,1 0 1,0 0-1,-1 0 0,1 0 0,0 0 0,0-1 0,0 1 1,0-1-1,0 1 0,4 1 0,6 1-6750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03.36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36 0 24575,'0'6'0,"0"11"0,0 9 0,-3 11 0,-1 3 0,-3 1 0,0-4 0,1-5 0,2-5 0,1-5 0,1-5-8191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03.84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295 0 24575,'0'3'0,"-3"7"0,-4 8 0,-7 13 0,-7 6 0,-9 1 0,-2 0 0,-2-4 0,2-4 0,3-8 0,4-7 0,3-7 0,2-4 0,5-9 0,5-4-8191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04.48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83 0 24575,'-6'121'0,"4"-102"0,-1-1 0,-1 0 0,-1 0 0,-10 25 0,-2-9 0,12-27 0,1 0 0,1 0 0,-1 0 0,1 0 0,0 1 0,1-1 0,0 1 0,0 0 0,-1 9 0,4-16 0,-1 0 0,0 0 0,1 0 0,-1 0 0,1 0 0,-1 0 0,1 0 0,0 0 0,-1 0 0,1 0 0,0 0 0,-1-1 0,1 1 0,0 0 0,0 0 0,0-1 0,0 1 0,0 0 0,0-1 0,0 1 0,0-1 0,0 1 0,0-1 0,0 0 0,0 0 0,0 1 0,1-1 0,-1 0 0,0 0 0,1 0 0,41 1 0,-35-1 0,25-2-682,61-11-1,-76 10-6143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04.89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30 0 24575,'0'6'0,"0"17"0,0 14 0,0 6 0,0 5 0,0 3 0,-3 0 0,-1-7 0,0-5 0,1-2 0,1-2 0,1-4 0,-3-4 0,0-4 0,0-6-8191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05.58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24575,'9'11'0,"-1"0"0,0 1 0,-1-1 0,-1 1 0,1 1 0,7 23 0,-4-12 0,1 5 0,-1 2 0,-1-1 0,-1 2 0,4 38 0,-7-15 0,-2 90 0,-7-108-91,-1 0-1,-1-1 0,-19 57 0,15-53-906,6-26-5828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2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244 0 24575,'-4'0'0,"1"0"0,0 1 0,-1-1 0,1 1 0,0-1 0,0 1 0,-1 0 0,1 0 0,0 1 0,0-1 0,0 1 0,0 0 0,0-1 0,1 1 0,-1 0 0,0 1 0,1-1 0,0 0 0,-1 1 0,1-1 0,0 1 0,0 0 0,0 0 0,1 0 0,-1 0 0,1 0 0,0 0 0,-2 5 0,-1 7 0,1-1 0,0 1 0,1 0 0,-1 30 0,1 105 0,-5 96 0,5-132 0,-3 28 0,5-141 0,0 1 0,0-1 0,0 0 0,0 1 0,0-1 0,-1 1 0,1-1 0,0 0 0,-1 1 0,1-1 0,-1 0 0,0 0 0,1 1 0,-1-1 0,0 0 0,0 0 0,0 0 0,0 0 0,0 0 0,-2 2 0,2-3 0,0 1 0,0-1 0,0 0 0,0 1 0,0-1 0,-1 0 0,1 0 0,0 0 0,0 0 0,0 0 0,0-1 0,-1 1 0,1 0 0,0 0 0,0-1 0,0 1 0,0-1 0,0 1 0,-2-2 0,-2-1 0,0 0 0,0-1 0,0 0 0,0 0 0,1 0 0,0 0 0,-1-1 0,-2-5 0,-6-9 0,0-1 0,-13-30 0,23 33 0,3 17 0,0 0 0,0 0 0,1-1 0,-1 1 0,0 0 0,0 0 0,0 0 0,0-1 0,1 1 0,-1 0 0,0 0 0,0 0 0,0 0 0,1-1 0,-1 1 0,0 0 0,0 0 0,1 0 0,-1 0 0,0 0 0,0 0 0,1 0 0,-1 0 0,0 0 0,0 0 0,1 0 0,-1 0 0,0 0 0,1 0 0,-1 0 0,1 0 0,1 1 0,1-1 0,-1 1 0,0 0 0,1 0 0,-1 1 0,0-1 0,0 0 0,0 1 0,4 2 0,31 39 0,-31-35 0,0 0 0,1-1 0,-1 0 0,1 0 0,1 0 0,11 7 0,-16-12 0,1 0 0,-1-1 0,1 1 0,0-1 0,0 0 0,-1 0 0,1-1 0,0 1 0,0-1 0,0 1 0,0-1 0,0-1 0,0 1 0,0 0 0,0-1 0,-1 0 0,1 0 0,0 0 0,0-1 0,-1 1 0,1-1 0,-1 0 0,1 0 0,-1 0 0,0 0 0,5-4 0,-2 1 0,-1 0 0,1 0 0,-1-1 0,0 1 0,0-1 0,-1 0 0,0-1 0,0 1 0,-1-1 0,1 1 0,-1-1 0,4-14 0,-4 6-273,1 0 0,0 0 0,1 1 0,10-21 0,-6 19-6553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23.99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20 0 24575,'0'0'0,"0"0"0,0 0 0,-1 1 0,1-1 0,0 0 0,0 0 0,0 0 0,0 0 0,0 0 0,0 0 0,0 0 0,0 0 0,0 0 0,0 0 0,-1 0 0,1 1 0,0-1 0,0 0 0,0 0 0,0 0 0,0 0 0,0 0 0,0 0 0,-1 0 0,1 0 0,0 0 0,0 0 0,0 0 0,0 0 0,0 0 0,0 0 0,0 0 0,-1 0 0,1 0 0,0 0 0,0-1 0,0 1 0,0 0 0,0 0 0,0 0 0,0 0 0,0 0 0,-1 0 0,1 0 0,0 0 0,0 0 0,0 0 0,0 0 0,0 0 0,0-1 0,0 1 0,0 0 0,-6 12 0,3 7 0,0 0 0,1 0 0,1 1 0,3 34 0,15 77 0,-13-110 0,14 67 0,37 109 0,-2-12 0,-37-94 0,-13-61 0,14 50 0,-11-60 0,26 103 0,-34-97 0,-3-20 0,-2-15 0,1-12-1365,2-5-5461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25.03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42 150 24575,'-5'0'0,"1"0"0,1 0 0,-1 0 0,1 0 0,-1 0 0,1-1 0,0 1 0,-5-2 0,8 1 0,-1 1 0,1 0 0,0 0 0,0 0 0,-1 0 0,1-1 0,0 1 0,-1 0 0,1 0 0,0-1 0,0 1 0,0 0 0,-1-1 0,1 1 0,0 0 0,0-1 0,0 1 0,0 0 0,-1-1 0,1 1 0,0 0 0,0-1 0,0 1 0,0 0 0,0-1 0,0 1 0,0-1 0,9-16 0,11-7 0,2 2 0,43-38 0,-62 58 0,-1 1 0,0-1 0,1 1 0,0-1 0,-1 1 0,1 0 0,0 0 0,-1 0 0,1 0 0,0 1 0,0-1 0,0 1 0,0-1 0,-1 1 0,1 0 0,0 0 0,0 1 0,0-1 0,0 1 0,0-1 0,0 1 0,-1 0 0,1 0 0,0 0 0,-1 0 0,1 0 0,-1 1 0,1-1 0,-1 1 0,4 2 0,5 6 0,1 0 0,-1 1 0,0 0 0,12 17 0,47 75 123,-3-3-1611,-56-87-5338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33.03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22 1 24575,'1'24'0,"-2"0"0,-1-1 0,-7 37 0,5-29 0,0 0 0,2 0 0,4 63 0,0-23 0,-3-47 0,1-12 0,0 0 0,0 0 0,3 16 0,-2-24 0,0 0 0,0 0 0,1 0 0,-1-1 0,1 1 0,0 0 0,0-1 0,0 1 0,0-1 0,1 0 0,-1 0 0,1 1 0,5 3 0,-3-3 11,-1-1 0,1 1 0,0-1 0,1 0 0,-1 0 0,0-1-1,1 1 1,0-1 0,-1-1 0,10 3 0,0-2-506,1-1 0,28-1 0,-29-1-6331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34.93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19 38 24575,'0'-3'0,"0"-4"0,0-3 0,-3-1 0,-1 5 0,0 6 0,1 10 0,1 5 0,1 10 0,0 3 0,1 3 0,0 0 0,0-4 0,0-2 0,0-3 0,0-2 0,0-1 0,0-5-8191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35.49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149 1 24575,'0'6'0,"0"5"0,0 3 0,-3 3 0,-4 1 0,0 1 0,-3 3 0,-3 1 0,-1-1 0,1-1 0,0-4 0,-1-5 0,-1-7 0,-1-17 0,3-15 0,2-3-8191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37.86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23 110 24575,'0'-20'0,"-1"12"0,1 0 0,0 0 0,0 0 0,3-13 0,-3 19 0,1 0 0,-1 1 0,1-1 0,0 0 0,-1 1 0,1-1 0,0 0 0,0 1 0,0-1 0,0 1 0,0-1 0,1 1 0,-1 0 0,0 0 0,1-1 0,-1 1 0,1 0 0,-1 0 0,1 0 0,-1 0 0,1 1 0,0-1 0,-1 0 0,1 1 0,2-1 0,-1 0 0,-1 0 0,1 1 0,0-1 0,-1 1 0,1 0 0,-1 0 0,1 0 0,0 0 0,-1 0 0,1 1 0,-1-1 0,1 1 0,-1 0 0,1-1 0,-1 1 0,1 0 0,-1 1 0,0-1 0,1 0 0,-1 1 0,0-1 0,0 1 0,0-1 0,0 1 0,1 2 0,1 1 0,-1 0 0,-1 0 0,1 0 0,-1 0 0,0 1 0,0-1 0,0 1 0,-1-1 0,0 1 0,1 10 0,0 34 0,-3-35 0,2-1 0,2 19 0,-2-28 0,0-1 0,0 1 0,1 0 0,0 0 0,0 0 0,0-1 0,0 1 0,1-1 0,-1 1 0,6 4 0,-8-9 0,9 11 0,0 0 0,0 0 0,-1 1 0,8 16 0,-15-24 0,1-1 0,-1 0 0,0 0 0,0 1 0,0-1 0,0 1 0,-1-1 0,1 0 0,-1 1 0,0 0 0,0-1 0,0 1 0,0-1 0,-1 1 0,0-1 0,1 0 0,-1 1 0,0-1 0,-1 0 0,1 1 0,0-1 0,-1 0 0,-3 4 0,0 0 0,-1-1 0,0 0 0,0 0 0,0 0 0,-1-1 0,-13 9 0,-51 23 0,45-24 0,21-11-93,-8 5-331,0-1 0,-24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39.10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 24575,'11'12'0,"-1"1"0,0 1 0,-1 0 0,-1 0 0,9 22 0,10 14 0,-7-14 0,-2 1 0,-1 0 0,-2 1 0,-2 0 0,-1 1 0,-2 1 0,6 54 0,1-21 0,-12-55 0,-1 0 0,0 0 0,1 20 0,-5 62-1365,0-84-5461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41.75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76 0 24575,'-6'8'0,"1"0"0,0 0 0,0 0 0,1 1 0,0-1 0,1 1 0,0 0 0,-3 14 0,-1 1 0,0 1 0,1-1 0,1 1 0,1 0 0,1 0 0,1 1 0,2-1 0,4 42 0,-3-61 0,1-1 0,0 1 0,0-1 0,0 0 0,1 0 0,0 1 0,0-2 0,0 1 0,1 0 0,-1-1 0,1 1 0,0-1 0,9 7 0,15 20 0,-26-29 7,0 1-1,0-1 0,1 1 0,-1-1 1,1 0-1,-1 0 0,1 0 1,0 0-1,0 0 0,0 0 1,0-1-1,0 0 0,0 1 0,0-1 1,0 0-1,0-1 0,1 1 1,3 0-1,1-1-218,0 0 0,-1-1 0,1 1-1,0-2 1,-1 1 0,13-5 0,-7 2-6614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44.33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72 24575,'2'-4'0,"-1"1"0,1 0 0,0 0 0,0 0 0,0 0 0,0 0 0,0 0 0,1 0 0,0 1 0,4-5 0,0 0 0,-5 5 0,0-1 0,1 1 0,-1 0 0,1 0 0,-1 0 0,1 0 0,0 0 0,0 1 0,0-1 0,-1 1 0,2 0 0,-1-1 0,0 1 0,0 1 0,0-1 0,0 0 0,1 1 0,-1 0 0,0 0 0,0 0 0,1 0 0,-1 0 0,0 0 0,0 1 0,1 0 0,4 1 0,-5 0 0,1 0 0,-1 0 0,1 0 0,-1 1 0,0-1 0,1 1 0,-1-1 0,-1 1 0,1 0 0,0 0 0,-1 1 0,1-1 0,-1 0 0,0 1 0,0 0 0,-1-1 0,1 1 0,-1 0 0,1 0 0,0 8 0,0 3 0,-1 0 0,0 1 0,-1-1 0,-4 25 0,2-20 0,1 30 0,1-49 0,0-1 0,0 1 0,0 0 0,0 0 0,0 0 0,1 0 0,-1-1 0,0 1 0,0 0 0,1 0 0,-1 0 0,1-1 0,-1 1 0,1 0 0,-1-1 0,1 1 0,-1 0 0,1-1 0,-1 1 0,1-1 0,0 1 0,0-1 0,-1 1 0,1-1 0,0 1 0,-1-1 0,1 0 0,0 1 0,0-1 0,0 0 0,0 0 0,-1 1 0,3-1 0,31-3 0,-21 1 0,9-1 0,-7 0 0,1 2 0,0-1 0,26 2 0,-39 0 0,-1 1 0,1-1 0,0 0 0,-1 1 0,1-1 0,0 1 0,-1 0 0,1 0 0,-1 0 0,1 0 0,-1 0 0,0 0 0,1 1 0,-1-1 0,0 1 0,0 0 0,0 0 0,0 0 0,0 0 0,0 0 0,-1 0 0,1 0 0,-1 0 0,1 1 0,-1-1 0,0 0 0,2 6 0,-3-6 0,0 1 0,1 0 0,-1 0 0,-1-1 0,1 1 0,0 0 0,-1-1 0,1 1 0,-1-1 0,0 1 0,0-1 0,0 1 0,0-1 0,0 1 0,0-1 0,-1 0 0,1 1 0,-1-1 0,0 0 0,1 0 0,-1 0 0,0-1 0,0 1 0,0 0 0,-1-1 0,-3 3 0,-6 3 0,0 0 0,0-1 0,-24 9 0,23-10 0,0 0 0,-1-1 0,1-1 0,-1 0 0,0-1 0,0 0 0,0-1 0,0-1 0,-26-2 0,32-2 0,18 1 0,21 0 0,15 1-1365,1 0-5461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44.89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250 0 24575,'-3'0'0,"-4"0"0,-4 3 0,0 7 0,-1 14 0,-1 15 0,-5 12 0,-5 25 0,-2 0 0,0-14 0,2-19 0,2-25 0,1-22 0,4-21 0,5-9 0,4-5 0,3 5-8191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46.11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3 140 24575,'-1'-24'0,"0"11"0,1 0 0,0 0 0,3-16 0,-3 27 0,0 0 0,1-1 0,-1 1 0,1 0 0,-1 0 0,1-1 0,0 1 0,0 0 0,0 0 0,0 0 0,0 0 0,1 0 0,-1 1 0,1-1 0,-1 0 0,1 1 0,0-1 0,-1 1 0,1-1 0,0 1 0,0 0 0,0 0 0,0-1 0,2 1 0,-3 0 0,0 1 0,0 0 0,0-1 0,0 1 0,0 0 0,0 0 0,0 0 0,0 0 0,0 0 0,0 0 0,-1 0 0,1 0 0,0 0 0,0 1 0,0-1 0,0 0 0,0 1 0,0-1 0,-1 0 0,1 1 0,0-1 0,0 1 0,0-1 0,-1 1 0,2 0 0,-1 1 0,1 0 0,-1 0 0,0 0 0,0 0 0,0 0 0,0 0 0,0 0 0,0 1 0,-1-1 0,1 3 0,1 7 0,0 0 0,-2 0 0,0 14 0,0-21 0,-1 13 0,1-13 0,0 1 0,0 0 0,0 0 0,0 0 0,3 9 0,-3-13 0,1 0 0,-1-1 0,1 1 0,0-1 0,0 1 0,0-1 0,0 1 0,0-1 0,0 1 0,0-1 0,0 0 0,1 1 0,-1-1 0,0 0 0,1 0 0,-1 0 0,1 0 0,-1 0 0,1-1 0,0 1 0,-1 0 0,1-1 0,2 1 0,5 1 0,0-1 0,0 0 0,0-1 0,0 0 0,14-1 0,-15 0 0,0 0 0,0 1 0,0 0 0,1 1 0,-1-1 0,14 5 0,-20-4 0,1 0 0,-1 0 0,0 1 0,0-1 0,0 1 0,0 0 0,0 0 0,0 0 0,0 0 0,0 0 0,-1 0 0,1 0 0,-1 0 0,1 1 0,-1-1 0,0 1 0,0-1 0,0 1 0,0-1 0,-1 1 0,1-1 0,0 6 0,0 2 0,0 1 0,-1-1 0,0 0 0,-2 17 0,1-18 0,-1-1 0,1 1 0,-2-1 0,1 0 0,-1 0 0,-1 0 0,1 0 0,-1 0 0,-1-1 0,-7 11 0,12-18 1,0 1 0,0-1 0,0 0 0,-1 0 0,1 0 1,0 1-1,0-1 0,0 0 0,0 0 0,0 0 0,0 0 0,-1 1 0,1-1 0,0 0 0,0 0 0,0 0 0,-1 0 0,1 0 0,0 0 0,0 0 0,0 0 0,-1 0 0,1 1 0,0-1 0,0 0 0,0 0 0,-1 0 1,1 0-1,0 0 0,0 0 0,-1 0 0,1 0 0,0-1 0,0 1 0,0 0 0,-1 0 0,1 0 0,0 0 0,0 0 0,0 0 0,-1 0 0,1 0 0,0 0 0,0-1 0,0 1 0,0 0 0,0 0 0,-1 0 0,1 0 0,0-1 1,0 1-1,0 0 0,0 0 0,0 0 0,0-1 0,0 1 0,-1 0 0,1 0 0,0-1 0,-2-13-1130,1 13 830,0-14-6527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0:46.90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16 1 24575,'-1'0'0,"0"0"0,0 1 0,1-1 0,-1 0 0,0 1 0,1-1 0,-1 1 0,0-1 0,1 0 0,-1 1 0,1-1 0,-1 1 0,1 0 0,-1-1 0,1 1 0,-1 0 0,1-1 0,0 1 0,-1 0 0,1-1 0,0 1 0,-1 0 0,1-1 0,0 1 0,0 0 0,0 0 0,0-1 0,0 2 0,-3 23 0,5 8 0,2-1 0,1 0 0,2 0 0,20 59 0,-11-37 0,-4-12 0,-2 0 0,-2 1 0,-2 0 0,2 80 0,-9-30-1365,1-75-5461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0:57.437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7 0,'-1'0,"1"0,0 0,0 0,0 0,0 0,-1 0,1 0,0 0,0 0,0 0,-1 0,1 0,0 0,0 0,0 0,0 0,-1 0,1 0,0 0,0 0,0 1,0-1,-1 0,1 0,0 0,0 0,0 0,0 0,0 0,0 1,-1-1,1 0,0 0,0 0,0 0,0 0,0 1,0-1,0 0,0 0,5 7,12 5,12 2,1 0,1-2,0-2,0 0,37 5,-50-12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0:58.718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0,'6'3,"5"1,6 3,10 3,6 0,4-2,1-2,-3-2,-4-2,-5-1,-3-1,-3 0,-2-1,0 1,-2-1,-2 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0:59.814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0,'3'0,"4"0,4 0,3 0,2 0,2 0,0 0,0 0,0 0,1 0,-1 0,0 0,-3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1:41.88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1,'62'24,"-52"-21,0-1,1 0,-1 0,0-1,15 0,-13-1,-1 0,1 2,20 4,-20-3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1:43.1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0 100,'3'0,"4"-3,10-1,5 0,-1-2,-2 0,0 0,-1 3,0 0,-1 2,1-3,-1-3,0-1,1-1,-1 0,-2-1,-1 1,-3 2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1:44.55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0,'23'2,"-1"1,0 1,0 1,0 1,-1 0,31 15,-42-16,-1 0,1 1,-1 1,0-1,10 11,-11-10,0-1,0 0,0 0,1 0,0-1,12 5,-9-4,-2-1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07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591 1 24575,'-558'0'-1365,"525"0"-5461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07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186 1 24575,'-2'0'0,"0"1"0,1 0 0,-1-1 0,1 1 0,-1 0 0,1 0 0,-1 0 0,1 0 0,0 0 0,0 0 0,-3 3 0,-1 1 0,-49 33 0,35-26 0,0 2 0,-18 16 0,34-26 0,0-1 0,0 1 0,0 0 0,1 0 0,-1 0 0,1 0 0,0 0 0,0 0 0,0 1 0,1-1 0,-1 1 0,1-1 0,0 1 0,1 0 0,-1-1 0,1 1 0,0 0 0,0 0 0,0-1 0,1 1 0,-1 0 0,3 7 0,0-4 0,-1 0 0,1 0 0,0-1 0,1 1 0,0-1 0,0 1 0,1-1 0,0-1 0,0 1 0,0-1 0,12 11 0,-5-8 19,0 0-1,0-1 0,1 0 1,0-1-1,17 6 0,71 21-1206,-93-31 901,21 5-6539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10.9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1 24575,'-3'0'0,"1"1"0,-1-1 0,0 1 0,1 0 0,0-1 0,-1 1 0,1 1 0,-1-1 0,1 0 0,0 0 0,0 1 0,0-1 0,0 1 0,0 0 0,0 0 0,0 0 0,1 0 0,-1 0 0,1 0 0,-1 0 0,-1 4 0,-2 4 0,0 0 0,0 1 0,-4 16 0,3-3 0,0 1 0,2-1 0,-1 45 0,6 78 0,2-65 0,-3-50 0,-1-13 0,5 39 0,-3-51 0,0 0 0,1-1 0,0 1 0,0-1 0,1 1 0,0-1 0,0 0 0,0 0 0,6 8 0,-4-8-85,1 1 0,-1-1-1,1 0 1,0 0 0,1 0-1,0-1 1,-1 0 0,2-1-1,-1 1 1,0-1 0,1-1-1,0 1 1,0-1 0,0-1-1,13 4 1,-4-4-6741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13.1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74 24575,'0'0'0,"-1"0"0,0 0 0,1 0 0,-1 0 0,1-1 0,-1 1 0,0 0 0,1 0 0,-1-1 0,1 1 0,-1 0 0,1-1 0,-1 1 0,1-1 0,-1 1 0,1-1 0,-1 1 0,1-1 0,0 1 0,-1-1 0,1 1 0,0-1 0,0 1 0,-1-1 0,1 0 0,0 1 0,0-1 0,0 1 0,-1-1 0,1 0 0,0 1 0,0-1 0,0 0 0,0 1 0,1-2 0,-2 1 0,1-1 0,0 0 0,1 1 0,-1-1 0,0 0 0,0 1 0,1-1 0,-1 0 0,1 1 0,0-1 0,-1 1 0,3-3 0,0 0 0,1 1 0,-1 0 0,1 0 0,0 1 0,0-1 0,0 1 0,0 0 0,1 0 0,-1 0 0,0 0 0,1 1 0,0 0 0,-1 0 0,1 0 0,0 0 0,9 1 0,-10 0 0,0 0 0,0 0 0,0 0 0,0 1 0,0-1 0,0 1 0,0 0 0,-1 0 0,1 1 0,0-1 0,0 1 0,-1 0 0,1 0 0,-1 0 0,1 0 0,-1 1 0,0-1 0,0 1 0,5 6 0,1 4 0,-1 0 0,-1 1 0,0 0 0,-1 0 0,-1 0 0,0 1 0,0 0 0,-2 0 0,3 25 0,-5-28 0,0-1 0,-1 1 0,-1 0 0,0-1 0,0 0 0,-1 1 0,-1-1 0,0 0 0,0 0 0,-1 0 0,-1 0 0,0-1 0,-10 17 0,-38 45 0,46-64 0,0 0 0,0 0 0,0-1 0,-1-1 0,0 1 0,-15 8 0,22-14 0,-1-1 0,1 1 0,0 0 0,-1-1 0,1 1 0,-1-1 0,1 0 0,0 1 0,-1-1 0,1 0 0,-1 0 0,1 0 0,-1 0 0,1 0 0,0 0 0,-1 0 0,1-1 0,-1 1 0,1 0 0,0-1 0,-1 1 0,1-1 0,-2-1 0,1 1 0,0-1 0,0 0 0,0 0 0,0 0 0,0 0 0,0 0 0,1-1 0,-1 1 0,1 0 0,0-1 0,-2-3 0,0-3 0,0 0 0,0 0 0,1-1 0,1 1 0,-1 0 0,1-12 0,1 19 0,0 0 0,0 1 0,0-1 0,0 0 0,0 0 0,0 1 0,1-1 0,-1 0 0,1 1 0,-1-1 0,1 0 0,0 1 0,-1-1 0,1 1 0,0-1 0,0 1 0,0-1 0,0 1 0,0 0 0,2-2 0,-1 2 0,0 0 0,-1 1 0,1-1 0,0 0 0,-1 1 0,1-1 0,0 1 0,0 0 0,-1 0 0,1 0 0,0 0 0,0 0 0,0 0 0,-1 0 0,1 0 0,2 1 0,7 2 0,-1 1 0,1 0 0,-1 1 0,17 10 0,-24-14 0,63 41 23,-43-26-486,1-1 1,44 21-1,-58-33-6363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13.7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 1 24575,'0'3'0,"0"7"0,0 8 0,0 6 0,-3 3 0,-1-1 0,0-1 0,-2-5 0,-3-6 0,-3-6 0,-3 0 0,-1-3 0,-2 2 0,3-1-8191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15.8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49 24575,'0'-3'0,"0"0"0,0 0 0,1 1 0,-1-1 0,1 0 0,-1 1 0,1-1 0,0 0 0,0 1 0,0-1 0,0 1 0,1-1 0,2-3 0,-3 6 0,-1-1 0,1 0 0,0 0 0,0 1 0,0-1 0,0 1 0,0-1 0,0 1 0,0-1 0,0 1 0,0-1 0,0 1 0,1 0 0,-1 0 0,0-1 0,0 1 0,0 0 0,0 0 0,0 0 0,1 1 0,-1-1 0,0 0 0,0 0 0,0 0 0,0 1 0,0-1 0,0 1 0,0-1 0,0 1 0,0-1 0,0 1 0,0-1 0,0 1 0,0 0 0,1 1 0,5 4 0,0 0 0,-1 1 0,0-1 0,0 2 0,-1-1 0,1 0 0,4 11 0,3 8 0,11 27 0,-7-7 0,-3 2 0,-1-1 0,-3 2 0,6 57 0,-12-51 0,-3 0 0,-6 71 0,5-125 0,0 0 0,0 1 0,0-1 0,0 0 0,0 0 0,-1 0 0,1 1 0,-1-1 0,1 0 0,-1 0 0,1 0 0,-1 0 0,1 1 0,-1-1 0,0 0 0,0 0 0,-1 1 0,-5-3 0,-1-12 0,-2-15 0,2-2 0,0 1 0,-4-45 0,10 62 0,1 8 0,1 0 0,0 0 0,-1 0 0,1-1 0,1 1 0,-1 0 0,0 0 0,1 0 0,0 0 0,0 0 0,0 0 0,4-7 0,-4 9 0,0 0 0,0 1 0,1-1 0,-1 1 0,1-1 0,-1 1 0,1-1 0,-1 1 0,1 0 0,0 0 0,0 0 0,-1 0 0,1 0 0,0 0 0,0 1 0,0-1 0,0 0 0,0 1 0,0 0 0,0-1 0,0 1 0,0 0 0,0 0 0,0 0 0,0 0 0,0 1 0,0-1 0,3 1 0,3 1-151,-1 0-1,1 1 0,0 0 0,-1 1 1,0-1-1,0 1 0,0 1 1,7 5-1,2 2-6674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16.5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24575,'0'7'0,"1"0"0,0 0 0,1-1 0,0 1 0,0 0 0,5 10 0,2 6 0,22 72 0,83 278 0,-68-161 0,-39-162 0,-2 1 0,-1 65 0,-4-112-97,0-1-1,0 1 1,-1-1-1,1 0 1,-1 1-1,0-1 1,0 1-1,0-1 1,0 0-1,-1 0 1,1 0-1,-1 0 0,-3 5 1,-2-1-6729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05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24575,'3'0'0,"4"0"0,4 0 0,5 0 0,7 0 0,6 0 0,12 0 0,5 0 0,-2 0 0,-5 0 0,-7 0 0,-5 0 0,-5 0 0,-3 0 0,-4 0-8191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05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24575,'7'2'0,"1"1"0,-1 0 0,-1 0 0,1 1 0,0 0 0,7 6 0,15 8 0,-17-11 0,0 0 0,-1 1 0,0 0 0,0 0 0,13 14 0,-22-19 0,0-1 0,1 1 0,-1-1 0,0 1 0,0 0 0,0 0 0,0 0 0,-1 0 0,1 0 0,-1 0 0,0 0 0,0 0 0,0 0 0,0 1 0,-1-1 0,1 1 0,-1-1 0,0 0 0,0 1 0,0-1 0,0 0 0,-1 1 0,1-1 0,-1 1 0,0-1 0,0 0 0,-1 4 0,-6 5-6,0 0 0,-1-1 1,0 0-1,-1 0 0,0-1 0,-1-1 0,0 1 0,-24 14 0,-9 9-1306,28-19-5514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17.6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165 0 24575,'-5'1'0,"1"-1"0,0 1 0,0 0 0,-1 0 0,1 1 0,0-1 0,0 1 0,0 0 0,1 0 0,-1 0 0,0 1 0,1-1 0,-1 1 0,1 0 0,0 0 0,-3 4 0,-5 5 0,1 1 0,-17 26 0,20-26 0,0 1 0,1 0 0,1 0 0,0 0 0,0 1 0,2-1 0,0 1 0,-2 23 0,2 12 0,5 61 0,-1-103 0,0 32 0,3-1 0,1 1 0,2-1 0,2-1 0,1 1 0,2-2 0,23 49 0,-33-80 15,1-1 0,0-1 0,0 1 0,0 0 0,0-1 0,1 1 0,7 6 0,-9-10-80,0 0 1,-1 0-1,1 1 1,0-1-1,0 0 1,0-1-1,0 1 0,0 0 1,0 0-1,0-1 1,0 1-1,0-1 1,0 0-1,1 0 0,-1 0 1,0 0-1,0 0 1,0 0-1,0 0 1,0-1-1,0 1 0,4-2 1,13-6-6762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18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1 24575,'0'33'0,"0"12"0,0-34 0,-1-14 0,-1-5 0,-3-26 0,5 34 0,-1-1 0,1 1 0,0 0 0,0-1 0,0 1 0,0 0 0,0-1 0,1 1 0,-1 0 0,0-1 0,0 1 0,0 0 0,0-1 0,0 1 0,0 0 0,0-1 0,1 1 0,-1 0 0,0-1 0,0 1 0,1 0 0,-1 0 0,0-1 0,0 1 0,1 0 0,-1-1 0,1 1 0,0 1 0,0-1 0,-1 0 0,1 0 0,0 0 0,0 1 0,-1-1 0,1 0 0,0 1 0,-1-1 0,1 0 0,0 1 0,-1-1 0,1 1 0,-1-1 0,1 1 0,-1-1 0,1 2 0,4 3 0,-1 0 0,-1 0 0,1 0 0,-1 1 0,0-1 0,0 1 0,0 0 0,2 8 0,13 56 0,-14-53 0,5 27 0,-2 0 0,2 54 0,-8 89 0,-1-185 0,-3 33 0,3-35 0,0 1 0,0-1 0,0 1 0,0-1 0,-1 1 0,1-1 0,0 1 0,0-1 0,0 0 0,-1 1 0,1-1 0,0 1 0,-1-1 0,1 0 0,0 1 0,0-1 0,-1 0 0,1 0 0,-1 1 0,1-1 0,0 0 0,-1 0 0,0 1 0,1-1 0,-1 0 0,0-1 0,0 1 0,1 0 0,-1 0 0,0-1 0,1 1 0,-1 0 0,0-1 0,1 1 0,-1-1 0,1 1 0,-1-1 0,1 1 0,-1-1 0,1 0 0,-1 1 0,1-1 0,-1 1 0,1-2 0,-13-18 0,1 0 0,1-1 0,1 0 0,1-1 0,1 0 0,1-1 0,-6-33 0,12 53 0,1 1 0,-1-1 0,1 1 0,0-1 0,-1 1 0,1-1 0,1 1 0,-1-1 0,0 1 0,1-1 0,-1 1 0,1 0 0,-1-1 0,1 1 0,0 0 0,2-4 0,-1 4 0,0 0 0,-1 1 0,1 0 0,0-1 0,0 1 0,0 0 0,0 0 0,0 0 0,0 0 0,0 1 0,0-1 0,0 0 0,0 1 0,0-1 0,1 1 0,-1 0 0,0 0 0,0 0 0,3 0 0,2 0 0,1 1 0,0 0 0,0 0 0,-1 0 0,1 1 0,-1 0 0,1 1 0,-1 0 0,0 0 0,0 0 0,0 1 0,0 0 0,8 7 0,8 1-1365,-12-8-5461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19.1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24575,'0'6'0,"0"8"0,0 10 0,0 8 0,0 7 0,0 3 0,0-3 0,0-5 0,0-5 0,0-5 0,0-12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19.9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71 24575,'1'-2'0,"-1"0"0,1 0 0,0 0 0,0 0 0,0 0 0,0 0 0,0 1 0,0-1 0,0 0 0,1 0 0,2-2 0,8-13 0,0-7 0,-12 24 0,0-1 0,1 1 0,-1 0 0,0 0 0,0-1 0,0 1 0,0 0 0,0 0 0,1 0 0,-1 0 0,0-1 0,0 1 0,0 0 0,1 0 0,-1 0 0,0 0 0,0 0 0,1-1 0,-1 1 0,0 0 0,0 0 0,1 0 0,-1 0 0,0 0 0,0 0 0,1 0 0,-1 0 0,0 0 0,0 0 0,1 0 0,3 14 0,-5 6 0,0 0 0,-2-1 0,0 1 0,-11 33 0,8-28 0,1-10 0,4-12 0,0-1 0,0 1 0,0 0 0,1 0 0,-1-1 0,1 1 0,-1 6 0,1-8 0,1-1 0,-1 1 0,0 0 0,1 0 0,-1 0 0,1 0 0,-1-1 0,0 1 0,1 0 0,0 0 0,-1-1 0,1 1 0,-1 0 0,1-1 0,0 1 0,0-1 0,-1 1 0,1-1 0,0 1 0,0-1 0,0 0 0,-1 1 0,1-1 0,0 0 0,0 0 0,0 1 0,0-1 0,0 0 0,0 0 0,1 0 0,29 3 0,1-1 0,0-2 0,-1-1 0,1-1 0,53-12 0,-82 14-85,0-1 0,1 0-1,-1 0 1,0 0 0,0 0-1,-1-1 1,1 1 0,0-1-1,0 1 1,-1-1 0,1 0-1,-1 0 1,1-1 0,-1 1-1,3-3 1,3-7-6741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20.3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1 24575,'0'3'0,"0"7"0,0 10 0,0 12 0,0 12 0,0 7 0,0 4 0,0 2 0,0-3 0,0-1 0,0-4 0,0-5 0,0-6 0,0-7 0,-3-8 0,-1-6 0,0-5-8191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3:21.0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24575,'3'1'0,"-1"0"0,1 0 0,-1 0 0,1 1 0,-1-1 0,0 1 0,0-1 0,1 1 0,-1 0 0,0 0 0,-1 0 0,1 0 0,0 0 0,0 0 0,1 4 0,3 2 0,22 27 0,-1 2 0,-1 1 0,-3 2 0,-1 0 0,-2 1 0,-2 0 0,-1 2 0,-3 0 0,-1 1 0,-3 1 0,-1-1 0,-2 1 0,-2 1 0,-2 72 0,-5-24-1365,2-80-5461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3:24.79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73 26,'17'237,"-6"-122,-7-52,-2-13,15 78,-14-155,-4-424,1 435,-4-45,4 55,-1 0,0 0,-1 1,1-1,-1 1,0 0,-6-10,8 14,0 1,-1-1,1 1,0-1,-1 0,1 1,0 0,-1-1,1 1,-1-1,1 1,-1-1,1 1,-1 0,1 0,-1-1,1 1,-1 0,1 0,-1-1,0 1,1 0,-1 0,1 0,-1 0,0 0,0 0,0 0,0 1,0-1,0 1,0-1,0 1,0 0,0-1,0 1,1 0,-1 0,0-1,1 1,-1 0,0 1,-16 35,3 13,2 1,-9 86,8 103,15-438,-2 162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3:26.97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121 0,'1'25,"1"0,6 25,-1-1,1 20,3 0,33 111,-33-153,-11-27,0 0,0 0,0 0,0 0,0 0,0 0,0 0,0 0,0 0,0 0,0 0,0 0,0 0,0 0,0 0,0 0,0 0,1 0,-1 0,0 0,0 0,0 0,-3-12,-8-19,-117-335,125 357,2 5,0 1,0-1,-1 1,1 0,-1-1,0 1,1 0,-1 0,-1 0,1 0,-4-3,6 6,0 0,-1 0,1 0,0 0,-1 0,1 0,0 0,0 0,-1 0,1 0,0 0,-1 0,1 0,0 1,0-1,-1 0,1 0,0 0,0 0,-1 1,1-1,0 0,0 0,0 1,-1-1,1 0,0 0,0 1,0-1,0 0,0 0,0 1,-1-1,1 0,0 1,0-1,0 0,0 1,0-1,0 0,0 1,-4 23,1 0,1 0,1 0,3 32,-1-14,0-4,-1 30,-9-104,-8-46,13 60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3:35.654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2 0,'-1'90,"4"0,23 138,-15-169,2-2,3 0,24 57,-40-114,0 1,0 0,0-1,1 1,-1 0,0-1,1 1,-1 0,0-1,1 1,-1-1,1 1,-1-1,0 1,1-1,0 1,-1-1,1 1,-1-1,1 0,-1 1,2-1,-1 0,-1 0,0-1,1 1,-1-1,1 1,-1-1,0 1,1-1,-1 1,0-1,0 1,1-1,-1 0,0 1,0-1,0 1,0-1,0 0,0 0,3-42,-3 40,-13-260,9 235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3:38.076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135 191,'-2'0,"0"-1,0 1,0 0,0 1,0-1,0 0,0 1,1-1,-1 1,0-1,0 1,0 0,1 0,-1-1,0 1,-2 3,2-2,1 1,-1-1,1 1,0-1,-1 1,1-1,1 1,-1 0,0 0,1-1,-1 5,-5 51,2 0,5 61,0-60,-1-42,0-8,-1-1,1 0,1 1,0-1,0 0,0 1,1-1,5 15,-5-22,0-6,2-47,-3-88,-2 68,2 0,-9-199,4 245,0 42,1 16,3 185,-1 42,-3-229,-2-23,6-7,-1-1,1 1,-1-1,1 1,-1-1,1 1,-1-1,1 0,-1 1,1-1,-1 0,1 1,0-1,0 0,-1 1,1-1,0-1,-14-46,2-1,-7-57,9 42,2 18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4:17.232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118 1,'-3'0,"-4"0,-4 0,-3 3,-2 1,-1 3,2 3,0 0,4 1,2-1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4:18.629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0,'-3'0,"-4"0,-4 0,-3 0,-2 0,-1 0,2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9:49.89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89 108 24575,'-1'1'0,"0"-1"0,-1 1 0,1-1 0,0 1 0,0-1 0,0 1 0,0 0 0,0-1 0,0 1 0,0 0 0,0 0 0,0 0 0,0 0 0,0 0 0,0 0 0,1 0 0,-1 0 0,0 1 0,-15 26 0,13-21 0,-3 5 0,0 1 0,1-1 0,1 1 0,0 0 0,1 0 0,0 0 0,-1 24 0,-3 10 0,4-31 0,-2 31 0,5-41 0,0 0 0,0 0 0,1 0 0,0 0 0,0-1 0,1 1 0,-1 0 0,1-1 0,3 7 0,-2-7 0,-1 0 0,1 0 0,0 0 0,0 0 0,1 0 0,6 6 0,-8-9 0,1 0 0,-1 0 0,1-1 0,0 1 0,-1-1 0,1 0 0,0 0 0,0 0 0,0 0 0,0 0 0,0 0 0,0-1 0,0 0 0,4 1 0,4-1 0,0 1 0,0-2 0,1 1 0,-2-2 0,14-2 0,-19 3 0,0-1 0,-1 0 0,0 1 0,1-2 0,-1 1 0,0 0 0,0-1 0,0 0 0,0 0 0,-1 0 0,1-1 0,-1 1 0,0-1 0,4-5 0,0-2 0,0-1 0,0 0 0,-1-1 0,-1 1 0,0-1 0,-1 0 0,0 0 0,-1-1 0,0 1 0,-1-1 0,-1 1 0,0-1 0,-2-18 0,1-1 0,1 16 0,-2-1 0,0 1 0,-5-28 0,5 39 0,-1 1 0,0 0 0,0 0 0,0-1 0,0 1 0,-1 1 0,0-1 0,0 0 0,0 1 0,-1-1 0,1 1 0,-1 0 0,0 0 0,0 0 0,-8-4 0,-3-3 0,5 3 0,0 1 0,-1 1 0,1 0 0,-24-10 0,32 15 0,0 1 0,0-1 0,-1 0 0,1 1 0,0 0 0,-1-1 0,1 1 0,-1 0 0,1 0 0,0 0 0,-1 1 0,1-1 0,0 0 0,-1 1 0,1 0 0,0-1 0,0 1 0,-1 0 0,1 0 0,0 0 0,0 1 0,0-1 0,0 0 0,0 1 0,1-1 0,-1 1 0,0 0 0,1 0 0,-1 0 0,1-1 0,0 1 0,-2 3 0,-30 51-1365,27-46-5461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9:49.89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 0 24575,'-1'34'0,"1"6"0,1 0 0,9 61 0,-6-75-455,-2 1 0,0 41 0,-2-53-6371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9:49.89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74 24575,'0'-4'0,"0"-1"0,0 1 0,0-1 0,1 0 0,0 1 0,-1-1 0,2 1 0,-1 0 0,2-5 0,-2 7 0,1 0 0,-1 0 0,0 1 0,1-1 0,0 1 0,-1-1 0,1 1 0,0 0 0,-1 0 0,1-1 0,0 1 0,0 1 0,0-1 0,0 0 0,0 0 0,0 1 0,0-1 0,1 1 0,-1 0 0,0-1 0,3 1 0,3-1 0,-1 1 0,0-1 0,1 1 0,-1 1 0,1-1 0,-1 1 0,12 4 0,-17-5 0,1 1 0,-1 0 0,0 0 0,0 1 0,0-1 0,0 0 0,0 1 0,0-1 0,0 1 0,0 0 0,-1-1 0,1 1 0,0 0 0,-1 0 0,0 0 0,1 0 0,-1 0 0,0 1 0,0-1 0,0 0 0,-1 0 0,1 1 0,0-1 0,-1 1 0,0-1 0,1 4 0,-1 5 0,-1 1 0,0-1 0,-1 0 0,0 0 0,0-1 0,-1 1 0,-1 0 0,0-1 0,0 0 0,-7 10 0,-7 22 0,18-41 0,0 0 0,-1-1 0,1 1 0,0-1 0,0 1 0,0 0 0,0-1 0,0 1 0,-1 0 0,1-1 0,0 1 0,1 0 0,-1-1 0,0 1 0,0 0 0,0-1 0,0 1 0,0 0 0,1-1 0,-1 1 0,0-1 0,0 1 0,1-1 0,-1 1 0,0 0 0,1-1 0,-1 1 0,1-1 0,-1 1 0,1-1 0,-1 0 0,1 1 0,-1-1 0,1 1 0,-1-1 0,1 0 0,0 0 0,-1 1 0,1-1 0,0 0 0,-1 0 0,1 0 0,-1 0 0,1 1 0,0-1 0,0 0 0,4 0 0,0 1 0,1-1 0,-1 0 0,10-2 0,1 0 0,0-2 0,0 0 0,0 0 0,29-14 0,-37 14 0,-1 0 0,1 0 0,-1-1 0,0 0 0,0 0 0,0-1 0,-1 0 0,0 0 0,0 0 0,-1-1 0,7-10 0,-1-2-1365,-1 0-5461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9:49.9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91 24575,'-1'-5'0,"1"0"0,1 1 0,-1-1 0,1 1 0,-1-1 0,1 0 0,1 1 0,-1-1 0,1 1 0,-1 0 0,5-8 0,-4 10 0,0 0 0,0-1 0,1 1 0,-1 0 0,0 0 0,1 1 0,-1-1 0,1 0 0,0 1 0,-1-1 0,1 1 0,0 0 0,0 0 0,0 0 0,0 0 0,0 1 0,0-1 0,0 1 0,3 0 0,2-1 0,1 0 0,-1 1 0,0 1 0,0-1 0,0 1 0,0 1 0,0-1 0,-1 1 0,12 4 0,-16-4 0,-1-1 0,0 0 0,1 1 0,-1-1 0,0 1 0,0 0 0,0-1 0,0 1 0,0 0 0,0 0 0,0 1 0,-1-1 0,1 0 0,-1 1 0,1-1 0,-1 1 0,0-1 0,0 1 0,0-1 0,-1 1 0,1 0 0,-1-1 0,1 1 0,-1 0 0,0 0 0,0-1 0,0 1 0,0 0 0,0-1 0,-1 1 0,0 3 0,0-2 0,0 0 0,-1 0 0,1 0 0,-1 0 0,0 0 0,0-1 0,0 1 0,0-1 0,-6 7 0,-30 27 0,4-3 0,33-34 0,1 1 0,0-1 0,-1 0 0,1 0 0,0 1 0,-1-1 0,1 0 0,0 1 0,0-1 0,-1 0 0,1 1 0,0-1 0,0 1 0,-1-1 0,1 0 0,0 1 0,0-1 0,0 1 0,0-1 0,0 1 0,0-1 0,0 1 0,0-1 0,0 0 0,0 1 0,0-1 0,0 1 0,0-1 0,0 1 0,0-1 0,0 1 0,0-1 0,0 0 0,1 1 0,-1-1 0,0 1 0,1-1 0,0 1 0,0-1 0,0 1 0,1-1 0,-1 0 0,0 1 0,1-1 0,-1 0 0,0 0 0,1 0 0,-1 0 0,0 0 0,2-1 0,41-9 0,-38 8 0,-2 1 0,1-1 0,-1 0 0,0 1 0,1 0 0,-1 0 0,1 0 0,-1 1 0,1 0 0,0 0 0,-1 0 0,6 1 0,-10-1 0,1 0 0,0 1 0,-1-1 0,1 1 0,0-1 0,-1 1 0,1-1 0,-1 1 0,1 0 0,-1-1 0,0 1 0,1-1 0,-1 1 0,1 0 0,-1 0 0,0-1 0,0 1 0,1 0 0,-1-1 0,0 1 0,0 0 0,0 0 0,0-1 0,0 1 0,0 0 0,0 0 0,0 0 0,0-1 0,0 1 0,-1 0 0,1 0 0,0-1 0,0 1 0,-1 0 0,1-1 0,-1 2 0,-15 30 0,14-30 0,-4 9 0,0 0 0,-1 0 0,-1-1 0,0 0 0,-18 17 0,23-25 0,1 1 0,-1-1 0,0 0 0,-1-1 0,1 1 0,0 0 0,0-1 0,-1 0 0,1 0 0,-1 0 0,1 0 0,-1 0 0,0-1 0,1 1 0,-1-1 0,1 0 0,-1 0 0,0-1 0,1 1 0,-1-1 0,1 0 0,-1 1 0,1-2 0,-1 1 0,-4-3 0,8 4 1,-1 0 0,1 0-1,0 0 1,0 0 0,0 0-1,-1 0 1,1 0 0,0 0-1,0 0 1,-1 0 0,1 0-1,0 0 1,0 0 0,0-1 0,-1 1-1,1 0 1,0 0 0,0 0-1,0 0 1,0-1 0,0 1-1,-1 0 1,1 0 0,0 0-1,0-1 1,0 1 0,0 0-1,0 0 1,0 0 0,0-1-1,0 1 1,0 0 0,0 0 0,0-1-1,0 1 1,0 0 0,0 0-1,0-1 1,9-4-1393,8-2-5434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49:49.91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499 118,'-75'-6,"7"-1,-36 9,91-1,1 0,-1 1,1 1,0 0,0 0,-15 7,26-10,0 1,0-1,0 1,0-1,0 1,0-1,0 1,0 0,0-1,0 1,0 0,1 0,-1 0,0 0,0 0,1 0,-1 0,0 1,1-1,0-1,0 1,0-1,1 1,-1-1,0 1,0-1,1 1,-1-1,0 1,1-1,-1 1,0-1,1 1,-1-1,0 0,1 1,-1-1,1 0,-1 1,1-1,-1 0,1 0,-1 1,2-1,5 3,1-1,-1 0,1-1,9 1,57 4,118-6,-164-3,-28 3,0 0,1 0,-1 0,0 0,0 0,1 0,-1 0,0 0,0 0,1 0,-1 0,0 0,0 0,1 0,-1 0,0 0,0 0,0-1,1 1,-1 0,0 0,0 0,0 0,1 0,-1-1,0 1,0 0,0 0,0 0,0-1,1 1,-1 0,0 0,0 0,0-1,0 1,0 0,0 0,0-1,0 1,0 0,0 0,0-1,0 1,0 0,0 0,0-1,0 1,0 0,0 0,0-1,0 1,-14-7,-12-1,1 2,-1 1,-31-2,-86-1,112 7,-2-1,11 1,0 0,0 2,-29 3,34 3,16-7,1 0,0 0,0 0,0 1,-1-1,1 0,0 0,0 1,0-1,0 0,0 0,0 1,0-1,0 0,-1 0,1 1,0-1,0 0,0 0,0 1,0-1,0 0,0 1,1-1,-1 0,0 0,0 1,0-1,0 0,0 0,0 1,0-1,1 0,1 2,0 0,0 0,0 0,0-1,0 1,0-1,1 0,-1 0,1 1,2 0,50 14,110 21,-96-24,2 2,1-4,0-2,75-1,61-11,245-7,102 4,-136 4,322-63,-125 2,-174 45,-203 12,135-11,392-8,1083 26,-1842-1,0 0,0 0,0 0,0-1,11-2,-17 3,0-1,0 1,0 0,0-1,0 1,0-1,0 1,0-1,0 1,0-1,0 0,0 1,0-1,0 0,0 0,-1 0,1 0,0 0,-1 0,1 0,-1 0,1 0,-1 0,1 0,-1 0,0 0,1 0,-1 0,0-1,0 1,0 0,0 0,0 0,0-2,-3-10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9:49.91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213 0 24575,'-1'5'0,"1"-1"0,-1 0 0,0 0 0,0 0 0,0 0 0,-1 1 0,0-2 0,1 1 0,-1 0 0,-1 0 0,-2 3 0,-33 41 0,27-36 0,-13 15 0,-1 1 0,-23 35 0,41-53 0,1 0 0,0 1 0,0 0 0,1 0 0,1 0 0,0 0 0,-4 20 0,8-28 0,-1-1 0,1 0 0,0 0 0,0 0 0,0 0 0,0 0 0,1 0 0,-1 0 0,0 0 0,1 0 0,0 0 0,-1 0 0,1 0 0,0 0 0,0 0 0,0 0 0,0-1 0,0 1 0,1 0 0,-1-1 0,0 1 0,1-1 0,-1 1 0,1-1 0,0 0 0,-1 1 0,1-1 0,0 0 0,0 0 0,0 0 0,-1-1 0,1 1 0,0 0 0,4 0 0,7 2 0,0 0 0,0-1 0,0-1 0,18 0 0,-28 0 0,36-2 0,0-1 0,-1-1 0,1-3 0,-1-1 0,45-15 0,-78 21-75,39-15 280,-42 15-305,1 0 0,-1 0 1,0-1-1,0 1 1,0-1-1,0 1 0,0-1 1,0 0-1,0 0 0,0 0 1,-1 0-1,1 0 0,-1 0 1,3-4-1,-1-9-6726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9:49.91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19 0 24575,'0'3'0,"0"7"0,-3 8 0,-1 7 0,0 7 0,1 9 0,1-1 0,0 0 0,2-2 0,-1-4 0,1-2 0,0-3 0,1-4 0,2-14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49:49.91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1022 34 24575,'-278'-10'0,"-151"3"0,402 8 0,0 1 0,1 1 0,0 2 0,0 0 0,-35 13 0,55-15 0,1 0 0,-1 0 0,1 1 0,0-1 0,0 1 0,1 0 0,-1 0 0,1 1 0,0-1 0,0 1 0,0 0 0,1 0 0,-1 1 0,1-1 0,1 0 0,-1 1 0,-2 8 0,-3 11 0,1 1 0,-6 45 0,9-44 0,-1-1 0,1 0 0,2 0 0,0 0 0,4 34 0,-1-49 0,1 0 0,0 0 0,1 0 0,0 0 0,0-1 0,1 1 0,1-1 0,0 0 0,0-1 0,1 1 0,0-1 0,13 15 0,-4-9 0,1-1 0,0 0 0,1-1 0,0-1 0,1-1 0,0 0 0,1-1 0,0-1 0,27 8 0,-25-12 0,-1 0 0,1-2 0,1 0 0,-1-2 0,0 0 0,1-1 0,23-4 0,-37 3 0,0-1 0,0 0 0,0 0 0,-1-1 0,1 0 0,0 0 0,8-6 0,49-34 0,-49 31 0,1 0 0,30-15 0,75-29 0,-117 54 0,0-1 0,0 0 0,-1 0 0,1 0 0,-1-1 0,1 1 0,-1-1 0,0 0 0,5-8 0,3-4 0,13-26 0,-18 28 0,1 1 0,0 1 0,14-18 0,63-69 0,-82 95 0,0 0 0,0 0 0,0-1 0,-1 1 0,0-1 0,0 1 0,0-1 0,0 0 0,-1 0 0,1 0 0,-1 0 0,0 0 0,-1-5 0,2-12 0,-5-39 0,1 20 0,2-47-1365,0 73-5461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50:14.1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230 10 24575,'-1'0'0,"1"-1"0,0 1 0,0-1 0,0 1 0,0-1 0,0 1 0,-1-1 0,1 1 0,0-1 0,-1 1 0,1 0 0,0-1 0,-1 1 0,1-1 0,0 1 0,-1 0 0,1-1 0,0 1 0,-1 0 0,1 0 0,-1-1 0,1 1 0,-1 0 0,1 0 0,-1 0 0,1-1 0,-1 1 0,1 0 0,-1 0 0,1 0 0,-1 0 0,1 0 0,-1 0 0,0 0 0,-19 3 0,11 2 0,1-1 0,-1 1 0,1 1 0,1-1 0,-1 1 0,1 1 0,0-1 0,0 1 0,1 0 0,0 1 0,-5 9 0,-4 5 0,2 1 0,-18 44 0,22-45 0,1 1 0,1 0 0,1 0 0,1 1 0,1 0 0,2 0 0,0 0 0,2 32 0,0-51 0,1 1 0,0-1 0,0 1 0,0-1 0,1 0 0,0 0 0,0 1 0,0-1 0,0 0 0,1-1 0,0 1 0,0 0 0,0-1 0,0 0 0,1 0 0,0 0 0,7 7 0,-5-8 0,0 1 0,-1-1 0,1 0 0,0 0 0,1 0 0,-1-1 0,0 0 0,1 0 0,-1-1 0,1 0 0,0 0 0,-1 0 0,1-1 0,8 0 0,-9-1 0,1 0 0,-1-1 0,0 1 0,-1-1 0,1 0 0,0-1 0,-1 1 0,1-1 0,-1 0 0,0-1 0,1 1 0,5-6 0,6-7 0,28-32 0,-43 46 0,16-20 0,0 0 0,-1-2 0,-2 0 0,0-1 0,13-32 0,-28 56 0,1 0 0,0-1 0,-1 1 0,1-1 0,-1 1 0,0 0 0,1-1 0,-1 1 0,0-1 0,0 1 0,0-1 0,0 1 0,0-1 0,0 1 0,0 0 0,-1-1 0,1 1 0,-1-1 0,1 1 0,-1 0 0,1-1 0,-1 1 0,0 0 0,1-1 0,-1 1 0,0 0 0,0 0 0,0 0 0,0 0 0,0 0 0,0 0 0,0 0 0,0 0 0,-1 0 0,1 1 0,-2-2 0,-5-2 0,-1 1 0,0-1 0,0 2 0,-17-4 0,-3-1 0,-1-7-1365,17 7-5461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50:14.7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24575,'0'14'0,"2"22"0,4 24 0,3 28 0,-1 8 0,4 1 0,0-10 0,-3-14 0,-2-18 0,-5-20 0,-3-16-8191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50:15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74 24575,'0'-2'0,"0"0"0,1 0 0,-1 0 0,1 0 0,0 0 0,-1 0 0,1 0 0,0 0 0,0 0 0,1 0 0,-1 0 0,0 1 0,0-1 0,1 1 0,-1-1 0,1 1 0,0-1 0,2-1 0,1 0 0,0-1 0,0 1 0,0 0 0,0 1 0,8-4 0,3 2 0,0 0 0,0 1 0,0 1 0,0 0 0,0 1 0,0 1 0,1 0 0,-1 2 0,0 0 0,0 0 0,0 1 0,0 1 0,-1 1 0,0 0 0,0 1 0,0 1 0,27 16 0,-36-18 0,1 0 0,-1 1 0,1 0 0,-2 0 0,1 0 0,-1 1 0,0 0 0,0 0 0,-1 0 0,0 0 0,0 1 0,-1 0 0,0 0 0,0 0 0,0 0 0,-1 0 0,-1 0 0,0 0 0,0 1 0,0-1 0,-1 1 0,-2 16 0,0-3 0,-2 1 0,-1-1 0,-1 0 0,-1 0 0,-1-1 0,-1 0 0,-14 26 0,22-46 0,1 0 0,-1 0 0,0 0 0,1 0 0,-1 0 0,1 0 0,0 0 0,-1 1 0,1-1 0,0 0 0,0 0 0,-1 0 0,1 1 0,0-1 0,0 0 0,1 2 0,-1-2 0,0-1 0,1 0 0,-1 1 0,0-1 0,1 0 0,-1 1 0,0-1 0,1 0 0,-1 0 0,1 0 0,-1 1 0,0-1 0,1 0 0,-1 0 0,1 0 0,-1 0 0,1 0 0,-1 0 0,1 0 0,-1 1 0,1-2 0,-1 1 0,1 0 0,-1 0 0,1 0 0,-1 0 0,1 0 0,7-2 0,-1-1 0,1 1 0,11-7 0,-13 6 0,29-14-1365,-21 9-5461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50:16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68 24575,'0'0'0,"0"0"0,-1-1 0,1 1 0,-1 0 0,1-1 0,0 1 0,-1-1 0,1 1 0,0-1 0,0 1 0,0-1 0,-1 1 0,1-1 0,0 1 0,0-1 0,0 1 0,0-1 0,0 1 0,0-1 0,0 0 0,0 1 0,0-1 0,0 1 0,0-1 0,0 1 0,0-1 0,0 1 0,1-1 0,-1 1 0,0-2 0,16-12 0,25-4 0,-26 13 0,1 1 0,-1 1 0,1 0 0,0 1 0,0 0 0,0 2 0,22 1 0,-29 0 0,0 0 0,0 0 0,0 1 0,0 0 0,-1 1 0,1-1 0,-1 2 0,1-1 0,-1 1 0,0 1 0,-1-1 0,1 1 0,-1 1 0,10 9 0,-14-13 0,-1 1 0,0 0 0,1 0 0,-2 0 0,1 0 0,0 0 0,0 0 0,-1 0 0,0 1 0,0-1 0,0 1 0,0-1 0,0 1 0,-1-1 0,1 1 0,-1-1 0,0 1 0,0-1 0,-1 1 0,1 0 0,-1-1 0,1 1 0,-1-1 0,0 0 0,-1 1 0,1-1 0,0 0 0,-1 1 0,0-1 0,-2 3 0,-2 3 0,-1 0 0,0 0 0,0 0 0,-1-1 0,0-1 0,-1 1 0,0-1 0,-11 7 0,14-10 0,1-1 0,0 1 0,0 0 0,0 0 0,0 0 0,1 1 0,-5 6 0,8-10 0,0 0 0,0 1 0,1-1 0,-1 1 0,0-1 0,1 1 0,-1-1 0,1 1 0,-1 0 0,1-1 0,0 1 0,0-1 0,0 1 0,0 0 0,0-1 0,0 1 0,0 0 0,0-1 0,1 1 0,-1-1 0,1 1 0,-1 0 0,1-1 0,0 1 0,-1-1 0,1 1 0,0-1 0,0 0 0,0 1 0,0-1 0,0 0 0,2 2 0,3 2 0,0 2 0,0-1 0,-1 0 0,0 1 0,0 0 0,-1 0 0,0 1 0,0-1 0,0 1 0,-1 0 0,4 15 0,-3-3 0,-2 0 0,0 0 0,-1 0 0,0 0 0,-2 1 0,-5 29 0,4-35 0,-1 0 0,-1 0 0,-1-1 0,0 1 0,-1-1 0,0-1 0,-1 1 0,-1-1 0,-12 17 0,18-26 0,-1-1 0,0 0 0,0 0 0,0-1 0,0 1 0,0 0 0,-6 2 0,8-4 0,0-1 0,0 1 0,1-1 0,-1 0 0,0 0 0,0 1 0,0-1 0,0 0 0,1 0 0,-1 0 0,0 0 0,0 0 0,0 0 0,0 0 0,0 0 0,0 0 0,1 0 0,-1-1 0,0 1 0,0 0 0,0-1 0,0 1 0,1 0 0,-1-1 0,0 1 0,0-1 0,1 1 0,-1-1 0,0 1 0,1-1 0,-1 0 0,1 1 0,-1-1 0,1 0 0,-1 0 0,1 1 0,-1-1 0,1 0 0,-1-1 0,-3-9-195,0-1 0,1 0 0,0 0 0,0 0 0,1-1 0,0-21 0,1 10-6631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50:27.449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0,'3'1,"1"-1,0 1,-1 0,1 1,-1-1,1 0,5 4,7 3,441 143,-375-129,2 3,2-5,106 13,76-21,-251-11,0 0,0 1,-1 1,1 1,22 8,-19-7,-1-1,1 0,0-2,23 1,82-7,-89 2,-32 1,0 1,0 0,0 0,0 0,0 1,-1-1,1 1,0 0,0 0,4 2,-6-2,-1 0,0 0,0 0,0 0,0 1,0-1,0 0,0 0,0 1,0-1,0 1,-1-1,1 1,-1-1,1 1,-1-1,0 1,1-1,-1 1,0 0,0-1,0 1,0-1,0 1,-1 0,1 2,-9 263,10-194,0-46,2 1,8 37,2 13,22 328,-30-339,-1 292,-6-202,2-121,-1 1,2 0,8 50,1 8,-4-20,-2-38,-3 0,-3 41,1-35,3 44,5-46,-5-28,1 0,-1 18,-2-17,0-2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50:31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312 1 24575,'-24'0'0,"12"-1"0,0 1 0,0 0 0,0 1 0,0 0 0,0 1 0,0 0 0,0 1 0,-20 8 0,-7 5 0,22-9 0,1 0 0,-26 15 0,39-19 0,0 0 0,0 0 0,0 1 0,0-1 0,0 1 0,1-1 0,-1 1 0,1 0 0,0 0 0,0 0 0,0 0 0,1 1 0,-2 4 0,0 3 0,1 0 0,0 0 0,-1 20 0,2-21 0,1 0 0,0 0 0,1 0 0,1 0 0,3 17 0,-3-23 0,0 1 0,0-1 0,0 0 0,1 0 0,0-1 0,0 1 0,0 0 0,1-1 0,-1 0 0,1 0 0,0 0 0,0 0 0,6 3 0,22 18 0,-14-11 0,1 0 0,40 23 0,-45-30 0,-3-1 0,0-1 0,1 1 0,-1-2 0,1 0 0,0 0 0,0-1 0,0-1 0,19 3 0,-9-5 0,-12 0 0,0 0 0,0 0 0,0 1 0,0 1 0,0 0 0,0 0 0,-1 1 0,12 4 0,-6 0 0,-1 1 0,-1 0 0,1 1 0,-2 0 0,1 1 0,-1 1 0,-1-1 0,0 2 0,0 0 0,9 14 0,-15-19 0,-2-1 0,1 1 0,-1 0 0,1 0 0,-2 0 0,1 0 0,-1 0 0,0 1 0,-1-1 0,0 1 0,0-1 0,-1 1 0,1 0 0,-2-1 0,-1 13 0,1-18 0,0 0 0,0 0 0,0 0 0,-1 0 0,1 0 0,-1 0 0,1 0 0,-1 0 0,0-1 0,1 1 0,-1-1 0,0 1 0,0-1 0,0 0 0,-1 1 0,1-1 0,0 0 0,-4 1 0,-7 2 0,0-1 0,-16 3 0,8-2 0,-32 11 0,40-10 0,0-1 0,0-1 0,-1 0 0,1 0 0,-22 0 0,-37-7 120,65 3-306,0 0 1,-1 0-1,1-1 0,0-1 1,1 1-1,-1-1 1,-11-6-1,9 3-6640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50:33.7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29 24575,'0'0'0,"0"-1"0,-1 1 0,1-1 0,0 1 0,0-1 0,-1 1 0,1-1 0,-1 1 0,1 0 0,0-1 0,-1 1 0,1-1 0,-1 1 0,1 0 0,-1 0 0,1-1 0,-1 1 0,1 0 0,-1 0 0,1 0 0,-1-1 0,1 1 0,-1 0 0,1 0 0,-2 0 0,-17-3 0,17 3 0,-51-7 0,27 2 0,0 2 0,0 1 0,-37 2 0,59 0 0,0 1 0,0-1 0,0 1 0,0 0 0,0 1 0,0-1 0,1 1 0,-1-1 0,1 1 0,-1 0 0,1 1 0,0-1 0,-1 0 0,-2 4 0,2-1 0,0 0 0,0 0 0,0 0 0,0 1 0,1-1 0,0 1 0,1 0 0,-3 7 0,-1 5 0,2 1 0,0 0 0,1 0 0,-1 38 0,2-17 0,3 1 0,6 51 0,-4-76 0,0-1 0,1 1 0,0-1 0,1 0 0,1 0 0,0-1 0,1 1 0,17 23 0,-18-28 0,1 0 0,0-1 0,1 1 0,0-1 0,0-1 0,1 0 0,0 0 0,1-1 0,-1 0 0,16 8 0,-1-4 0,1-1 0,1-2 0,-1 0 0,1-1 0,31 3 0,-18-6 0,0-1 0,75-5 0,-111 2 0,0 0 0,-1-1 0,1 1 0,-1-1 0,1 0 0,0 1 0,-1-1 0,0 0 0,1 0 0,-1-1 0,1 1 0,-1 0 0,0-1 0,0 0 0,0 1 0,0-1 0,0 0 0,0 0 0,1-3 0,-1 2 0,0-1 0,0 1 0,0-1 0,-1 0 0,1 0 0,-1 0 0,0 1 0,-1-1 0,1 0 0,-1 0 0,1-7 0,-2 3 0,1 0 0,-1 1 0,0-1 0,0 1 0,-1 0 0,0-1 0,-1 1 0,1 0 0,-1 0 0,-1 0 0,1 1 0,-1-1 0,-6-7 0,-5 0 0,0 0 0,-1 1 0,-1 0 0,0 2 0,0 0 0,-1 1 0,0 0 0,-24-7 0,19 8 0,0 1 0,-1 1 0,0 1 0,0 2 0,-42-4 0,396 10-1365,-313-2-5461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50:40.077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43 0 0,'-42'650'0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50:43.731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1,'0'2,"7"4,17 2,16 3,40 0,30-3,16-2,15-2,5-5,-3-1,-16-2,-20 2,-21-1,-23 2,-20 0,-14 0,-10 1,-9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6:50:44.938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173 1536,'-1'0,"1"0,-1-1,1 1,-1 0,1-1,-1 1,1 0,0-1,-1 1,1-1,-1 1,1 0,0-1,0 1,-1-1,1 1,0-1,0 1,-1-1,1 1,0-1,0 1,0-2,-1-1,-13-44,2 0,-8-63,13 66,-51-410,13 78,40 323,2-1,5-58,-1 23,-1 71,1 1,1 0,0 0,1 0,6-17,-4 18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50:47.228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0,'2766'14'0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7:32:34.077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12 0,'0'3,"0"14,0 10,0 15,0 14,0 10,0 3,0 0,0-6,0-7,0-12,-3-13,0-14,0-13,0-6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7:32:34.999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0 73,'3'0,"5"-3,11 0,17-5,14-1,20 1,5 0,3 1,-4 1,-3 0,-10 1,-11 1,-10 1,-8 2,-7 0,-6 1,-3 0,-4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7:32:37.784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1,'0'749,"1"-724,5 29,2 23,-7-60,1-1,1 1,1-1,0 1,10 23,-9-27,-10-24,-2-7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7:32:38.981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1,'981'0,"-968"0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7:32:40.390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1 198,'49'-2,"87"-14,52-22,-87 17,32-5,208-48,-312 67,35-5,-50 11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15T07:32:41.472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1,'2'26,"0"0,2 0,10 34,-6-25,11 37,30 73,7 19,-44-120,50 197,-52-190,-3 0,3 93,-9-126,5 30,1 15,-7-59,-1-3,1 1,0-1,0 0,0 1,0-1,0 1,0-1,1 0,-1 1,0-1,1 0,-1 1,1-1,-1 0,1 0,1 3,1-4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2:11.61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97 0 24575,'0'604'0,"0"-604"0,0 0 0,0 0 0,0 0 0,-1 0 0,1 0 0,0 0 0,0-1 0,0 1 0,0 0 0,0 0 0,0 0 0,0 0 0,-1 0 0,1 0 0,0 0 0,0 0 0,0 0 0,0 0 0,0 0 0,-1 0 0,1 0 0,0 0 0,0 0 0,0 0 0,0 0 0,0 0 0,0 0 0,-1 0 0,1 1 0,0-1 0,0 0 0,0 0 0,0 0 0,0 0 0,0 0 0,0 0 0,0 0 0,-1 0 0,1 0 0,0 1 0,0-1 0,0 0 0,0 0 0,0 0 0,0 0 0,0 0 0,0 0 0,0 0 0,0 1 0,0-1 0,0 0 0,0 0 0,0 0 0,0 0 0,0 0 0,0 1 0,0-1 0,0 0 0,0 0 0,0 0 0,0 0 0,0 0 0,0 0 0,0 1 0,0-1 0,0 0 0,0 0 0,-11-15 0,-13-31 0,20 38 0,-5-8 0,-1-2 0,1 0 0,1-1 0,-9-28 0,17 39 0,6 13 0,5 15 0,16 42 0,-19-41 0,1 0 0,0-1 0,1-1 0,2 1 0,20 27 0,-30-45 4,-1-1-1,1 1 0,0-1 1,0 1-1,0-1 0,0 1 1,0-1-1,0 0 0,0 0 1,0 0-1,0 0 0,0 0 0,1-1 1,-1 1-1,0-1 0,0 1 1,1-1-1,-1 0 0,0 0 1,1 0-1,-1 0 0,1 0 1,-1-1-1,0 1 0,0-1 1,1 1-1,-1-1 0,0 0 1,0 0-1,0 0 0,1 0 1,-1 0-1,0 0 0,-1-1 1,3-1-1,1-1-109,0 0 0,-1 0 0,0 0 0,0 0 0,0 0 0,-1-1-1,0 0 1,0 0 0,0 0 0,0 0 0,-1 0 0,1-1 0,1-7 0,-2 1-6720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2:12.80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24575,'0'1'0,"1"0"0,-1-1 0,1 1 0,-1 0 0,0-1 0,1 1 0,-1-1 0,1 1 0,0-1 0,-1 1 0,1-1 0,-1 1 0,1-1 0,0 1 0,-1-1 0,1 0 0,0 1 0,-1-1 0,1 0 0,0 0 0,1 1 0,18 4 0,-17-4 0,33 5-46,1-2 1,0-1-1,57-4 0,-38 0-1136,-44 1-5644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2:13.62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 24575,'14'0'0,"0"0"0,1 1 0,-1 1 0,0 0 0,0 1 0,0 1 0,18 6 0,5 5 0,-2-2 0,38 21 0,-71-33 0,0 1 0,1 0 0,-1-1 0,0 1 0,0 0 0,0 0 0,-1 0 0,1 0 0,0 0 0,-1 1 0,1-1 0,-1 0 0,0 1 0,0-1 0,0 1 0,0 0 0,0-1 0,-1 1 0,1 0 0,-1-1 0,1 1 0,-1 0 0,0 0 0,0-1 0,-1 1 0,1 0 0,0-1 0,-1 1 0,0 0 0,1-1 0,-1 1 0,0-1 0,0 1 0,-1-1 0,1 1 0,0-1 0,-1 0 0,-3 4 0,-28 32 0,-2-2 0,-59 47 0,28-26 0,42-34-1365,6-5-5461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2:44.23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1205 156 24575,'-4'-1'0,"0"0"0,0 0 0,0 0 0,1-1 0,-1 0 0,0 1 0,1-1 0,-6-4 0,-7-3 0,-27-10 0,11 3 0,-1 2 0,-1 1 0,-69-17 0,30 18 0,0 4 0,0 3 0,-1 3 0,-75 7 0,132-3 0,0 0 0,0 0 0,0 2 0,0 0 0,0 1 0,1 0 0,0 2 0,0 0 0,1 0 0,-1 2 0,2 0 0,-1 1 0,1 0 0,1 1 0,0 0 0,-21 24 0,21-18 0,-71 86 0,70-85 0,2 1 0,0 0 0,-16 38 0,25-47 0,-1 1 0,2 0 0,-1 1 0,2-1 0,-2 19 0,6 60 0,-2-61 0,1-2 0,1-1 0,2 0 0,0 0 0,1-1 0,2 0 0,1 0 0,0 0 0,2-1 0,27 43 0,-27-49 0,2-1 0,0-1 0,1 1 0,0-2 0,1 0 0,1-1 0,0-1 0,1 0 0,1-1 0,0-1 0,1 0 0,34 13 0,22 2 0,2-3 0,125 21 0,-179-40 0,0-2 0,-1 0 0,25-2 0,-40 0 0,0-1 0,0 0 0,0 0 0,0-1 0,-1 0 0,1 0 0,0 0 0,-1-1 0,0 0 0,1-1 0,-1 1 0,0-1 0,-1 0 0,8-6 0,5-9 0,-1 0 0,0-1 0,-1-1 0,-1 0 0,-1-1 0,-2-1 0,0 0 0,-1 0 0,12-40 0,-12 32 0,-2 0 0,9-54 0,-16 71 0,-1 0 0,0-1 0,-1 1 0,-1 0 0,0 0 0,-1 0 0,-1 0 0,-7-24 0,-86-221 0,47 135 0,-14-48 0,55 146-1365,4 15-5461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2:46.35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788 1 24575,'-10'12'0,"-29"30"0,-28 25 0,-18 20 0,-15 13 0,5-7 0,12-12 0,15-19 0,16-20 0,15-18 0,12-13 0,7-7 0,2-13 0,-3-23 0,-6-34 0,-1-33 0,3 0-8191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2:47.16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548 0 24575,'1'53'0,"-3"0"0,-2 0 0,-2-1 0,-18 70 0,3-52 0,-4-1 0,-55 106 0,-91 118 0,166-286 0,1 0 0,0 0 0,-1-1 0,1 1 0,-2-1 0,1 0 0,-10 8 0,14-13 0,0 0 0,0 0 0,-1-1 0,1 1 0,0 0 0,-1-1 0,1 1 0,0-1 0,-1 0 0,1 1 0,-1-1 0,1 0 0,0 0 0,-1 0 0,1 0 0,-1 0 0,-1-1 0,1 1 0,0-1 0,-1 0 0,1 0 0,0 0 0,0 0 0,0-1 0,0 1 0,0-1 0,0 1 0,1-1 0,-1 0 0,0 1 0,-1-4 0,-6-6 10,1-1 0,1 0 0,0 0 0,1 0 0,-6-18 0,-18-67-676,22 70-93,-17-69-6067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2:47.41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24575,'4'10'0,"27"24"0,19 19 0,32 38 0,22 22 0,10 7 0,2 3 0,1-3 0,-18-19 0,-20-20 0,-19-21 0,-19-19 0,-18-15-8191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2:50.13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1859 2 24575,'-259'-1'0,"-273"2"0,499 2 0,0 0 0,0 2 0,1 1 0,0 2 0,-36 14 0,-151 72 0,113-46 0,74-34 0,1 1 0,0 1 0,1 1 0,1 2 0,1 1 0,-40 36 0,35-23 0,3 1 0,0 1 0,-39 63 0,53-70 0,0 0 0,2 1 0,1 0 0,2 1 0,1 0 0,-7 34 0,15-51 0,1 1 0,0-1 0,1 1 0,0 0 0,2-1 0,-1 0 0,1 1 0,1-1 0,1 0 0,0 0 0,0 0 0,1 0 0,1-1 0,9 16 0,-3-9 0,0-1 0,0 0 0,2-1 0,0-1 0,1 0 0,1-1 0,0-1 0,24 16 0,-18-17 0,0-1 0,0 0 0,1-2 0,0-1 0,0-1 0,1-1 0,1-1 0,29 3 0,26 0 0,96-3 0,-147-6 0,682-21 0,-508 0 0,297-68 0,-243 18 0,-4 2 0,-249 67 0,1 1 0,-1 0 0,1 0 0,0 0 0,-1 1 0,1 0 0,0 0 0,-1 0 0,1 0 0,7 2 0,-10 0 0,1-1 0,-1 0 0,1 1 0,-1 0 0,1-1 0,-1 1 0,0 0 0,0 0 0,0 0 0,0 1 0,0-1 0,-1 0 0,1 1 0,-1-1 0,1 1 0,-1-1 0,1 5 0,8 16 0,-2 1 0,-1 0 0,-1 0 0,-1 1 0,2 26 0,2 129 0,-8-157 0,-1-11 0,26 554 0,85 114 0,-111-678 0,1 4 0,1-1 0,-1 1 0,1 0 0,0-1 0,4 9 0,-5-12 0,1-1 0,-1 1 0,1 0 0,-1-1 0,1 1 0,0-1 0,-1 1 0,1-1 0,0 0 0,0 1 0,0-1 0,0 0 0,0 0 0,0-1 0,0 1 0,1 0 0,-1-1 0,3 1 0,46 5 0,0-2 0,59-2 0,-51-2 0,706 0 0,-763 0 0,0 0 0,-1 0 0,1 0 0,-1 0 0,1 0 0,-1-1 0,1 1 0,-1 0 0,1-1 0,-1 1 0,1-1 0,-1 1 0,0-1 0,1 1 0,-1-1 0,0 0 0,1 0 0,-1 0 0,2-1 0,-2-1 0,0 1 0,0 0 0,0-1 0,0 1 0,-1 0 0,1-1 0,-1 1 0,1-1 0,-1 1 0,0-1 0,0-4 0,-3-81 0,-18-119 0,3 51 0,-2-135 0,-21-191 0,28 393 0,-4 0 0,-4 2 0,-44-117 0,42 144 0,-3 1 0,-3 2 0,-2 1 0,-2 1 0,-74-91 0,47 68 0,43 54 0,-1 0 0,-1 2 0,-44-41 0,53 56 0,0 0 0,0 0 0,-1 2 0,0-1 0,0 1 0,-18-5 0,-75-14 0,27 7 0,0-3 0,-213-52 0,217 57 0,-1 4 0,-77-1 0,88 10 0,0 2 0,0 4 0,-90 15 0,98-9 0,-1-3 0,-1-2 0,-74-3 0,104 0-1365,18 1-5461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0:52.66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1853 15 24575,'-139'-7'0,"-20"-1"0,91 11-94,0 4 1,0 2-1,1 3 0,1 4 0,-78 27 1,51-8-48,2 3 0,2 4 1,-88 57-1,99-49 141,1 4 0,-85 78 0,124-97 0,2 1 0,2 2 0,1 1 0,2 2 0,-44 76 0,65-99 0,1 1 0,0 1 0,2 0 0,0 0 0,-7 42 0,12-49 0,1 0 0,0 1 0,1-1 0,1 1 0,0-1 0,1 0 0,0 1 0,1-1 0,1 0 0,7 19 0,3-3 0,1-1 0,1 0 0,1-1 0,2-1 0,0-1 0,24 23 0,147 132 0,-153-148 0,104 93-15,159 142-11,-20 19 255,-260-263 196,30 45 0,-42-55-411,-1 0 1,0 1 0,-1 0-1,-1 0 1,6 22-1,-6-12-14,-1 0 0,-1 1 0,-1-1 0,-1 0 0,-1 1 0,-2-1 0,-4 27 0,-2-10 0,-2 0 0,-1 0 0,-24 53 0,-22 40 0,-58 149 0,24 8 0,87-272 0,0 1 0,1-1 0,1 0 0,1 1 0,1 21 0,1-31 0,0 0 0,1 0 0,0 0 0,1 0 0,0-1 0,0 1 0,1-1 0,1 0 0,-1 0 0,1 0 0,9 11 0,11 8 0,-20-24 0,0 1 0,-1-1 0,0 1 0,0 0 0,0 0 0,-1 1 0,1-1 0,-1 1 0,0-1 0,2 10 0,-3-2 0,0 1 0,-1-1 0,-1 1 0,0-1 0,-1 1 0,-1-1 0,0 1 0,-5 18 0,-18 65-12,-75 186-1,47-146-231,-119 391-1701,141-405 1495,6 2-1,-13 181 0,35-235 457,3 0 0,3 0 0,3 0 0,30 137 0,-12-123-113,3-1 0,3-1 1,71 134-1,-33-95-687,96 129-1,-43-92-299,266 268-1,196 84-413,-168-197 1508,-43-46 0,-74-53-38,-81-46-114,-75-38 325,-126-115-3,-1 1 0,-1 0-1,-1 1 1,0 0-1,-2 1 1,0 1-1,13 31 1,-19-37 31,-1 1 0,0 0 0,-1 0 0,-1 0 0,0 0 0,-1 0-1,-1 0 1,0 1 0,-1-1 0,-1 0 0,-4 21 0,-6 5 832,-2-1 0,-1 0 0,-2-1 0,-27 45 0,41-78-992,0 0 1,0 0 0,0 0 0,1 0-1,-1 1 1,2-1 0,-1 1-1,1 0 1,-1 9 0,2-10-49,1-1 0,0 1 0,0 0 0,0-1 0,1 1 0,0-1 0,0 1 0,0-1 0,1 0 0,0 0 0,3 6 0,5 4 7,0 0 0,1 0 0,1-1 0,0 0 0,1-1 0,0-1 0,1 0 0,1-1 0,0-1 0,29 15 0,-41-23 18,-2-1-95,0 1 0,0-1 1,1 0-1,-1 0 0,0 0 0,1 0 0,-1 0 0,1 0 1,0-1-1,-1 1 0,1-1 0,-1 0 0,1 1 0,0-1 0,-1-1 1,1 1-1,4-1 0,2-8-6749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0:55.88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51 1689 24575,'1'0'0,"1"0"0,0 0 0,-1 0 0,1 0 0,-1-1 0,1 1 0,0 0 0,-1-1 0,1 1 0,-1-1 0,1 1 0,-1-1 0,1 0 0,-1 0 0,0 0 0,1 0 0,-1 0 0,0 0 0,0 0 0,0 0 0,1 0 0,-1 0 0,0-1 0,0 0 0,2-3 0,-1-1 0,-1 1 0,1 0 0,-1-1 0,0 1 0,1-10 0,10-165 0,-6 47 0,59-538-51,-37 411-540,8-95 463,-31 330 128,-5 46 0,-3 0-1,-1 0 1,-1 1 0,-1-2 0,-13 32-1,-44 83 334,41-90-22,-82 163-183,86-179-128,18-29 0,0 0 0,0-1 0,0 1 0,0 0 0,0 0 0,0 0 0,0 0 0,0 0 0,0-1 0,0 1 0,0 0 0,0 0 0,0 0 0,0 0 0,0 0 0,-1 0 0,1-1 0,0 1 0,0 0 0,0 0 0,0 0 0,0 0 0,0 0 0,0 0 0,0 0 0,-1-1 0,1 1 0,0 0 0,0 0 0,0 0 0,0 0 0,0 0 0,-1 0 0,1 0 0,0 0 0,0 0 0,0 0 0,0 0 0,0 0 0,-1 0 0,1 0 0,0 0 0,0 0 0,0 0 0,0 0 0,0 0 0,-1 0 0,1 0 0,0 0 0,0 0 0,0 0 0,0 1 0,3-16 0,0 2 0,2-1 0,0 0 0,7-13 0,-4 7 0,3-5 0,153-328 0,-162 350 0,0-1 0,0 0 0,0 1 0,0-1 0,1 1 0,0 0 0,0 0 0,0 0 0,0 0 0,0 0 0,0 1 0,7-5 0,-7 7 0,-1-1 0,0 1 0,1 0 0,-1 0 0,0 0 0,0 0 0,1 0 0,-1 0 0,0 1 0,1-1 0,-1 1 0,0-1 0,0 1 0,0 0 0,0 0 0,0 0 0,0 0 0,0 0 0,0 1 0,0-1 0,0 1 0,0-1 0,-1 1 0,3 1 0,22 24 0,-1 1 0,-1 0 0,21 34 0,-13-18 0,146 189-1365,-155-203-5461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0:56.78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704 0 24575,'-30'1'0,"1"1"0,0 1 0,0 2 0,-34 9 0,12 1 0,-66 31 0,100-39 10,1-2 1,-1 0-1,0 0 0,0-2 0,-33 3 1,-87-7-404,80-1-641,29 2-5792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0:57.14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131 0 24575,'-9'5'0,"-9"1"0,0 10 0,-3 7 0,3 3 0,-1 4 0,3 0 0,5 0 0,13 1 0,11-2 0,13 0 0,7 0 0,3-5 0,-5-2 0,-8-5-8191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0:57.77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542 0 24575,'5'0'0,"6"0"0,6 0 0,-4 0 0,-15 0 0,-11 0 0,-13 5 0,-17 2 0,-15-1 0,-8 3 0,-6 1 0,-1-2 0,7-2 0,10-2 0,10-1 0,7-2 0,12-1-8191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0:58.18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129 0 24575,'-4'1'0,"-1"0"0,1-1 0,0 2 0,-1-1 0,1 0 0,0 1 0,0 0 0,0 0 0,0 0 0,0 1 0,1-1 0,-1 1 0,1 0 0,-1 0 0,-3 4 0,-1 2 0,0 0 0,0 1 0,1 0 0,-9 15 0,14-21 0,0 1 0,0-1 0,0 1 0,1 0 0,-1 0 0,1-1 0,0 1 0,1 0 0,-1 0 0,1 1 0,0-1 0,0 0 0,0 0 0,1 0 0,0 0 0,0 0 0,0-1 0,1 1 0,-1 0 0,1 0 0,0-1 0,1 1 0,-1-1 0,6 8 0,3 2 0,1 0 0,1 0 0,0-2 0,0 1 0,25 16 0,3-1 11,2-1-1,80 37 1,100 27-149,-82-37-1121,-118-44-5567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0:58.75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290 1 24575,'4'0'0,"8"0"0,5 0 0,-5 0 0,-13 0 0,-17 5 0,-19 1 0,-28 5 0,-12 5 0,2 0 0,14-3-8191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0:59.15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78 1 24575,'-9'0'0,"-4"4"0,-4 3 0,1 4 0,3 5 0,4 9 0,12 11 0,12-2 0,7-1 0,5-6 0,-2-4 0,-5-5-8191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0:59.78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320 1 24575,'-5'0'0,"-11"0"0,-7 0 0,-10 0 0,-23 5 0,-36 11 0,-2 2-8191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00.32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247 0 24575,'0'5'0,"-5"11"0,-6 12 0,-16 16 0,-13 11 0,-4 4 0,-5 3 0,7-5 0,15-7 0,26-12 0,28-8 0,19-9 0,40-8 0,19-6 0,3 0 0,-9 4 0,-16 5 0,-21 0-8191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11.21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506 175 24575,'75'23'0,"24"0"0,157 16 0,102-15 0,-93-18 0,-392-8 0,-181 0-178,-657 4-853,946-1 1031,-10-1 0,-1 1 0,-40 8 0,59-5 0,15-1 0,21 0 0,278 28 172,189 15 472,-4-31-251,-456-16-393,38-6 0,-66 6 0,1 0 0,-1 1 0,1-2 0,-1 1 0,0 0 0,0-1 0,0 0 0,7-4 0,-10 6 0,-1 0 0,1-1 0,-1 0 0,1 1 0,-1-1 0,1 1 0,-1-1 0,0 1 0,1-1 0,-1 0 0,0 1 0,1-1 0,-1 0 0,0 1 0,0-1 0,0 0 0,1 0 0,-1 1 0,0-1 0,0-1 0,-1 0 0,1 1 0,0-1 0,-1 0 0,1 1 0,-1-1 0,0 1 0,0-1 0,0 1 0,1-1 0,-1 1 0,0 0 0,-2-2 0,-3-3 0,0 0 0,0 1 0,0-1 0,-1 1 0,0 1 0,0-1 0,0 1 0,-12-4 0,-71-23 0,87 31 0,-82-23 0,-159-18 0,-91 15 0,313 25 0,-12-1 0,1 1 0,-1 1 0,-63 10 0,95-10 0,1 0 0,0 0 0,-1 0 0,1 1 0,0-1 0,-1 1 0,1-1 0,0 1 0,-1-1 0,1 1 0,0 0 0,0-1 0,0 1 0,0 0 0,0 0 0,-2 2 0,3-3 0,0 1 0,0-1 0,0 1 0,0-1 0,1 1 0,-1-1 0,0 1 0,0-1 0,0 1 0,0-1 0,1 1 0,-1-1 0,0 1 0,1-1 0,-1 0 0,0 1 0,1-1 0,-1 1 0,0-1 0,1 0 0,-1 0 0,1 1 0,-1-1 0,1 0 0,-1 1 0,1-1 0,-1 0 0,1 0 0,10 5 0,0-1 0,0 0 0,15 2 0,125 18 0,81-5-365,70-7-1097,41-20 1279,448-68 0,-475 27 183,-93 2-26,-201 42 0,-1-1-1,0-1 1,28-13 0,-48 19 25,0 1-1,0-1 1,0 1 0,-1-1 0,1 1 0,0-1 0,0 1 0,0-1-1,-1 0 1,1 1 0,0-1 0,-1 0 0,1 0 0,0 0-1,-1 0 1,1 1 0,-1-1 0,0 0 0,1-2 0,-1 3 1,0-1-1,0 0 1,-1 1 0,1-1 0,-1 0 0,1 1 0,0-1 0,-1 0 0,1 1-1,-1-1 1,1 1 0,-1-1 0,0 1 0,1-1 0,-1 1 0,0-1 0,1 1-1,-1 0 1,0-1 0,1 1 0,-1 0 0,0-1 0,0 1 0,0 0-1,-21-6 1,0 2 0,-1 0 0,-29 0 0,-170-6 0,-991 26-3142,1009-8 444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13.63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2321 358 24575,'-241'-2'0,"-271"4"0,15 31 0,266-14 0,125-12 0,-194 40 0,272-40 0,0 2 0,0 1 0,1 1 0,0 2 0,1 0 0,0 2 0,-41 31 0,52-34 0,0 1 0,2 0 0,-1 1 0,2 0 0,0 1 0,1 0 0,0 1 0,1 0 0,1 1 0,1 0 0,0 1 0,-10 34 0,11-19 0,1 1 0,2-1 0,0 45 0,10 101 0,-5-158 0,1 0 0,1 0 0,1 0 0,0-1 0,2 1 0,1-1 0,0-1 0,1 1 0,1-1 0,1-1 0,1 1 0,0-2 0,1 0 0,28 30 0,-17-27-4,1-1 1,0-1-1,1-1 0,1-2 0,1 0 0,0-2 0,1-1 1,53 16-1,-1-7-263,2-3 1,87 7-1,82-6-272,-6-18-67,482-60 1,235-120-48,-85-60 775,-792 214-53,-44 13 366,0-2 0,-1-2 1,-1-1-1,-1-2 0,0-2 0,45-33 0,-79 51-435,0-1 0,0 1 0,-1-1 0,1 0 0,-1 0 0,0 0 0,0-1 0,-1 1 0,1-1 0,-1 0 0,0 0 0,0 1 0,0-1 0,-1-1 0,0 1 0,0 0 0,0 0 0,0 0 0,-1-9 0,-1 0 0,0-1 0,0 1 0,-2 0 0,0 0 0,-9-27 0,-1 10 5,0 1 0,-2 0 1,-1 2-1,-2-1 0,-1 2 0,-1 1 0,-40-43 0,14 25-56,-1 1 0,-2 3 0,-60-38 0,33 32-86,-2 4-1,-2 3 1,-1 3-1,-2 4 1,-116-29-1,21 20-484,-283-28 0,27 39-580,291 28-3555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24.60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24575,'0'954'0,"0"-920"0,3 81 0,-2-105 0,0 0 0,1 0 0,0 1 0,1-1 0,0-1 0,1 1 0,0 0 0,8 12 0,-9-18 0,0 0 0,0 0 0,1 0 0,-1 0 0,1-1 0,0 0 0,0 0 0,1 0 0,-1 0 0,0-1 0,1 1 0,0-1 0,-1-1 0,1 1 0,0 0 0,0-1 0,0 0 0,0 0 0,6 0 0,11 0 0,0-1 0,0-1 0,27-5 0,-6 2 0,-15 2-1365,-3 0-5461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25.07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24575,'5'0'0,"6"20"0,6 15 0,5 11 0,4 9 0,-3 3 0,0 2 0,-5 5 0,0 11 0,7 6 0,-2 5 0,1-4 0,1-6 0,-4-11 0,-6-13 0,-5-10 0,-4-12-8191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25.50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24575,'0'4'0,"1"-1"0,0 1 0,-1 0 0,1-1 0,1 1 0,-1-1 0,3 6 0,3 8 0,124 288 0,-91-220 0,19 44 0,254 572 0,-268-595 0,-45-106 0,1 1 0,-1-1 0,0 1 0,1-1 0,-1 1 0,0 0 0,1-1 0,-1 1 0,0-1 0,0 1 0,0 0 0,0-1 0,1 1 0,-1 0 0,0-1 0,0 1 0,0 0 0,0-1 0,-1 1 0,1 0 0,0-1 0,0 1 0,0 0 0,-13-20 0,-15-37-1365,-6-14-5461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25.76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58 24575,'14'0'0,"10"0"0,10-4 0,9-3 0,7 1 0,5-4 0,2 1 0,-4 0 0,-6 3 0,-6 2 0,-5 2 0,-9 1-8191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26.71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0 815 24575,'0'2'0,"0"0"0,0 0 0,1 0 0,-1 0 0,0 0 0,1 0 0,-1 0 0,1 0 0,0 0 0,0 0 0,0 0 0,0-1 0,0 1 0,0 0 0,0 0 0,0-1 0,1 1 0,-1-1 0,1 1 0,-1-1 0,1 0 0,-1 0 0,1 0 0,0 1 0,0-2 0,0 1 0,-1 0 0,1 0 0,2 0 0,6 2 0,0-1 0,0 0 0,1-1 0,16 0 0,-15 0 0,50 1 0,0-3 0,64-8 0,-94 5 0,0-2 0,-1-1 0,0-2 0,0 0 0,53-27 0,-71 29 0,1-1 0,-2-1 0,0 0 0,0-1 0,0 0 0,-1 0 0,-1-1 0,18-25 0,-7 5 0,-2-1 0,21-47 0,-40 78 0,0 0 0,1 0 0,-1 0 0,1 0 0,-1 0 0,1 0 0,-1 0 0,1 0 0,-1 0 0,1 1 0,0-1 0,-1 0 0,1 0 0,0 1 0,0-1 0,0 1 0,0-1 0,-1 0 0,1 1 0,0 0 0,0-1 0,2 0 0,-2 1 0,0 1 0,-1-1 0,1 0 0,0 1 0,0-1 0,0 0 0,0 1 0,-1-1 0,1 1 0,0-1 0,0 1 0,-1-1 0,1 1 0,0 0 0,-1-1 0,1 1 0,-1 0 0,1 0 0,0 1 0,4 8 0,0-1 0,-1 1 0,5 14 0,-6-16 0,21 63 0,-1-1 0,61 126 0,-73-176 0,0 0 0,2-1 0,0 0 0,1-1 0,1-1 0,1 0 0,0-1 0,1-1 0,0-1 0,31 19 0,-23-19 0,0-2 0,2-2 0,-1 0 0,1-1 0,1-2 0,-1-1 0,1-1 0,0-1 0,0-1 0,1-2 0,-1-1 0,0-1 0,0-2 0,1 0 0,42-12 0,-55 10 0,-1 0 0,-1-1 0,1 0 0,-1-1 0,0-1 0,-1 0 0,0-1 0,0 0 0,0-1 0,-2-1 0,1 0 0,11-15 0,-11 12 0,-2-2 0,1 1 0,-2-1 0,0-1 0,-1 0 0,-1 0 0,-1-1 0,0 0 0,-1 0 0,2-18 0,-3 12 0,-1 1 0,-1-1 0,-2 1 0,0-1 0,-1 1 0,-2-1 0,-5-26 0,3 31 0,-1 1 0,0 0 0,-1 0 0,-1 1 0,-1 0 0,-1 1 0,0 0 0,-1 0 0,-19-21 0,1 7 2,-2 1 0,-2 1 0,0 2 1,-1 1-1,-74-39 0,-198-70-166,-44 23-590,246 91 754,91 19 0,-1 0 0,0 0 0,1 1 0,-1 1 0,-14 2 0,24-2 7,0 0-1,1-1 1,-1 1 0,1 1 0,-1-1-1,1 0 1,-1 1 0,1 0 0,0 0-1,0 0 1,0 0 0,0 0 0,0 1-1,0-1 1,0 1 0,1 0 0,0 0-1,-1 0 1,1 0 0,0 0 0,0 0-1,1 0 1,-1 1 0,1-1-1,0 1 1,-1-1 0,1 1 0,1 0-1,-2 5 1,2 8 63,-1 1-1,2-1 0,0 0 1,2 1-1,4 18 1,-1 0 65,6 67-1349,-8-59-5612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34.71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 24575,'11'-1'0,"1"1"0,-1 1 0,1 0 0,-1 1 0,1 0 0,-1 0 0,18 7 0,51 22 0,1-4 0,123 26 0,177-4 0,-120-35-227,1250-1-3912,-1207-14 4355,82-1-226,460 1-844,-547 14 603,-225-5 724,141 35 1,-196-38-430,106 30 25,172 24-1,224-22 567,9-34 138,-444-3-749,1075-7-174,-1123 7-5186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35.30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33 24575,'0'0'0,"1"-1"0,-1 1 0,0-1 0,0 1 0,0-1 0,0 0 0,1 1 0,-1-1 0,0 1 0,0-1 0,1 1 0,-1-1 0,0 1 0,1-1 0,-1 1 0,1-1 0,-1 1 0,0 0 0,1-1 0,-1 1 0,1 0 0,-1-1 0,1 1 0,-1 0 0,1 0 0,-1-1 0,1 1 0,0 0 0,21-4 0,-16 3 0,105-8 0,136 5 0,-144 5 0,-7-2 0,-14-1 0,0 3 0,90 14 0,-163-14 0,1 1 0,-1 0 0,17 7 0,-25-8 0,1-1 0,0 1 0,-1 0 0,1-1 0,-1 1 0,0 0 0,1 0 0,-1 0 0,1 0 0,-1 0 0,0 1 0,0-1 0,0 0 0,0 1 0,0-1 0,0 1 0,0-1 0,0 1 0,-1-1 0,1 1 0,0-1 0,-1 1 0,1 0 0,-1-1 0,0 1 0,0 0 0,0-1 0,0 4 0,-2 3 0,-1 0 0,0-1 0,0 1 0,-1-1 0,0 0 0,0 0 0,-1-1 0,0 1 0,-11 11 0,9-10 0,-87 91 0,56-61 0,-53 67 0,72-74-1365,6-6-5461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36.91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4 1 24575,'217'230'0,"-49"-49"0,-112-125 0,-21-23 0,-2 2 0,52 69 0,-84-104 0,-1 1 0,1-1 0,-1 1 0,0 0 0,1-1 0,-1 1 0,1 0 0,-1-1 0,0 1 0,0 0 0,1-1 0,-1 1 0,0 0 0,0 0 0,0-1 0,0 1 0,0 0 0,0 0 0,0-1 0,0 1 0,0 0 0,0 0 0,0-1 0,0 1 0,-1 0 0,1-1 0,0 1 0,-1 0 0,1 0 0,0-1 0,-1 1 0,1-1 0,-1 1 0,1 0 0,-1-1 0,1 1 0,-1-1 0,1 1 0,-1-1 0,1 1 0,-1-1 0,0 0 0,1 1 0,-1-1 0,0 0 0,0 1 0,-5 1 0,0 0 0,0-1 0,0 0 0,-11 1 0,14-2 0,-56 6 0,-106-5 0,126-4 0,-1-1 0,2-3 0,-68-18 0,100 23 0,-1-1 0,1 0 0,0-1 0,0 1 0,0-1 0,0 0 0,0-1 0,1 1 0,0-1 0,0 0 0,0-1 0,-8-10 0,11 12 0,0 1 0,0 0 0,0-1 0,0 0 0,1 1 0,-1-1 0,1 0 0,0 1 0,0-1 0,0 0 0,1 0 0,-1 0 0,1 0 0,0 0 0,0 0 0,1 0 0,-1 0 0,1 0 0,0 0 0,0 0 0,0 1 0,0-1 0,1 0 0,1-4 0,0 5 0,-1 1 0,0-1 0,1 0 0,-1 1 0,1-1 0,0 1 0,0 0 0,0 0 0,0 0 0,0 0 0,0 0 0,1 1 0,-1 0 0,0-1 0,1 1 0,-1 0 0,1 1 0,0-1 0,-1 1 0,5-1 0,7 1 0,-1 0 0,0 1 0,26 5 0,-13-1 0,-1 2 0,0 1 0,-1 1 0,38 19 0,91 61 0,-125-71 0,542 362 0,-555-369 0,-9-6 0,-1 0 0,1 0 0,0-1 0,0 0 0,0-1 0,12 5 0,-19-8 0,1 0 0,-1 0 0,1 0 0,-1 0 0,1 1 0,-1-1 0,1 0 0,-1 0 0,1 0 0,-1 0 0,1 0 0,0 0 0,-1 0 0,1-1 0,-1 1 0,1 0 0,-1 0 0,1 0 0,-1 0 0,1-1 0,-1 1 0,1 0 0,-1 0 0,1-1 0,-1 1 0,0 0 0,1-1 0,-1 1 0,1-1 0,0 0 0,2-19 0,-9-147 0,1 92 0,3 40-682,-6-35-1,0 37-6143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2:14.43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0 164 24575,'1'-1'0,"1"0"0,-1 0 0,0 0 0,1 0 0,-1 1 0,0-1 0,1 0 0,-1 1 0,1-1 0,-1 1 0,1-1 0,-1 1 0,1 0 0,0-1 0,2 1 0,9-2 0,407-57-744,551-7 0,437 73-1377,-901 2 1879,1594 0-2756,-2060-9 3235,135-6 831,-134-2 32,-39 7-1115,-1 0-1,0 1 1,1-1-1,-1-1 1,0 1 0,0 0-1,0 0 1,0-1 0,0 1-1,0-1 1,0 0 0,3-3-1,2-12-3531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1:51.20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731 1 24575,'16'4'0,"1"0"0,0-1 0,-1-1 0,30 0 0,-16 0 0,683 10 0,-711-12 0,10 1 0,-21 0 0,-41 2 0,-95 4 0,-1016 88-1557,1041-79 1557,113-15 0,-33 7 0,40-8 0,0 0 0,0 0 0,0 0 0,-1 0 0,1 1 0,0-1 0,0 0 0,0 0 0,0 0 0,0 0 0,0 0 0,-1 0 0,1 0 0,0 0 0,0 0 0,0 0 0,0 0 0,0 1 0,0-1 0,0 0 0,0 0 0,-1 0 0,1 0 0,0 0 0,0 0 0,0 1 0,0-1 0,0 0 0,0 0 0,0 0 0,0 0 0,0 0 0,0 1 0,0-1 0,0 0 0,0 0 0,0 0 0,0 0 0,0 0 0,0 0 0,0 1 0,0-1 0,0 0 0,0 0 0,0 0 0,1 0 0,-1 0 0,0 1 0,0-1 0,0 0 0,0 0 0,0 0 0,0 0 0,0 0 0,0 0 0,1 0 0,-1 0 0,21 9 0,97 18 360,131 14 0,127-4 466,-338-33-815,-34-4-11,-8-1 0,-20-4 0,8 2 0,-532-79 0,395 63 0,56 4 0,71 9 0,26 6 0,0 0 0,0 0 0,0 0 0,0 0 0,0 0 0,-1 0 0,1 0 0,0 1 0,0-1 0,0 0 0,0 0 0,0 0 0,0 0 0,-1 0 0,1-1 0,0 1 0,0 0 0,0 0 0,0 0 0,0 0 0,0 0 0,-1 0 0,1 0 0,0 0 0,0 0 0,0 0 0,0 0 0,0 0 0,0 0 0,0 0 0,0-1 0,-1 1 0,1 0 0,0 0 0,0 0 0,0 0 0,0 0 0,0 0 0,0 0 0,0-1 0,0 1 0,0 0 0,0 0 0,0 0 0,0 0 0,0 0 0,0 0 0,0-1 0,0 1 0,0 0 0,0 0 0,0 0 0,0 0 0,0 0 0,0-1 0,38-1 0,468 13 0,-72-1 0,-403-9 0,-28-1 0,-7 0 0,-40 0 0,35 0 0,-43-1-1365,64 1-5461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2:02.03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135 1 24575,'44'23'0,"-19"-9"0,28 10 0,2-5 0,-35-13 0,-1 1 0,0 1 0,25 13 0,-40-17 0,-11-3 0,-33-5 0,-44-11 0,-15-3 0,77 15 0,0 0 0,0 2 0,-1 0 0,1 2 0,-30 4 0,51-5 0,0 0 0,-1 0 0,1 0 0,0 1 0,0-1 0,-1 0 0,1 1 0,0 0 0,0-1 0,0 1 0,0-1 0,-1 1 0,1 0 0,0 0 0,0 0 0,1-1 0,-1 1 0,0 0 0,0 0 0,0 0 0,0 2 0,1-2 0,0 0 0,0 0 0,0 0 0,0 0 0,0 0 0,0 0 0,0 0 0,0 0 0,1 0 0,-1-1 0,0 1 0,1 0 0,-1 0 0,1 0 0,-1 0 0,1 0 0,-1-1 0,1 1 0,0 0 0,1 1 0,4 4 0,1 0 0,1-1 0,-1 0 0,11 6 0,11 3 0,-1-2 0,49 14 0,-11-4 0,-64-21-79,0-1 23,-1 0 0,1 1 0,-1-1 0,1 0 0,-1 1 1,1 0-1,-1-1 0,0 1 0,1 0 0,-1 0 0,0 0 0,0-1 0,1 1 0,-1 1 0,0-1 0,0 0 0,0 0 1,0 0-1,0 0 0,-1 1 0,1-1 0,1 3 0,-4 7-6770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5:39.7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0 24575,'4'103'0,"3"0"0,6 0 0,33 135 0,-47-240 0,-73-288 0,70 277 0,-1-1 0,1 0 0,1 1 0,0-1 0,0 0 0,2 0 0,-1-23 0,2 36 0,1-1 0,-1 1 0,1 0 0,-1-1 0,1 1 0,-1 0 0,1-1 0,0 1 0,0 0 0,0 0 0,-1 0 0,1 0 0,0 0 0,0 0 0,1 0 0,-1 0 0,0 0 0,0 0 0,0 1 0,1-1 0,-1 0 0,0 1 0,0-1 0,1 1 0,1-1 0,43-8 0,-21 6 0,-15 0 0,1 0 0,0 1 0,0 1 0,18-1 0,-24 3 0,1-1 0,-1 1 0,0 0 0,0 1 0,0-1 0,0 1 0,0 0 0,0 0 0,0 0 0,-1 1 0,9 6 0,26 22 0,-2 2 0,-1 2 0,-1 1 0,48 66 0,-78-96 0,-1 1 0,0 1 0,0-1 0,0 0 0,-1 1 0,0 0 0,2 9 0,-4-15 0,0-1 0,-1 1 0,0 0 0,1 0 0,-1 0 0,0 0 0,0 0 0,0 0 0,0-1 0,0 1 0,0 0 0,-1 0 0,1 0 0,-1 0 0,1-1 0,-1 1 0,0 0 0,0 0 0,1-1 0,-1 1 0,0 0 0,-1-1 0,1 1 0,0-1 0,0 0 0,-1 1 0,1-1 0,-1 0 0,1 0 0,-1 0 0,1 0 0,-1 0 0,0 0 0,1 0 0,-1 0 0,-2 0 0,-9 2 0,0-1 0,0 0 0,0 0 0,0-2 0,-25-1 0,9-1 0,-45-11 0,69 12 12,0 0 0,1 0 0,-1-1 0,0 0 0,1 0 0,-1 0 0,1 0 0,-1-1 0,-5-4 0,7 4-111,1 1 0,0-1 0,0 1 0,0-1 0,0 0 0,0 0 0,1 0 0,-1 0 0,1 0 0,0 0 0,0 0 0,0-1 0,0 1 0,0-6 0,-2-11-6727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5:40.2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24575,'0'2'0,"0"14"0,0 17 0,5 16 0,8 18 0,10 15 0,3 10 0,2 4 0,-1-9 0,-3-11 0,-6-15 0,-6-16 0,-2-10 0,-3-10 0,-5-12 0,-5-17 0,-8-15 0,-1-4-8191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5:41.0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87 24575,'-1'0'0,"0"0"0,0 0 0,0 0 0,0 0 0,0 0 0,0 0 0,0-1 0,0 1 0,0 0 0,1 0 0,-1-1 0,0 1 0,0-1 0,0 1 0,0-1 0,-1 0 0,2 1 0,0-1 0,0 1 0,-1 0 0,1-1 0,0 1 0,0-1 0,0 1 0,0 0 0,-1-1 0,1 1 0,0-1 0,0 1 0,0 0 0,0-1 0,0 1 0,0-1 0,0 1 0,0-1 0,0 1 0,1 0 0,-1-1 0,0 1 0,0-1 0,0 1 0,1-1 0,0-1 0,0 0 0,0 0 0,1 0 0,-1 1 0,1-1 0,-1 0 0,1 1 0,0-1 0,-1 1 0,1-1 0,0 1 0,3-1 0,17-8-136,1 2-1,0 0 1,1 2-1,0 1 1,0 0-1,0 2 1,0 1-1,0 1 0,28 2 1,-40-1-6690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5:41.7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 24575,'-2'0'0,"-2"2"0,4 1 0,5 0 0,10 0 0,7-1 0,7-1 0,1-1 0,-5 0-8191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5:42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448 1 24575,'-30'0'0,"-43"1"0,67-1 0,0 1 0,0 0 0,0 1 0,1-1 0,-1 1 0,0 0 0,1 0 0,0 1 0,-9 5 0,12-6 0,0 0 0,0 0 0,0 0 0,0 0 0,1 0 0,-1 1 0,1-1 0,0 1 0,0-1 0,0 1 0,0-1 0,0 1 0,0-1 0,1 1 0,-1 0 0,1 0 0,0 5 0,0 6 0,0 0 0,3 17 0,-2-20 0,-1-7 0,1-1 0,-1 0 0,1 0 0,0 1 0,0-1 0,0 0 0,0 0 0,0 0 0,1 0 0,0-1 0,-1 1 0,1 0 0,0-1 0,0 1 0,0-1 0,1 1 0,-1-1 0,0 0 0,1 0 0,0 0 0,-1 0 0,1-1 0,0 1 0,0-1 0,0 1 0,0-1 0,0 0 0,0 0 0,4 0 0,9 2 0,1-2 0,-1 0 0,0 0 0,29-4 0,-8 1 0,-31 2 0,1 0 0,0 1 0,0 0 0,0 0 0,0 1 0,-1 0 0,1 0 0,10 5 0,-14-5 0,0-1 0,0 1 0,0-1 0,0 1 0,-1 0 0,1 0 0,-1 1 0,1-1 0,-1 0 0,0 1 0,0 0 0,0-1 0,0 1 0,0 0 0,-1 0 0,1 0 0,-1 0 0,0 0 0,0 0 0,1 4 0,-2-5 0,0 0 0,0 0 0,0-1 0,0 1 0,0 0 0,0-1 0,-1 1 0,1 0 0,-1-1 0,1 1 0,-1-1 0,1 1 0,-1-1 0,0 1 0,0-1 0,0 1 0,0-1 0,0 0 0,0 1 0,0-1 0,-1 0 0,1 0 0,0 0 0,-1 0 0,-1 1 0,-3 2 0,0-1 0,-1 0 0,0 0 0,-12 3 0,-168 39 0,10-4 0,88-14-1365,19-3-5461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6:20.0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778 12 24575,'-1'119'0,"-4"-1"0,-31 174 0,34-285 0,1-1 0,-1 1 0,0-1 0,-3 7 0,4-12 0,1-1 0,0 1 0,0 0 0,0-1 0,-1 1 0,1-1 0,0 1 0,-1 0 0,1-1 0,0 1 0,-1-1 0,1 1 0,-1-1 0,1 1 0,-1-1 0,1 0 0,-1 1 0,1-1 0,-1 0 0,0 1 0,1-1 0,-1 0 0,1 1 0,-1-1 0,0 0 0,1 0 0,-1 0 0,0 0 0,1 0 0,-1 0 0,0 0 0,1 0 0,-1 0 0,0 0 0,1 0 0,-1 0 0,0 0 0,1 0 0,-1-1 0,1 1 0,-1 0 0,0-1 0,1 1 0,-1 0 0,1-1 0,-1 1 0,1 0 0,-1-1 0,1 1 0,-1-1 0,1 1 0,-1-1 0,1 1 0,-1-2 0,-1-1 0,-1-1 0,1 0 0,0 0 0,0 0 0,0 0 0,1 0 0,-1 0 0,1 0 0,-1-8 0,-4-44 0,4 42 0,-3-64 0,7-123 0,0 191 0,-1 0 0,2 0 0,-1-1 0,2 1 0,-1 1 0,1-1 0,1 0 0,-1 1 0,2 0 0,-1 0 0,1 1 0,1-1 0,12-12 0,-11 15 0,1 1 0,-1 0 0,1 0 0,0 1 0,0 1 0,0-1 0,1 1 0,-1 1 0,19-3 0,-26 5 0,-1 0 0,1 0 0,-1 1 0,1-1 0,-1 0 0,0 1 0,1-1 0,-1 1 0,0 0 0,1-1 0,-1 1 0,0 0 0,0 0 0,0 0 0,1 0 0,-1 0 0,0 0 0,0 0 0,0 0 0,-1 1 0,1-1 0,0 0 0,0 0 0,-1 1 0,1-1 0,-1 1 0,1-1 0,-1 0 0,1 1 0,-1-1 0,0 1 0,0 1 0,2 7 0,-1 1 0,0 0 0,-1 13 0,-1-18 0,1 6 0,-1 0 0,-1 0 0,0-1 0,-1 1 0,0-1 0,-1 1 0,0-1 0,-1 0 0,0-1 0,-8 13 0,-5 4 0,-1-1 0,-31 33 0,50-59 0,0 0 0,-1 0 0,1 1 0,0-1 0,0 0 0,-1 1 0,1-1 0,0 0 0,0 1 0,-1-1 0,1 0 0,0 1 0,0-1 0,0 0 0,0 1 0,-1-1 0,1 1 0,0-1 0,0 0 0,0 1 0,0-1 0,0 1 0,0-1 0,0 1 0,9 2 0,16-7 0,-23 3 0,10-2 0,0 0 0,0 1 0,1 1 0,-1 0 0,20 1 0,-27 0 0,0 1 0,0 0 0,0 0 0,0 1 0,-1 0 0,1-1 0,0 2 0,-1-1 0,1 0 0,-1 1 0,0 0 0,0 0 0,0 0 0,0 0 0,-1 1 0,7 7 0,-2-1 0,-1 1 0,0 0 0,0 0 0,-1 0 0,-1 1 0,1 0 0,-2 0 0,0 0 0,-1 1 0,0-1 0,0 1 0,-2 0 0,1 13 0,-2-17 0,0 1 0,-1 0 0,0 0 0,0 0 0,-1 0 0,-1-1 0,0 1 0,0-1 0,0 0 0,-1 1 0,-1-2 0,0 1 0,0 0 0,-1-1 0,1 0 0,-2-1 0,-11 13 0,5-9 0,0-1 0,-1 0 0,0-1 0,-28 14 0,-68 20 0,-8-8 0,-1-4 0,-183 23 0,289-53 0,-7 2 0,0-1 0,0-1 0,-25-2 0,41 1 0,1 0 0,-1 0 0,0-1 0,1 0 0,-1 0 0,1 0 0,-1 0 0,1 0 0,-1-1 0,1 1 0,0-1 0,0 0 0,-1 0 0,1 0 0,1-1 0,-1 1 0,0-1 0,1 1 0,-1-1 0,1 0 0,0 0 0,0 0 0,-4-6 0,4 3 8,0-1-1,1 0 0,-1 1 1,1-1-1,0 0 0,1 1 0,0-1 1,0 0-1,0 0 0,1 0 1,0 1-1,0-1 0,0 0 1,1 1-1,3-7 0,0 0-219,1 0 1,1 1-1,0-1 0,0 2 0,2-1 1,10-12-1,27-25-6614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6:20.5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1 24575,'0'7'0,"0"17"0,0 11 0,-2 15 0,-4 20 0,0 12 0,-6 10 0,-2-2 0,2-11 0,0-19 0,1-23 0,1-26 0,0-28 0,0-29 0,1-8-8191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6:21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24575,'20'0'0,"24"1"0,1-2 0,0-2 0,68-13 0,-98 12-341,0 2 0,0 0-1,28 0 1,-31 2-6485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6:21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24575,'2'0'0,"6"0"0,4 0 0,2 0 0,4 0 0,0 0 0,3 0 0,3 0 0,-1 0 0,-2 0 0,-4 0-8191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6:22.1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0 24575,'-9'1'0,"0"0"0,0 0 0,0 0 0,0 2 0,0-1 0,0 1 0,-15 7 0,-56 35 0,73-40 0,2-2 0,-4 2 0,1 0 0,-1 1 0,-13 13 0,21-18 0,0 0 0,0-1 0,0 1 0,0 0 0,0 0 0,1 0 0,-1 0 0,0 0 0,0 1 0,1-1 0,-1 0 0,1 0 0,-1 0 0,1 1 0,-1-1 0,1 0 0,0 0 0,-1 1 0,1-1 0,0 0 0,0 1 0,0-1 0,0 0 0,0 1 0,1-1 0,-1 0 0,0 0 0,1 1 0,-1-1 0,0 0 0,1 0 0,-1 1 0,1-1 0,0 0 0,0 0 0,-1 0 0,1 0 0,2 2 0,2 1 0,0 0 0,1 0 0,-1 0 0,1-1 0,0 0 0,0 0 0,9 3 0,51 13 0,-14-5 0,-38-9 0,-1 0 0,0 1 0,0 1 0,0 0 0,-1 1 0,0 0 0,-1 1 0,0 0 0,17 19 0,-25-25 0,0 0 0,0 1 0,0 0 0,0 0 0,-1-1 0,0 2 0,0-1 0,0 0 0,0 0 0,-1 1 0,1-1 0,-1 1 0,0-1 0,-1 1 0,1-1 0,-1 1 0,0 0 0,0-1 0,0 1 0,0 0 0,-1-1 0,0 1 0,0-1 0,0 1 0,-1-1 0,1 0 0,-1 1 0,0-1 0,-1 0 0,1 0 0,-1 0 0,1 0 0,-6 4 0,4-2-52,0-1-1,-1-1 1,0 1-1,0-1 1,0 1-1,0-1 1,0-1-1,-1 1 1,0-1-1,0 0 1,0 0-1,0-1 1,0 0-1,0 0 1,-1 0-1,1-1 1,-1 0-1,1 0 1,-1-1-1,0 0 1,1 0-1,-1 0 0,1-1 1,-1 0-1,-8-2 1,-10-7-6774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7:45.02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0 250 24575,'47'7'0,"-7"0"0,340-1 0,-226-8 0,2870 2-2447,-1151-114 2447,-1834 109-1,510-50-193,2 30 233,305-33 2564,-738 48-3968,-99 10-5461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7:37:47.33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1 177 24575,'0'1'0,"0"0"0,1-1 0,-1 1 0,0-1 0,1 1 0,-1-1 0,0 1 0,1-1 0,-1 1 0,1-1 0,-1 1 0,1-1 0,-1 0 0,1 1 0,-1-1 0,1 0 0,0 1 0,-1-1 0,1 0 0,-1 0 0,1 1 0,0-1 0,-1 0 0,1 0 0,1 0 0,21 4 0,-17-3 0,270 21 0,6-24 0,802-69-1659,-885 54 1761,572-44-439,-1 31-1,-590 29 437,673-23 1270,-548 16-1970,-286 9-6225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1:08.1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285 274 24575,'44'745'0,"-20"-605"0,-59-228 0,-67-239 0,87 260 0,3 0 0,2-1 0,1-71 0,7 88 0,0 7 0,2-1 0,12-87 0,-15 141 0,0-1 0,0 1 0,0-1 0,-1 0 0,-7 11 0,-37 54 0,-10 15 0,49-73 0,1 0 0,1 0 0,-10 31 0,14-26 0,3-20 0,0 0 0,0 0 0,0 0 0,0 0 0,0 0 0,0 0 0,0 0 0,0 0 0,0 1 0,0-1 0,0 0 0,0 0 0,0 0 0,0 0 0,0 0 0,0 0 0,0 0 0,0 0 0,0 0 0,0 0 0,0 1 0,0-1 0,0 0 0,0 0 0,0 0 0,1 0 0,-1 0 0,0 0 0,0 0 0,0 0 0,0 0 0,0 0 0,0 0 0,0 0 0,0 0 0,0 0 0,0 0 0,1 0 0,-1 0 0,0 0 0,0 0 0,0 0 0,0 0 0,0 0 0,0 0 0,0 0 0,0 0 0,0 0 0,1 0 0,-1 0 0,0 0 0,0 0 0,0 0 0,0 0 0,9-11 0,101-159 0,25-35 0,-135 204 0,12-16 0,19-35 0,-31 52 0,1-1 0,-1 1 0,0-1 0,0 1 0,1-1 0,-1 1 0,0-1 0,0 1 0,1-1 0,-1 1 0,1-1 0,-1 1 0,0 0 0,1-1 0,-1 1 0,1 0 0,-1-1 0,1 1 0,-1 0 0,1 0 0,-1 0 0,1-1 0,-1 1 0,1 0 0,-1 0 0,1 0 0,-1 0 0,1 0 0,-1 0 0,1 0 0,-1 0 0,1 0 0,0 0 0,-1 0 0,1 0 0,-1 0 0,1 1 0,-1-1 0,1 0 0,-1 0 0,1 0 0,-1 1 0,1-1 0,-1 0 0,0 1 0,1-1 0,-1 0 0,1 1 0,-1-1 0,1 1 0,21 28 0,-19-25 0,18 33 0,23 49 0,-9-14 0,-26-55-109,6 12-205,1 0 0,1-1 0,22 27 0,-25-40-6512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1:21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241 1793 24575,'18'2'0,"-1"-1"0,0 2 0,30 8 0,5 1 0,41 2 0,126 2 0,96-16 0,-296 0 0,305-21 0,8 1 0,-259 23 0,-1 4 0,1 2 0,73 21 0,-64-12 0,155 13 0,-227-31 0,12 2 0,-1-2 0,1 0 0,-1-1 0,28-6 0,-43 6 0,0-1 0,0 0 0,-1 0 0,1 0 0,-1-1 0,0 1 0,1-2 0,-1 1 0,0 0 0,-1-1 0,1 0 0,-1 0 0,1 0 0,-1 0 0,0-1 0,-1 0 0,1 0 0,-1 0 0,0 0 0,3-7 0,9-27 0,11-45 0,4-11 0,100-182 0,-127 269 0,0 1 0,0-1 0,-1 1 0,0-1 0,-1 0 0,0 0 0,1-14 0,-5-58 0,3 71 0,-4-24 0,-1 1 0,-16-59 0,-31-59 0,48 138 0,-17-44 0,-3 1 0,-31-52 0,36 75 0,-2 1 0,-1 0 0,-1 1 0,-39-37 0,-28-14 0,-2 4 0,-199-124 0,272 190 0,0 1 0,-1 2 0,-1 0 0,1 1 0,-1 0 0,-1 2 0,-35-4 0,-156-1 0,159 10 0,-736 0 0,784 0 0,0 1 0,-1-1 0,1 1 0,0 0 0,0 0 0,-1 1 0,1-1 0,0 2 0,-8 3 0,2 1 0,0 1 0,1 0 0,-12 12 0,-68 57 0,-141 123 0,216-187 0,1 2 0,0 0 0,1 1 0,0 1 0,2 0 0,0 0 0,0 2 0,2-1 0,0 1 0,-8 25 0,-5 22 0,-52 105 0,62-145 0,2 0 0,0 1 0,2 0 0,-10 50 0,12-34 0,3 0 0,0 64 0,5-53 0,2 1 0,2-1 0,20 86 0,-12-72 0,-9-42 0,11 39 0,-11-57 0,0 1 0,1-1 0,1 0 0,-1-1 0,1 1 0,0-1 0,1 0 0,0 0 0,0-1 0,0 0 0,10 6 0,-5-7-1365,-1-1-5461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1:33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24575,'0'4'0,"1"-1"0,-1 0 0,1 0 0,0 1 0,0-1 0,0 0 0,0 0 0,0 0 0,1 0 0,2 4 0,24 30 0,-3-3 0,59 121 0,-56-100 0,-21-39 0,1-1 0,0-1 0,11 15 0,24 38 0,2 1 0,-45-68 0,0 0 0,0 0 0,0 0 0,0 0 0,0 0 0,0 0 0,1 0 0,-1 0 0,0 0 0,0 0 0,0 0 0,0 0 0,0 0 0,0 0 0,1 0 0,-1 0 0,0 1 0,0-1 0,0 0 0,0 0 0,0 0 0,0 0 0,0 0 0,0 0 0,0 0 0,0 1 0,1-1 0,-1 0 0,0 0 0,0 0 0,0 0 0,0 0 0,0 0 0,0 1 0,0-1 0,0 0 0,0 0 0,0 0 0,0 0 0,0 0 0,0 1 0,0-1 0,0 0 0,-1 0 0,1 0 0,0 0 0,0 0 0,0 0 0,0 1 0,0-1 0,0 0 0,0 0 0,0 0 0,0 0 0,0 0 0,0 0 0,-1 0 0,1 0 0,0 1 0,-11-6 0,-17-12 0,27 17 0,-52-33 0,30 21 0,1-2 0,0 0 0,-25-24 0,70 60 0,201 184 0,-222-204 0,0 0 0,0 0 0,0-1 0,0 1 0,0-1 0,0 0 0,0 1 0,1-1 0,-1 0 0,1 0 0,1 0 0,-3-1 0,-1 0 0,1 0 0,-1 0 0,1 0 0,-1 0 0,1 0 0,-1 0 0,1 0 0,-1-1 0,1 1 0,-1 0 0,1 0 0,-1-1 0,1 1 0,-1 0 0,0 0 0,1-1 0,-1 1 0,0 0 0,1-1 0,0 0 0,5-17 0,2-40-531,-1-74-1,-7 124 230,1-16-6524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1:45.26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47 24575,'4'67'0,"2"0"0,28 116 0,-23-134 0,-9-35 0,0-5 0,0 0 0,0 0 0,0 0 0,6 10 0,-8-19 0,0 0 0,0 0 0,0 0 0,0 0 0,0 0 0,0 0 0,0-1 0,0 1 0,0 0 0,0 0 0,0 0 0,0 0 0,0 0 0,0 0 0,0-1 0,1 1 0,-1 0 0,0 0 0,0 0 0,0 0 0,0 0 0,0 0 0,0 0 0,0 0 0,0-1 0,1 1 0,-1 0 0,0 0 0,0 0 0,0 0 0,0 0 0,0 0 0,0 0 0,1 0 0,-1 0 0,0 0 0,0 0 0,0 0 0,0 0 0,0 0 0,1 0 0,-1 0 0,0 0 0,0 0 0,0 0 0,0 0 0,0 0 0,0 0 0,1 0 0,-1 1 0,0-1 0,0 0 0,0 0 0,0 0 0,0 0 0,0 0 0,0 0 0,1 0 0,-1 0 0,0 1 0,0-1 0,0 0 0,0 0 0,4-19 0,-1-1 0,-1 0 0,-1 1 0,-1-1 0,-2-20 0,1-5 0,2-10 0,-3 0 0,-2 1 0,-15-75 0,18 125 0,0 6 0,0 14 0,2 29 0,2-6 0,4 54 0,-7 97 0,-3-179 112,3-11-138,0 0-1,0 0 1,0 0 0,0 0-1,-1 0 1,1 1-1,0-1 1,0 0 0,0 0-1,0 0 1,-1 0 0,1 0-1,0 0 1,0 0-1,0 0 1,0 0 0,0 0-1,-1 0 1,1-1 0,0 1-1,0 0 1,0 0-1,0 0 1,-1 0 0,1 0-1,0 0 1,0 0 0,0 0-1,0 0 1,0 0-1,0-1 1,-1 1 0,1 0-1,0 0 1,0 0 0,0 0-1,0 0 1,0-1-1,0 1 1,0 0 0,0 0-1,0 0 1,0 0 0,0 0-1,0-1 1,0 1-1,0 0 1,0 0 0,0 0-1,0 0 1,0-1 0,0 1-1,0 0 1,0 0-1,0 0 1,-3-10-6800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1:48.46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922 60 24575,'-13'0'0,"0"-2"0,0 0 0,-19-6 0,-22-3 0,-58 6 0,81 5 0,-1-1 0,1-1 0,-57-13 0,62 10 0,0 1 0,0 1 0,0 2 0,-47 3 0,18-1 0,42-1 0,-61 3 0,68-3 0,-1 1 0,0 1 0,1-1 0,0 1 0,-1 0 0,1 0 0,0 1 0,-10 6 0,10-4 0,0 2 0,1-1 0,0 1 0,0-1 0,0 1 0,1 1 0,0-1 0,1 1 0,-1-1 0,-2 12 0,-2 1 0,-3 9 0,1 0 0,1 0 0,2 1 0,1 0 0,-3 33 0,6-12 0,2-1 0,7 67 0,-3-89 0,2-1 0,1-1 0,0 1 0,2-1 0,2 0 0,19 41 0,-22-57 0,-1 0 0,1-1 0,0 0 0,1 0 0,0-1 0,10 8 0,56 41 0,-70-55 0,16 12 0,0-1 0,1-1 0,1 0 0,0-2 0,0-1 0,1-1 0,36 9 0,-42-14 0,-1-1 0,1 0 0,-1-1 0,1-1 0,0-1 0,-1 0 0,1-1 0,-1-1 0,1 0 0,-1-2 0,29-10 0,45-29 0,127-80 0,-83 43 0,-83 54 0,-28 15 0,0 0 0,-1-1 0,29-23 0,-46 30 0,1 1 0,-1-1 0,-1 0 0,1 0 0,-1-1 0,0 1 0,0-1 0,-1 0 0,0 0 0,0 0 0,-1 0 0,2-9 0,1-10 0,-1-1 0,1-29 0,-3 31 0,0-4 0,1-9 0,-2-61 0,-1 89 0,-1-1 0,-1 1 0,0-1 0,0 1 0,-1 0 0,0 0 0,-1 0 0,0 0 0,-1 1 0,-9-16 0,11 22 0,0-1 0,0 1 0,-1 0 0,1 0 0,-1 0 0,0 1 0,0-1 0,0 1 0,0 0 0,0 0 0,-1 0 0,1 1 0,0 0 0,-1-1 0,0 1 0,-6 0 0,-10-1 0,0 1 0,-30 3 0,19-1 0,-120 8 0,133-9-1365,4-1-5461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1:54.41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24575,'414'0'0,"-330"7"0,-16-1 0,104-4-1365,-140-2-5461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1:55.19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24575,'26'11'0,"0"-1"0,1-2 0,-1 0 0,31 3 0,44 14 0,-98-24 0,0 0 0,0 0 0,0 1 0,0 0 0,-1-1 0,1 1 0,0 0 0,-1 0 0,0 0 0,1 1 0,-1-1 0,0 1 0,0-1 0,0 1 0,0 0 0,-1 0 0,1 0 0,-1-1 0,0 2 0,0-1 0,2 5 0,-2-2 0,0 0 0,0 0 0,0 0 0,-1 0 0,0 0 0,0 0 0,-1 0 0,0 0 0,0 0 0,-3 11 0,1-10 0,-1-1 0,0 0 0,0 0 0,-1-1 0,1 1 0,-1-1 0,0 0 0,-1-1 0,1 1 0,-9 5 0,-14 13 0,7-3-1365,13-13-5461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1:57.93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85 24575,'100'2'0,"58"-1"0,44-17 0,240-51 0,-423 65-170,0 0-1,1 1 0,-1 1 1,0 1-1,0 0 0,0 2 1,26 6-1,-26-4-6655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1:58.696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1 24575,'14'1'0,"0"0"0,0 2 0,24 6 0,11 2 0,142 5 0,-45-5 0,-144-11 0,1 0 0,-1 0 0,0 1 0,1-1 0,-1 1 0,0-1 0,1 1 0,-1 0 0,0 0 0,0 0 0,0 0 0,0 0 0,0 0 0,3 3 0,-4-3 0,-1 0 0,1 1 0,-1-1 0,1 0 0,-1 1 0,0-1 0,1 1 0,-1-1 0,0 0 0,0 1 0,0-1 0,0 1 0,0-1 0,0 0 0,-1 1 0,1-1 0,0 1 0,-1-1 0,1 0 0,-1 1 0,1-1 0,-1 0 0,0 0 0,1 1 0,-2 0 0,-11 20 0,0-1 0,-2-1 0,-30 35 0,-58 46 0,33-43-1365,58-48-5461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09.57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180 0 24575,'1'79'0,"16"108"0,5 11 0,-6 281 0,-16-277 0,0-202 0,0 1 0,1-1 0,-1 1 0,0-1 0,0 1 0,0-1 0,0 0 0,0 1 0,0-1 0,0 1 0,0-1 0,0 1 0,0-1 0,-1 1 0,1-1 0,0 1 0,0-1 0,0 0 0,0 1 0,-1-1 0,1 1 0,0-1 0,0 0 0,-1 1 0,1-1 0,0 1 0,-1-1 0,1 0 0,0 0 0,-1 1 0,1-1 0,-1 0 0,1 0 0,-1 1 0,1-1 0,-1 0 0,-1 0 0,1-1 0,0 1 0,-1-1 0,1 0 0,0 1 0,-1-1 0,1 0 0,0 0 0,0 0 0,0 0 0,0 0 0,0 0 0,-1-1 0,-41-49 0,-62-94 0,91 123 0,2 5 0,6 9 0,0 0 0,1-1 0,0 0 0,0 0 0,-4-13 0,9 22 0,0 0 0,0 0 0,0 0 0,0 0 0,0 0 0,0 0 0,1 0 0,-1 0 0,0 0 0,0 0 0,0 0 0,0 0 0,0 0 0,0 0 0,0 0 0,0 0 0,0 0 0,0 0 0,0 0 0,1 0 0,-1 0 0,0 0 0,0 0 0,0 0 0,0 0 0,0 0 0,0 0 0,0 0 0,0 0 0,0 0 0,0-1 0,0 1 0,0 0 0,0 0 0,0 0 0,0 0 0,0 0 0,0 0 0,1 0 0,-1 0 0,0 0 0,0 0 0,0 0 0,0 0 0,0 0 0,0-1 0,0 1 0,0 0 0,0 0 0,0 0 0,0 0 0,0 0 0,0 0 0,0 0 0,0 0 0,0 0 0,0 0 0,0 0 0,-1-1 0,1 1 0,0 0 0,10 8 0,9 14 0,26 40 0,66 125 0,-104-172 0,-1 0 0,0 0 0,3 17 0,5 12 0,-14-43 0,0-1 0,0 1 0,0-1 0,0 0 0,1 1 0,-1-1 0,0 1 0,0-1 0,1 0 0,-1 1 0,0-1 0,1 0 0,-1 1 0,0-1 0,1 0 0,-1 1 0,0-1 0,1 0 0,-1 0 0,1 1 0,-1-1 0,0 0 0,1 0 0,-1 0 0,1 0 0,-1 0 0,1 1 0,-1-1 0,1 0 0,-1 0 0,1 0 0,-1 0 0,1 0 0,-1 0 0,0-1 0,1 1 0,-1 0 0,1 0 0,-1 0 0,1 0 0,-1 0 0,0-1 0,1 1 0,-1 0 0,1 0 0,-1-1 0,0 1 0,1 0 0,-1-1 0,0 1 0,1 0 0,-1-1 0,22-23 0,-18 18 0,22-24 0,-9 11 0,0-1 0,-2 0 0,0-1 0,21-40 0,-34 55-170,0 1-1,-1-1 0,0 1 1,1-1-1,-2 0 0,1 0 1,0-8-1,-2-4-6655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14.65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206 1 24575,'0'48'0,"0"96"0,-20 157 0,3-92 0,14-163 0,-11 151 0,11-113 0,2-20 0,2-63 0,-1 0 0,0 0 0,0 0 0,0 0 0,0 0 0,0 0 0,0 0 0,-1 0 0,1 0 0,0 0 0,0 0 0,-1-1 0,1 1 0,0 0 0,-1 0 0,1 0 0,-1 0 0,1-1 0,-1 1 0,0 0 0,1 0 0,-1-1 0,0 1 0,1 0 0,-1-1 0,-1 2 0,1-2 0,-1-1 0,1 1 0,0 0 0,0 0 0,0 0 0,0-1 0,-1 1 0,1 0 0,0-1 0,0 1 0,0-1 0,0 1 0,0-1 0,0 0 0,0 1 0,0-1 0,-1-1 0,-6-6 0,0-1 0,0 0 0,-6-9 0,14 18 0,-14-19 0,0-1 0,2 1 0,0-2 0,-14-34 0,25 45 0,8 13 0,9 16 0,-3 7 0,0 0 0,-2 1 0,10 33 0,17 88 0,-26-96 0,-9-43 0,-1-8 0,3-14 0,-1-1 0,15-28 0,-12 28 0,-1 1 0,0-2 0,-1 1 0,0 0 0,-1-1 0,-1 0 0,0 0 0,1-21 0,-5 0-1365,1 18-5461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22.05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24575,'27'2'0,"-1"1"0,1 1 0,-1 2 0,26 8 0,41 8 0,10-7 0,162 2 0,107-22 0,-184 0 0,-164 4 0,-1 1 0,34-4 0,-39-2-1365,-13 0-5461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22.70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24575,'22'11'0,"1"1"0,45 17 0,-36-21 0,58 8 0,6 2 0,-94-18 0,-1 1 0,1-1 0,-1 1 0,1 0 0,-1-1 0,1 1 0,-1 0 0,1 0 0,-1 0 0,0 0 0,1 0 0,-1 0 0,0 0 0,0 1 0,0-1 0,0 0 0,0 1 0,0-1 0,0 1 0,-1-1 0,1 1 0,0-1 0,-1 1 0,1-1 0,-1 1 0,0 0 0,1-1 0,-1 1 0,0-1 0,0 1 0,0 0 0,0-1 0,0 1 0,-1 0 0,1-1 0,0 1 0,-1 0 0,0 2 0,-3 6 0,1 0 0,-1 0 0,-1 0 0,-8 14 0,2-7 0,0-1 0,-2 0 0,0 0 0,0-1 0,-19 14 0,4-5 0,0-2 0,-33 18 0,45-32-1365,4-4-5461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24.02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1 24575,'16'1'0,"0"1"0,0 1 0,-1 0 0,28 9 0,22 6 0,196 8 0,-176-20 0,350 18 0,-293-23 0,148-19 0,-280 17 0,8 0 0,0-2 0,21-5 0,-33 3 0,-13 1 0,-14-2 0,-105-8-1365,97 11-5461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24.61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0 24575,'1'3'0,"0"0"0,0-1 0,0 1 0,1 0 0,-1-1 0,1 1 0,0-1 0,0 0 0,0 1 0,0-1 0,0 0 0,0 0 0,0 0 0,1-1 0,-1 1 0,5 2 0,-3-1 0,11 7 0,1-1 0,-1 0 0,1-2 0,1 0 0,-1 0 0,31 6 0,-5-4 0,69 6 0,-108-15 0,1 0 0,-1 1 0,0-1 0,1 1 0,-1 0 0,0 0 0,1 0 0,-1 0 0,0 1 0,0-1 0,5 4 0,-7-3 0,0-1 0,0 0 0,0 0 0,0 1 0,0-1 0,0 0 0,-1 1 0,1-1 0,0 1 0,-1-1 0,1 1 0,-1-1 0,0 1 0,0 0 0,1-1 0,-1 1 0,0-1 0,0 1 0,0-1 0,-1 1 0,1 0 0,0-1 0,0 1 0,-1-1 0,1 1 0,-1-1 0,0 1 0,0 1 0,-4 8 0,-1-1 0,0 1 0,0-1 0,-1 0 0,0-1 0,-1 0 0,-11 11 0,-70 57 0,51-47 0,15-11-1365,6-6-5461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26.014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159 732 24575,'0'0'0,"1"0"0,-1-1 0,1 1 0,-1 0 0,1-1 0,-1 1 0,1 0 0,-1-1 0,1 1 0,-1-1 0,1 1 0,-1-1 0,0 1 0,1-1 0,-1 1 0,0-1 0,0 1 0,1-1 0,-1 1 0,0-1 0,0 1 0,0-1 0,0-1 0,4-17 0,-3 13 0,8-52 0,-3-2 0,-3 1 0,-4-68 0,0 47 0,2 10 0,-3-82 0,1 143 0,0 0 0,0 0 0,-1 0 0,0 0 0,0 1 0,-6-14 0,8 22 0,0 0 0,0 0 0,0 0 0,-1-1 0,1 1 0,0 0 0,0 0 0,0 0 0,-1 0 0,1 0 0,0 0 0,0 0 0,-1-1 0,1 1 0,0 0 0,0 0 0,-1 0 0,1 0 0,0 0 0,0 0 0,-1 0 0,1 0 0,0 0 0,0 0 0,-1 1 0,1-1 0,0 0 0,0 0 0,0 0 0,-1 0 0,1 0 0,0 0 0,0 0 0,-1 1 0,1-1 0,0 0 0,0 0 0,0 0 0,0 0 0,-1 1 0,1-1 0,0 0 0,0 1 0,-9 11 0,7-10 0,-15 25 0,2 0 0,-13 34 0,-14 23 0,42-82 0,-1-1 0,1 0 0,-1 0 0,1 0 0,-1 0 0,0 1 0,0-1 0,0 0 0,0 0 0,1-1 0,-1 1 0,0 0 0,-1 0 0,1 0 0,0-1 0,0 1 0,-2 1 0,2-3 0,1 1 0,-1 0 0,0 0 0,1 0 0,-1 0 0,1-1 0,-1 1 0,1 0 0,-1 0 0,1-1 0,-1 1 0,1 0 0,-1-1 0,1 1 0,-1-1 0,1 1 0,0-1 0,-1 1 0,1-1 0,0 1 0,-1-1 0,1 1 0,0-1 0,-1 1 0,1-1 0,0 0 0,-3-7 0,1 0 0,0 0 0,0 0 0,0-8 0,-1-7 0,0 1 0,2-1 0,1 0 0,4-45 0,-4 67 0,1 0 0,-1-1 0,0 1 0,1-1 0,-1 1 0,1 0 0,-1-1 0,1 1 0,0 0 0,-1 0 0,1-1 0,0 1 0,0 0 0,0 0 0,0 0 0,0 0 0,0 0 0,0 0 0,0 0 0,0 1 0,1-1 0,-1 0 0,0 0 0,1 1 0,-1-1 0,0 1 0,1 0 0,-1-1 0,0 1 0,1 0 0,-1 0 0,1-1 0,-1 1 0,1 1 0,-1-1 0,1 0 0,-1 0 0,2 1 0,6 1 0,-1 0 0,1 1 0,-1 0 0,16 9 0,-19-10 0,8 5-96,74 41 324,-77-42-442,-1 0 1,1 1-1,-2 0 0,1 1 0,-1 0 0,11 13 0,-12-9-6612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27.68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863 0 24575,'0'0'0,"1"0"0,-1 0 0,0 1 0,0-1 0,0 0 0,0 0 0,1 0 0,-1 0 0,0 0 0,0 0 0,0 0 0,1 1 0,-1-1 0,0 0 0,0 0 0,0 0 0,0 0 0,0 0 0,0 1 0,1-1 0,-1 0 0,0 0 0,0 0 0,0 1 0,0-1 0,0 0 0,0 0 0,0 0 0,0 1 0,0-1 0,0 0 0,0 0 0,0 0 0,0 1 0,0-1 0,0 0 0,0 0 0,0 0 0,0 1 0,0-1 0,0 0 0,0 0 0,-1 0 0,1 1 0,0-1 0,0 0 0,0 0 0,0 0 0,0 0 0,0 1 0,-1-1 0,1 0 0,0 0 0,-9 11 0,6-9 0,-1 0 0,0-1 0,-1 1 0,1-1 0,0 0 0,0 0 0,0 0 0,-9 0 0,-41-2 0,25 0 0,-536 0 0,547 0 0,10 1 0,0-1 0,0 2 0,0-1 0,0 1 0,-13 3 0,19-3 0,0-1 0,0 1 0,0 0 0,1 0 0,-1 0 0,0 0 0,1 0 0,-1 0 0,1 1 0,-1-1 0,1 0 0,0 1 0,-1-1 0,1 1 0,0-1 0,0 1 0,0 0 0,0-1 0,0 1 0,1 0 0,-1 0 0,0 0 0,1 0 0,0 0 0,-1-1 0,1 1 0,0 0 0,0 4 0,1 32 0,11 73 0,-1-21 0,-7-15 0,-3-1 0,-15 116 0,-40 144 0,51-317 0,0-1 0,1-8 0,0 0 0,1 0 0,0 0 0,1 1 0,0 8 0,0-16 0,1 1 0,-1-1 0,0 0 0,1 0 0,0 1 0,-1-1 0,1 0 0,0 0 0,-1 0 0,1 1 0,0-1 0,0 0 0,0 0 0,0 0 0,0-1 0,0 1 0,0 0 0,0 0 0,1 0 0,-1-1 0,0 1 0,0-1 0,1 1 0,1 0 0,37 7 0,-34-7 0,110 10 0,156-7 0,-211-4 0,178-6 0,89 1 0,-320 5 0,-3-1 0,-1 1 0,1 0 0,-1 1 0,1-1 0,-1 1 0,1 0 0,-1 0 0,1 0 0,-1 0 0,1 1 0,-1 0 0,0 0 0,4 3 0,-6-5 0,-1 1 0,1-1 0,-1 1 0,0-1 0,1 0 0,-1 1 0,1-1 0,-1 0 0,1 0 0,0 0 0,-1 0 0,1 0 0,-1-1 0,1 1 0,-1 0 0,0-1 0,1 1 0,-1-1 0,1 1 0,-1-1 0,0 0 0,1 0 0,-1 1 0,0-1 0,0 0 0,1 0 0,-1 0 0,0 0 0,0-1 0,1-1 0,3-2 0,0-1 0,-1 1 0,0-1 0,0 0 0,4-8 0,-3 1 0,0 1 0,-2-1 0,1 0 0,-1 0 0,-1 0 0,-1 0 0,1-1 0,-2 1 0,-1-21 0,-3-3 0,-2-1 0,-11-39 0,-97-307 0,42 155 0,44 137-1365,19 69-5461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6:02:33.995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1,'33'11,"14"-7,82-3,-57-2,280 7,20 1,-348-7,1 2,-1 0,0 1,0 2,0 0,-1 2,37 14,-43-15,1 0,0-2,1 0,25 2,24 5,5 9,-43-11,49 9,-13-11,92-2,-126-6,-23 0,1 0,0 0,-1 2,1-1,-1 1,1 0,10 4,-19-5,1 1,-1 0,0 0,1 0,-1 0,0 0,0 0,0 0,0 0,0 1,0-1,0 0,0 1,-1-1,1 0,0 1,-1-1,1 1,-1-1,1 3,2 35,-3-32,-1 350,-2-125,3-197,20 445,-3-334,-3-12,33 136,3-109,-44-142,1 1,15 28,-12-28,15 41,-14-20,0 0,5 55,-11-57,-3-29,0 0,-1 1,0-1,-1 1,0-1,0 1,-3 11,2-21,1 1,-1-1,1 0,0 1,-1-1,1 1,0-1,0 0,0 1,0-1,0 1,0-1,1 0,-1 1,0-1,1 0,-1 1,1-1,-1 0,1 1,0-1,0 0,-1 0,2 2,1-2,0 1,0-1,0 1,0-1,0 0,0 0,0-1,1 1,-1 0,4-1,521 46,-450-41,148-4,-15-1,-172 4,-1 2,41 12,-25-6,17 2,95 4,-143-15,32 7,-35-5,0-1,26 1,-19-5,-19-1,0 1,0 0,0 0,0 1,0 0,0 1,0-1,-1 2,1-1,-1 1,1 0,6 4,0 2,1-1,0-1,0 0,23 6,68 12,-64-16,43 15,-70-19,1-1,0-1,0 0,22 0,-37-3,6 1,0 1,1-1,-1 1,12 6,-13-6,1 1,0-1,0 0,0 0,9 0,33 5,9 0,-26-6,98-3,-120 1,-1-2,1 1,-1-1,0-1,1 0,14-8,-23 11,1-1,-1 1,1 0,-1-1,0 1,0-1,0 1,0-1,0 0,0 1,0-1,0 0,0 0,-1 1,1-1,0-3,2-37,-1 15,10-75,-4 0,-6-108,-3 136,1 56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0:52.3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1425 24575,'642'-23'0,"466"-114"-842,-1068 131 854,-9 2-25,38-11 1,-60 13 29,0-1 0,-1-1 0,1 1 0,-1-1 0,0-1 0,0 0 0,0 0 0,12-10 0,93-107 696,-46 46-724,351-329 11,-390 379 0,-7 7 0,-6 6 0,0 0 0,19-25 0,-31 35 0,0-1 0,-1 0 0,1 0 0,-1 0 0,0 0 0,0 0 0,0 0 0,-1-1 0,1 1 0,-1-1 0,0 1 0,0-1 0,-1 0 0,0 1 0,1-1 0,-2-4 0,-3-15 0,-1 2 0,-16-44 0,13 44 0,1-1 0,-8-44 0,14 53 0,0-1 0,2 1 0,0 0 0,5-26 0,1-10 0,-7 49 0,1 0 0,-1 0 0,0-1 0,0 1 0,0 0 0,0 0 0,0-1 0,0 1 0,0 0 0,0-1 0,0 1 0,-1 0 0,1 0 0,0-1 0,-1 1 0,1 0 0,-1 0 0,1 0 0,-1-1 0,0 1 0,0 0 0,1 0 0,-1 0 0,0 0 0,0 0 0,-2-1 0,2 2 0,-1 0 0,0 0 0,0 0 0,1 0 0,-1 0 0,0 0 0,0 1 0,1-1 0,-1 0 0,0 1 0,0 0 0,1-1 0,-1 1 0,1 0 0,-1 0 0,1 0 0,-1 0 0,1 0 0,-3 2 0,-12 9-273,2 0 0,-1 1 0,1 1 0,-20 27 0,22-24-6553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0:54.7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396 274 24575,'-20'15'0,"0"0"0,1 1 0,1 1 0,0 1 0,-15 21 0,25-26 0,0 1 0,0 0 0,1 1 0,-7 23 0,6-17 0,-35 106 0,-50 252 0,70-213 0,4-24 0,6-77 0,5-34 0,2 1 0,1-1 0,0 37 0,6-63 0,-1 1 0,1-1 0,0 0 0,1 1 0,-1-1 0,1 0 0,0 0 0,1 0 0,-1-1 0,1 1 0,0 0 0,4 5 0,6 6 0,28 26 0,-31-33 0,25 25 0,56 41 0,-69-60 0,-1-1 0,2-1 0,0-1 0,34 13 0,-18-13 0,1-1 0,0-2 0,1-2 0,42 2 0,168-3 0,-248-6 0,686-36 0,-580 28 0,325-40 0,-323 29 0,200-61 0,-289 73 0,0-1 0,-1-1 0,0-1 0,29-18 0,-43 23 0,-1 0 0,0 0 0,0 0 0,0-1 0,0 0 0,-1 0 0,0 0 0,0-1 0,-1 1 0,1-1 0,-2-1 0,1 1 0,-1 0 0,0-1 0,0 0 0,1-9 0,0-17 0,-1 0 0,-2 0 0,-2 0 0,-6-46 0,2 21 0,-2-1 0,-4 1 0,-2 1 0,-30-85 0,-11-45 0,47 155 0,-2 1 0,-1 0 0,-2 1 0,-1 0 0,-1 1 0,-1 0 0,-2 1 0,-1 1 0,-2 0 0,0 2 0,-41-41 0,22 31 0,-1 2 0,-2 2 0,-1 2 0,-2 2 0,-56-27 0,41 27 0,-1 3 0,-2 3 0,-108-24 0,73 29 0,-1 5 0,0 3 0,0 5 0,0 5 0,-160 20 0,220-15 0,0 2 0,0 2 0,-56 21 0,-101 61 0,-62 28 0,256-119 0,0 0 0,-1 1 0,1-1 0,0 1 0,0-1 0,0 1 0,0 0 0,0-1 0,0 1 0,0 0 0,1 1 0,-1-1 0,1 0 0,-1 0 0,1 1 0,0-1 0,0 0 0,-1 4 0,1 0 0,0 0 0,0 1 0,1-1 0,0 1 0,2 11 0,-1-3 0,12 74-1365,-10-73-5461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51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24575,'8'10'0,"0"0"0,-1 1 0,-1 0 0,0 0 0,0 0 0,-1 1 0,5 19 0,0-5 0,38 122 0,-119-288 0,40 80 0,39 81 53,8 27 0,-3-7-1524,-9-30-5355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4:01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402 0 24575,'-1'0'0,"1"1"0,-1-1 0,1 0 0,0 0 0,-1 1 0,1-1 0,-1 0 0,1 1 0,-1-1 0,1 0 0,0 1 0,-1-1 0,1 0 0,0 1 0,0-1 0,-1 1 0,1-1 0,0 1 0,0-1 0,-1 1 0,1-1 0,0 1 0,0-1 0,0 1 0,0-1 0,0 1 0,-3 18 0,3-14 0,-61 334 0,30-178 0,20-115 0,-2-1 0,-32 76 0,9-31 0,25-49 0,1 0 0,2 1 0,2 0 0,-1 48 0,5-69 0,-2 293 0,6-171 0,-13 195 0,8-26 0,10-242 0,-3-47 0,-2 1 0,-1 39 0,-1-63 0,0 1 0,0-1 0,0 0 0,0 1 0,1-1 0,-1 0 0,0 1 0,0-1 0,0 0 0,0 1 0,0-1 0,-1 0 0,1 1 0,0-1 0,0 0 0,0 0 0,0 1 0,0-1 0,0 0 0,0 1 0,-1-1 0,1 0 0,0 0 0,0 1 0,0-1 0,-1 0 0,1 0 0,0 1 0,0-1 0,-1 0 0,1 0 0,0 0 0,-1 0 0,1 1 0,0-1 0,0 0 0,-1 0 0,1 0 0,0 0 0,-1 0 0,1 0 0,-13-11 0,-11-26 0,23 35 0,-83-146 0,73 122 0,3 8 0,12 35 0,10 31 0,3 0 0,43 85 0,-59-131 0,-1-1 0,1 0 0,0 1 0,-1-1 0,1 0 0,0 0 0,0 0 0,0 1 0,0-1 0,0 0 0,1 0 0,-1-1 0,2 3 0,-2-3 0,-1 0 0,0 0 0,1 0 0,-1 0 0,0 0 0,1-1 0,-1 1 0,0 0 0,1 0 0,-1 0 0,0 0 0,1 0 0,-1-1 0,0 1 0,1 0 0,-1 0 0,0 0 0,1-1 0,-1 1 0,0 0 0,0 0 0,1-1 0,-1 1 0,0 0 0,0-1 0,0 1 0,1 0 0,-1-1 0,0 1 0,0 0 0,0-1 0,0 0 0,2-7 0,0 0 0,-1 1 0,1-15 0,-1 10 0,43-288-1365,-42 275-5461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4:02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1329 69 24575,'-3'-2'0,"0"1"0,0-1 0,0 1 0,0 0 0,0 0 0,0 0 0,0 0 0,0 1 0,0-1 0,0 1 0,-1 0 0,1 0 0,-5 0 0,-3 0 0,-388-4 0,94 4 0,143-14 0,-21 0 0,152 14 0,11 1 0,-1-1 0,1-1 0,0 0 0,-1-2 0,1 0 0,-27-9 0,36 9-1365,2 0-5461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4:03.7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1 24575,'0'4'0,"0"-1"0,-1 1 0,1 0 0,-1 0 0,0 0 0,0 0 0,0-1 0,-1 1 0,1 0 0,-1-1 0,-3 7 0,-1-2 0,-1-1 0,1 1 0,-10 7 0,-1 2 0,15-14 0,-1 1 0,1-1 0,0 1 0,0-1 0,1 1 0,-1-1 0,1 1 0,0 0 0,0 0 0,0 0 0,0 0 0,0 0 0,1 0 0,0 0 0,0 0 0,0 0 0,1 0 0,-1 0 0,1 0 0,0 0 0,0 0 0,3 6 0,-1 0 0,1 0 0,0-1 0,1 1 0,0-1 0,1 0 0,-1-1 0,14 15 0,-11-16 0,0 1 0,0-2 0,1 1 0,0-1 0,1-1 0,-1 1 0,1-2 0,0 1 0,16 3 0,10 2 0,52 7 0,-68-13 0,-18-4-97,0 0-1,0 1 1,0-1-1,0 1 1,-1-1-1,1 1 1,0 0-1,0 0 1,-1 0-1,1 0 1,0 0-1,-1 0 0,3 2 1,3 6-6729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4:04.9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 24575,'0'-1'0,"0"1"0,1-1 0,-1 1 0,0 0 0,0-1 0,0 1 0,0-1 0,1 1 0,-1 0 0,0-1 0,1 1 0,-1 0 0,0-1 0,0 1 0,1 0 0,-1-1 0,1 1 0,-1 0 0,0 0 0,1-1 0,-1 1 0,1 0 0,-1 0 0,0 0 0,1 0 0,-1 0 0,2-1 0,14-1 0,-11 1 0,259-16 0,17-3 0,-127 1-682,257 1-1,-391 18-6143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4:05.5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1 24575,'112'-1'0,"140"3"0,-248-2 0,1 0 0,-1 0 0,1 1 0,0 0 0,-1 0 0,7 2 0,-11-3 0,1 1 0,0-1 0,0 1 0,-1-1 0,1 0 0,0 1 0,-1-1 0,1 1 0,0 0 0,-1-1 0,1 1 0,-1-1 0,1 1 0,-1 0 0,0 0 0,1-1 0,-1 1 0,1 0 0,-1 0 0,0-1 0,0 1 0,1 0 0,-1 0 0,0 0 0,0-1 0,0 1 0,0 0 0,0 0 0,0 0 0,0 0 0,0-1 0,-1 1 0,1 0 0,0 0 0,0 0 0,-1-1 0,1 1 0,0 0 0,-1 0 0,0 1 0,-3 5 0,-1 0 0,0 0 0,0 0 0,0-1 0,-1 1 0,0-1 0,0-1 0,-13 10 0,-63 36 0,62-40 0,-212 111-1365,175-94-5461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4:14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24575,'2'0'0,"-1"0"0,0 1 0,1-1 0,-1 1 0,1 0 0,-1-1 0,0 1 0,0 0 0,1 0 0,-1 0 0,0-1 0,0 1 0,0 0 0,0 1 0,0-1 0,0 0 0,0 0 0,0 0 0,-1 1 0,1-1 0,0 0 0,-1 1 0,1-1 0,-1 0 0,1 1 0,-1-1 0,0 2 0,10 50 0,-8-38 0,37 314 0,-32-264 0,20 78 0,-18-104 0,-5-14 0,-1 1 0,0 29 0,2 18 0,-5-53 0,0-20 0,0 0 0,0 1 0,0-1 0,0 0 0,0 0 0,0 1 0,-1-1 0,1 0 0,0 0 0,0 0 0,0 1 0,0-1 0,0 0 0,-1 0 0,1 0 0,0 0 0,0 0 0,0 1 0,0-1 0,-1 0 0,1 0 0,0 0 0,0 0 0,0 0 0,-1 0 0,1 0 0,0 0 0,0 0 0,-1 0 0,1 0 0,0 0 0,0 0 0,0 0 0,-1 0 0,1 0 0,0 0 0,-1 0 0,-2-1 0,0-1 0,0 0 0,0 0 0,0-1 0,0 1 0,0-1 0,-2-2 0,-30-32 0,24 24 0,-1 1 0,-17-15 0,64 77 0,-18-26 0,20 38 0,0 0 0,-36-60 0,0 0 0,0 0 0,0 0 0,0-1 0,0 1 0,1 0 0,-1-1 0,1 1 0,-1-1 0,1 0 0,0 1 0,-1-1 0,1 0 0,0 0 0,0 0 0,0 0 0,0 0 0,0 0 0,0-1 0,0 1 0,0-1 0,0 0 0,0 1 0,0-1 0,0 0 0,0 0 0,1 0 0,-1 0 0,0-1 0,0 1 0,0 0 0,0-1 0,0 0 0,0 1 0,0-1 0,0 0 0,0 0 0,0 0 0,-1 0 0,1 0 0,0-1 0,-1 1 0,3-3 0,6-5 0,-1-1 0,0 0 0,0 0 0,-2-1 0,12-18 0,52-115-1365,-66 133-5461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4:19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626 139 24575,'-1'-3'0,"-1"0"0,1 0 0,-1 0 0,1 0 0,-1 0 0,0 0 0,0 1 0,0-1 0,0 1 0,-1 0 0,1-1 0,-4-2 0,-8-8 0,8 5 0,-1 0 0,-1 1 0,0 0 0,0 1 0,0-1 0,-1 2 0,1-1 0,-1 1 0,-1 0 0,1 1 0,-1 0 0,0 1 0,0 0 0,-18-3 0,19 4 0,-1 1 0,1 0 0,0 1 0,0 0 0,-1 1 0,1 0 0,0 0 0,0 1 0,0 0 0,0 0 0,0 1 0,0 0 0,1 1 0,-1 0 0,1 1 0,-14 9 0,-189 158 0,205-167 0,1 1 0,0 0 0,0 1 0,0-1 0,1 1 0,0 0 0,0 0 0,1 0 0,0 0 0,0 1 0,1 0 0,0-1 0,0 1 0,1 0 0,-1 9 0,0 12 0,2 0 0,5 52 0,-2-64 0,-1-1 0,2 0 0,0 0 0,1 0 0,1 0 0,0-1 0,11 17 0,-11-20 0,1-1 0,0-1 0,1 1 0,0-1 0,1 0 0,0-1 0,0 0 0,1-1 0,19 13 0,-23-18 0,1 1 0,0-2 0,0 1 0,0-1 0,0 0 0,0 0 0,0-1 0,11 1 0,64-2 0,-46-1 0,29 0 0,152-6 0,-169 3 0,0-2 0,69-18 0,-106 21 0,-1 0 0,0-1 0,19-9 0,-26 12 0,-1 0 0,0-1 0,1 0 0,-1 1 0,0-1 0,0 0 0,0 0 0,-1 0 0,1 0 0,0 0 0,-1-1 0,1 1 0,-1 0 0,0-1 0,0 1 0,0-1 0,0 0 0,0 1 0,0-1 0,0-3 0,0-23 0,0 0 0,-2-1 0,-5-29 0,0-16 0,5 56 0,0-1 0,0 1 0,-5-22 0,5 34 0,-1 1 0,0-1 0,-1 0 0,1 1 0,-2-1 0,1 1 0,0 0 0,-1 0 0,-7-8 0,3 4 0,-6-7 0,-1 1 0,-19-17 0,6 1-39,19 19-1287,-3-1-5500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6:04:24.49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0,'0'2,"0"2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6:04:28.60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87,'10'-4,"1"1,-1 0,1 1,0 0,0 1,0 0,16 1,9-1,203-33,-156 19,117-4,194 17,-196 4,417-2,-594 1,0 2,0 0,0 2,0 0,29 12,29 7,-43-14,43 20,27 7,-78-30,-9-3,0 1,-1 1,33 15,-14-5,1-1,1-2,0-2,64 10,-87-17,-1 1,0 0,17 9,-18-8,1 0,-1 0,22 4,18 2,-37-7,1-1,-1 0,30 1,-22-4,0 1,-1 2,0 1,33 10,-25-8,1-2,53 3,-44-5,232 2,-18-2,-159 9,24 1,40-13,-84-3,0 5,81 11,-77 6,-55-12,48 7,-33-10,88 13,-125-16,1 0,-1 1,0-1,0 1,0 0,0 0,0 1,-1-1,1 1,-1 0,1 0,-1 0,0 0,0 0,0 1,4 6,8 10,-12-17,0 0,0-1,0 0,0 1,7 3,-7-5,0 1,-1-1,1 1,0 0,-1 0,1 1,-1-1,0 0,0 1,2 2,0 1,-2 0,1 0,-1 0,0 1,0-1,0 1,-1-1,0 1,0 7,-3 65,0-32,2-18,1 1,-2 1,-8 49,7-66,0-1,0 1,1 0,2 18,-1-26,1-1,-1 1,2-1,-1 1,0-1,1 0,0 0,1 0,-1 0,1 0,0 0,0 0,6 6,-9-10,1-1,0 1,0 0,-1-1,1 1,0-1,0 1,0-1,0 1,0-1,0 0,0 1,0-1,0 0,0 0,0 0,0 0,0 0,0 0,0 0,1 0,13-3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6:04:34.91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1291 1,'4'0,"0"0,0 0,-1 0,1 1,0 0,0-1,-1 1,1 1,-1-1,1 0,-1 1,1 0,-1 0,0 0,0 0,0 0,5 6,-3-2,-1 0,0 0,0 1,0 0,-1 0,0 0,4 13,6 18,-6-19,-1-1,-1 1,5 36,-7-29,7 140,-9-66,-3 89,-26 88,24-244,-1 0,-18 59,4-21,15-52,2 0,-1 23,-2 21,-8 1,-26 76,26-98,5-12,2 1,0 0,-1 48,7 98,2-77,-9 65,0 9,7 210,1-356,5 28,2 24,-9 369,1-447,0 1,0 0,0 0,0-1,-1 1,1 0,-1 0,0-1,1 1,-1-1,-1 1,1-1,-3 5,3-6,-1 1,1-1,-1 1,0-1,0 0,0 0,0 0,0 0,0 0,0 0,0 0,0-1,-1 1,1-1,0 0,0 0,-4 1,-285 0,133-4,59 2,-103 3,187 0,1 1,0 0,0 1,0 1,1 0,0 1,0 0,-18 13,8-6,-34 13,-42 9,-32 12,120-42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6:04:36.20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15,'4'3,"1"0,-1 0,0-1,1 0,-1 0,1 0,0 0,0-1,-1 0,11 2,-6-1,39 6,0-2,76 0,99-16,197-38,-402 46,-1 1,21 2,-28-1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6:05:05.09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15,'5'-2,"16"-1,28 0,32 0,90 2,62-1,31 2,42 0,3 0,-27 0,-48 0,-55 0,-60 2,-48 2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2T06:05:08.295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  <inkml:brushProperty name="ignorePressure" value="1"/>
    </inkml:brush>
  </inkml:definitions>
  <inkml:trace contextRef="#ctx0" brushRef="#br0">1 100,'1'-2,"0"1,0 0,1 0,-1 1,0-1,1 0,-1 0,1 1,-1-1,1 1,0-1,-1 1,1-1,-1 1,4 0,2-1,89-18,152-8,105 16,-325 10,114-1,754-20,-562 16,-311 6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5:21.68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422 429 24575,'0'-2'0,"1"1"0,-1 0 0,1 0 0,0 0 0,-1 0 0,1 0 0,0 0 0,0 1 0,0-1 0,-1 0 0,1 0 0,0 0 0,0 1 0,1-1 0,-1 1 0,0-1 0,0 1 0,2-2 0,0 1 0,15-8 0,2 2 0,33-10 0,-40 13 0,346-76-66,13 28-1202,-241 35 419,1298-183-93,-1321 184 841,-68 8 101,-38 8 0,-5-1 0,-23 3 0,-679 100 1010,-4 37 191,612-119-1174,55-11-27,38-6 0,10-1 0,17-1 0,391-62 939,-352 50-890,11-3-49,-71 14 0,0-1 0,0 1 0,0 0 0,0 0 0,-1-1 0,1 1 0,0-1 0,0 1 0,-1-1 0,1 0 0,0 0 0,-1 0 0,1 0 0,2-2 0,-8 2 0,1 0 0,0 0 0,-1 0 0,1 0 0,-1 1 0,1 0 0,-1-1 0,-4 1 0,-281 4 0,271-3 0,-1404 151-2241,1256-120 2241,149-28 0,0 1 0,-18 7 0,34-12 0,1 0 0,0 0 0,-1 0 0,1 0 0,0 0 0,-1 0 0,1 0 0,0 0 0,-1 0 0,1 0 0,0 0 0,0 0 0,-1 1 0,1-1 0,0 0 0,-1 0 0,1 0 0,0 1 0,0-1 0,0 0 0,-1 0 0,1 1 0,0-1 0,0 0 0,0 0 0,-1 1 0,1-1 0,0 0 0,0 1 0,0-1 0,0 0 0,0 1 0,0-1 0,0 0 0,0 0 0,0 1 0,0-1 0,0 0 0,0 1 0,0-1 0,0 0 0,0 1 0,0-1 0,0 0 0,0 1 0,0-1 0,1 1 0,2 0 0,0 1 0,0-1 0,1 0 0,-1 1 0,1-2 0,-1 1 0,1 0 0,5 0 0,134 8 0,855-29-1443,-722 8 1242,-12 0 541,-210 7 1019,-104 2-1019,-188 20-53,1 11 0,-334 84-1,514-97-1487,28-6-4803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5:30.39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1101 45 24575,'-13'-1'0,"0"0"0,0-1 0,-23-7 0,-22-3 0,-243 6 0,180 9 0,118-3 0,-30 0 0,1-1 0,-61-9 0,81 8 0,0 0 0,0 1 0,0 1 0,0 0 0,-23 3 0,-57 17 0,6-2 0,-15-4-1365,91-12-5461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57.6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24575,'2'0'0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59.0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24575,'5'0'0,"8"0"0,13 0 0,10 0 0,9 0 0,5 0 0,5 0 0,0-3 0,4-2 0,-5-1 0,-3 0 0,-6 2 0,-8 1 0,-8 1 0,-7 2 0,-6-1-8191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2:59.9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24575,'9'9'0,"1"-1"0,0 0 0,1-1 0,0 0 0,11 5 0,60 24 0,-5-10 0,-52-19 0,-1 1 0,0 1 0,39 21 0,-61-29 0,-1 0 0,1 0 0,0 1 0,-1-1 0,1 0 0,-1 1 0,1-1 0,-1 0 0,0 1 0,1 0 0,-1-1 0,0 1 0,0 0 0,0 0 0,0 0 0,0 2 0,0-2 0,-1-1 0,0 1 0,0 0 0,0-1 0,-1 1 0,1-1 0,0 1 0,-1-1 0,1 1 0,-1-1 0,1 0 0,-1 1 0,1-1 0,-1 1 0,0-1 0,0 0 0,0 0 0,0 1 0,0-1 0,0 0 0,0 0 0,-2 1 0,-9 7-258,0 0 0,-1-1 0,-20 9 0,30-15-75,-19 9-6493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3:01.3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24575,'334'7'0,"-24"0"0,188-7 0,-467-3-1365,-19 0-5461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3:02.1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24575,'26'11'0,"1"-1"0,-1-1 0,40 7 0,25 9 0,-90-25 0,1 1 0,0-1 0,0 1 0,-1-1 0,1 1 0,0 0 0,-1 0 0,1 0 0,-1 0 0,1 0 0,-1 0 0,0 0 0,0 1 0,1-1 0,-1 0 0,0 1 0,0-1 0,0 1 0,0-1 0,0 1 0,-1 0 0,1-1 0,0 1 0,-1 0 0,1-1 0,0 4 0,-1-2 0,-1 0 0,1 1 0,-1-1 0,1 1 0,-1-1 0,0 0 0,0 1 0,-1-1 0,1 0 0,0 0 0,-1 0 0,0 0 0,-3 3 0,-8 11-1,-1-1 0,0-1 0,-2 0 0,-32 24 0,3-3-1359,34-26-5466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3:13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24575,'5'0'0,"-1"1"0,0 0 0,0 0 0,0 0 0,0 1 0,0-1 0,3 3 0,20 6 0,10-5 0,-1-2 0,0-1 0,49-5 0,-38 1 0,52 5 0,-96-3 0,-1 1 0,1-1 0,0 1 0,0 0 0,-1 0 0,1 0 0,0 0 0,-1 0 0,1 1 0,-1-1 0,1 1 0,-1-1 0,0 1 0,0 0 0,0 0 0,0 0 0,0 0 0,0 0 0,0 1 0,-1-1 0,1 1 0,-1-1 0,0 1 0,0-1 0,0 1 0,1 3 0,2 8 0,-1 0 0,-1 0 0,0 0 0,0 17 0,1 6 0,16 149 0,10 66 0,-23-203 0,0 59 0,-4-53 0,4 19 0,1 26 0,-8-23 0,-1-2 0,16 148 0,-7-200 0,-6-19 0,0-1 0,0 0 0,0 1 0,0-1 0,0 1 0,-1 0 0,1-1 0,-1 1 0,0-1 0,-1 7 0,1-9 0,0-1 0,-1 1 0,1 0 0,-1-1 0,1 1 0,-1 0 0,1-1 0,-1 1 0,1-1 0,-1 1 0,0-1 0,1 1 0,-1-1 0,0 0 0,1 1 0,-1-1 0,0 0 0,1 1 0,-1-1 0,0 0 0,0 0 0,0 0 0,1 0 0,-1 0 0,0 1 0,0-2 0,1 1 0,-1 0 0,0 0 0,0 0 0,1 0 0,-1 0 0,0-1 0,0 1 0,1 0 0,-1 0 0,0-1 0,1 1 0,-1-1 0,-1 0 0,-28-18 0,9 3 0,2-2 0,0 0 0,1-1 0,0-1 0,-27-42 0,44 62 0,1-1 0,-1 0 0,1 1 0,-1-1 0,1 1 0,-1-1 0,1 0 0,0 0 0,-1 1 0,1-1 0,0 0 0,0 0 0,-1 1 0,1-1 0,0 0 0,0 0 0,0 0 0,0 1 0,0-1 0,0 0 0,0 0 0,0 0 0,0 1 0,1-1 0,-1-1 0,1 2 0,0 0 0,0 0 0,0 0 0,-1 0 0,1 0 0,0 1 0,0-1 0,-1 0 0,1 0 0,0 1 0,0-1 0,-1 0 0,1 1 0,0-1 0,-1 1 0,1-1 0,0 1 0,-1-1 0,1 1 0,-1 0 0,1-1 0,-1 1 0,1 0 0,-1-1 0,1 2 0,27 33 0,34 59 0,-30-43 0,-31-50 0,-1-1 0,1 1 0,-1 0 0,1 0 0,0-1 0,-1 1 0,1 0 0,-1-1 0,1 1 0,0-1 0,0 1 0,-1-1 0,1 1 0,0-1 0,0 1 0,0-1 0,0 0 0,0 1 0,-1-1 0,1 0 0,0 0 0,0 0 0,0 0 0,0 0 0,0 0 0,0 0 0,0 0 0,0 0 0,0 0 0,-1 0 0,1-1 0,0 1 0,0 0 0,0-1 0,0 1 0,0 0 0,-1-1 0,1 1 0,0-1 0,0 0 0,-1 1 0,1-1 0,0 1 0,-1-1 0,1 0 0,0-1 0,6-5 0,-1-1 0,-1 1 0,9-15 0,-8 12 0,-2 2-91,0 0 0,-1 0 0,0 0 0,0-1 0,-1 0 0,0 1 0,-1-1 0,0 0 0,0 0 0,0 0 0,-2 0 0,1 0 0,-1 1 0,-3-18 0,0 11-6735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3:14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24575,'0'1'0,"1"0"0,-1 0 0,1 0 0,-1 0 0,1 0 0,0 0 0,-1-1 0,1 1 0,0 0 0,0 0 0,-1 0 0,1-1 0,0 1 0,0 0 0,0-1 0,1 1 0,21 12 0,-19-11 0,21 10 0,1-1 0,0-1 0,0-2 0,0 0 0,1-2 0,52 5 0,-7-6 0,102-7 0,-115-1 0,0-2 0,87-21 0,-142 25 0,1 0 0,-1 0 0,1-1 0,-1 0 0,1 0 0,3-2 0,-8 3 0,1 1 0,-1 0 0,1-1 0,-1 1 0,1 0 0,-1-1 0,0 1 0,1-1 0,-1 1 0,0-1 0,1 1 0,-1 0 0,0-1 0,0 0 0,0 1 0,1-1 0,-1 1 0,0-1 0,0 1 0,0-1 0,0 0 0,0 0 0,0 0 0,-1 0 0,1 0 0,-1 0 0,1 0 0,-1 0 0,1 0 0,-1 0 0,1 0 0,-1 1 0,0-1 0,0 0 0,1 0 0,-1 1 0,0-1 0,-1 0 0,-16-11-1365,-3 1-5461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3:15.6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24575,'5'5'0,"1"0"0,0-1 0,0 1 0,0-1 0,0-1 0,1 1 0,0-1 0,0 0 0,0 0 0,0-1 0,11 3 0,4-2 0,1 0 0,32-1 0,-31-2 0,45 7 0,-67-7 0,-1 0 0,0 0 0,0 0 0,1 0 0,-1 1 0,0-1 0,0 0 0,0 1 0,1-1 0,-1 1 0,0 0 0,0-1 0,0 1 0,0 0 0,0 0 0,0-1 0,0 1 0,0 0 0,0 0 0,-1 0 0,1 0 0,0 0 0,-1 0 0,1 0 0,0 1 0,-1-1 0,1 0 0,-1 0 0,0 0 0,1 1 0,-1-1 0,0 0 0,0 0 0,0 1 0,0-1 0,0 0 0,0 0 0,0 1 0,0-1 0,0 0 0,-1 0 0,1 1 0,0-1 0,-1 0 0,1 0 0,-1 0 0,-1 2 0,-2 6 0,-1 0 0,-1 0 0,0 0 0,-9 11 0,13-19 0,-16 20 0,-1-2 0,-29 24 0,41-37 0,4-4-195,1 0 0,0 1 0,0-1 0,0 0 0,0 1 0,-3 5 0,1 1-6631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3:32.5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24575,'3'0'0,"0"1"0,0 0 0,0 0 0,0 0 0,0 0 0,0 0 0,0 1 0,0-1 0,-1 1 0,5 2 0,6 4 0,36 18 0,2-3 0,0-3 0,1-1 0,66 14 0,-40-17 0,1-4 0,103 4 0,-143-14 30,0 3 0,0 1 0,40 12 0,106 45-1515,-167-56-5341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3:33.3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308 2 24575,'30'-1'0,"-12"0"0,35 3 0,-49-2 0,0 0 0,0 1 0,0 0 0,0 0 0,0 0 0,-1 0 0,1 1 0,0 0 0,0-1 0,-1 1 0,0 0 0,1 1 0,-1-1 0,3 4 0,-5-5 0,0 0 0,0 0 0,0 0 0,-1 1 0,1-1 0,0 0 0,-1 1 0,1-1 0,-1 0 0,0 1 0,1-1 0,-1 1 0,0-1 0,0 1 0,0-1 0,0 0 0,0 1 0,0-1 0,-1 1 0,1-1 0,0 1 0,-1-1 0,1 0 0,-1 1 0,1-1 0,-1 0 0,0 1 0,1-1 0,-2 1 0,-3 6 0,-1-1 0,1 0 0,-11 10 0,16-17 0,-136 128 0,-47 50 0,173-166 0,-53 65 0,56-68 0,1 0 0,1 0 0,-1 1 0,2 0 0,-1 0 0,-4 16 0,9-25 4,-1 0-1,1 0 1,0 0-1,0-1 0,-1 1 1,1 0-1,0 0 1,0 0-1,0 0 0,0 0 1,0 0-1,0 0 1,0 0-1,1 0 1,-1 0-1,0 0 0,0 0 1,1-1-1,-1 1 1,1 0-1,-1 0 1,0 0-1,1 0 0,0-1 1,-1 1-1,1 0 1,-1 0-1,1-1 0,0 1 1,-1-1-1,1 1 1,0-1-1,0 1 1,1 0-1,1 0-168,0 0 0,0-1 0,1 1 0,-1-1 0,0 0 0,0 0 0,1 0 0,4 0 0,6-2-6661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3:31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6318 1695 24575,'2'0'0,"-1"0"0,0-1 0,0 1 0,1-1 0,-1 1 0,0-1 0,0 0 0,1 1 0,-1-1 0,0 0 0,0 0 0,0 0 0,0 0 0,0 0 0,0 0 0,-1 0 0,1 0 0,0 0 0,0 0 0,-1-1 0,2-1 0,10-28 0,0-22 0,-3 0 0,-1-1 0,-4 0 0,-1-81 0,-5 116 0,0-1 0,-1 1 0,-1 0 0,0 0 0,-14-32 0,-47-84 0,14 34 0,19 32 0,-23-54 0,49 107 0,1-1 0,1 1 0,0-1 0,1-1 0,-1-30 0,7-66 0,-5-77 0,2 187 0,-1-1 0,0 0 0,0 0 0,-1 1 0,0-1 0,1 1 0,-1-1 0,-1 1 0,1 0 0,-1 0 0,0 0 0,0 0 0,0 0 0,0 1 0,0-1 0,-1 1 0,0 0 0,-5-3 0,-7-5 0,-1 2 0,0 0 0,-25-9 0,1 1 0,28 10 0,-120-51 0,115 52 0,0 1 0,0 0 0,-1 1 0,1 1 0,-32 0 0,-378 4 0,403 0 0,-50 10 0,-11 0 0,-26 1 0,-33 1 0,-737-14 0,847-1 0,1-1 0,-65-16 0,64 11 0,0 1 0,-59-2 0,-38 10 0,57 2 0,-93-10 0,52-14 0,78 13 0,1 1 0,-52-2 0,-311 11 0,336 1 0,-104 18 0,104-10 0,-107 3 0,-56 3 0,92-4 0,-103 6 0,-259 15 0,-404-23-2277,847-12-3637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3:31.5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1 24575,'0'4'0,"-4"1"0,-1 4 0,-4 5 0,-4-1 0,-1 2 0,3 2 0,7 3 0,13 1 0,12 1 0,18-2 0,24-2 0,24-3 0,13 0 0,6-3 0,-7-4 0,-16-2 0,-23-3-8191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8:08.8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525 1084 24575,'10'1'0,"1"0"0,-1 0 0,0 2 0,0-1 0,12 5 0,3 1 0,54 9 0,115 14 0,920 123-1384,-1005-138 1364,321 42 271,-204-46 1014,-134-9-1321,120 17 0,-109-1 56,139 20 0,506-6 0,-646-33 0,102-1 0,-152-2 0,97-18 0,-128 16 0,0-2 0,-1 0 0,0-1 0,22-12 0,73-49 0,-50 29 0,-40 22 0,0 0 0,45-44 0,18-15 0,24 6 0,-76 50 0,0-1 0,34-29 0,-41 26 0,0-1 0,-2-1 0,44-56 0,-66 74 0,0 1 0,-1 0 0,0-1 0,-1 0 0,0 0 0,0 0 0,-1 0 0,0 0 0,-1 0 0,1-15 0,-2-9 0,-6-53 0,5 75 0,-1 0 0,-1 0 0,0 0 0,-1 0 0,0 0 0,-1 1 0,0-1 0,-1 1 0,-12-16 0,4 4 0,-5-5 0,0 0 0,-2 2 0,-1 0 0,-1 1 0,-1 2 0,-47-35 0,17 24 0,36 23 0,-29-21 0,29 20 0,0 0 0,-1 2 0,0 0 0,0 0 0,-37-9 0,29 9 0,-21-4 0,-2 1 0,1 2 0,-64-3 0,-6-8 0,84 13 0,0 1 0,-40-1 0,-333 6 0,199 4 0,-1948-2 0,2119 2 0,1 1 0,-45 10 0,25-3 0,-255 52 0,117-4 0,6 0 0,119-41 0,-1-3 0,-134 10 0,144-21 0,0 2 0,0 4 0,1 2 0,-63 20 0,109-27 0,-2 0 0,0 1 0,1 1 0,-23 12 0,34-16 0,1 0 0,0 0 0,0 0 0,-1 0 0,1 1 0,1 0 0,-1-1 0,0 1 0,1 0 0,-1 0 0,1 1 0,0-1 0,0 0 0,0 1 0,1-1 0,-1 1 0,1 0 0,0 0 0,0-1 0,-1 6 0,1 12 0,0 1 0,2-1 0,0 0 0,1 0 0,2 1 0,0-1 0,1-1 0,1 1 0,14 33 0,3-5 0,3 0 0,48 68 0,-64-103 0,1-1 0,1 0 0,0 0 0,0-2 0,1 1 0,1-2 0,20 13 0,1-2 0,74 30 0,-52-31-170,1-2-1,1-3 0,0-2 1,1-3-1,0-2 0,0-3 1,71-4-1,-66-2-6655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8:36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1133 294 24575,'-54'-1'0,"0"3"0,-89 15 0,-57 36 0,114-28 0,-43 17 0,22-1 0,-121 54 0,218-90 0,1 1 0,-1 0 0,1 0 0,0 1 0,1 0 0,0 0 0,0 1 0,-11 15 0,14-16 0,0 1 0,1-1 0,0 1 0,0 0 0,1 1 0,0-1 0,1 0 0,-1 1 0,2 0 0,-1 0 0,1 10 0,-3 47 0,3-1 0,10 78 0,-6-122 0,1 0 0,2-1 0,14 37 0,33 57 0,-31-70 0,-11-21 0,2-1 0,0 0 0,1-1 0,2 0 0,0-1 0,1-1 0,0-1 0,2 0 0,0-1 0,1-1 0,1-1 0,0-1 0,1-1 0,31 14 0,15 1 0,94 26 0,78 7 0,-136-36 0,386 66 0,2-35 0,-486-56 0,728 40 0,3-41 0,-320-2 0,-55-5 0,-253 0 0,141-27 0,-219 28 0,0-1 0,-1-1 0,0-1 0,-1-2 0,0-1 0,-1-1 0,0-2 0,-1 0 0,32-27 0,6-14 0,-4-3 0,78-94 0,-116 125 0,-1-1 0,-1-2 0,-1 0 0,-2-1 0,-2 0 0,-1-2 0,18-59 0,-28 74 0,0 0 0,-2-1 0,0 1 0,-1-1 0,-1 1 0,-1-1 0,-1 0 0,-1 1 0,-1-1 0,0 1 0,-2 0 0,0 0 0,-1 0 0,-2 1 0,-14-30 0,2 16 2,-1 0-1,-2 2 1,-2 0-1,-1 1 1,0 2-1,-3 1 1,0 1-1,-45-30 1,1 7-58,-2 4 0,-131-57 0,76 49-338,-1 6-1,-3 6 1,-261-45-1,-423 11-951,342 70 1015,4 39 0,319-12 331,-204 56 0,152-8 1874,5-1-8,146-55-1866,15-4 0,1 1 0,1 2 0,-53 25 0,82-34-124,1 0 0,0 1 0,0 0 0,0 0 0,1 1 0,0 0-1,0 0 1,0 0 0,1 1 0,-9 13 0,6-3-6702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7:54.54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1321 229 24575,'-40'-2'0,"1"-2"0,0-2 0,-65-18 0,67 14 0,-1 1 0,0 2 0,-1 2 0,-40-1 0,-533 9 0,604-3 0,0 0 0,0 1 0,0 0 0,0 1 0,0 0 0,0 0 0,0 1 0,0-1 0,1 2 0,-1-1 0,1 1 0,-8 6 0,3-1 0,0 1 0,1 0 0,0 1 0,1 0 0,-16 22 0,21-25 0,1 0 0,0 0 0,0 0 0,0 1 0,1-1 0,-4 16 0,-6 56 0,10-64 0,-8 88 0,5 0 0,9 147 0,-2-241 0,0-1 0,0 1 0,1 0 0,1-1 0,0 0 0,0 0 0,1 0 0,0 0 0,0 0 0,1-1 0,0 1 0,7 7 0,2 1 0,2-1 0,0 0 0,1-1 0,20 14 0,56 41 0,86 66 0,-147-112 0,1-2 0,1-1 0,1-2 0,1-2 0,0-1 0,76 22 0,241 36 0,-345-73 0,187 29 0,146 26 0,-158-25 0,-59-12 0,-10-3 0,-66-10 0,-1 1 0,0 2 0,-1 2 0,49 19 0,-14 4 0,2-3 0,113 26 0,461 54 0,-220-41 0,49-11 0,-2-38 0,-433-19 0,243 9 0,-213-4 0,127 28 0,-186-30 0,53 13 0,133 14 0,106-27 0,0-21 0,-175 7 0,625-37 0,-410 1 0,-158 16 0,660-71 0,-768 90 0,-1-5 0,-1-3 0,0-4 0,100-41 0,-151 48 0,-1-2 0,0-2 0,-2-1 0,0-1 0,-1-2 0,28-26 0,96-81 0,160-150 0,-304 269 0,0-1 0,-1 0 0,-1 0 0,12-21 0,-18 28 0,-1 0 0,1 0 0,-1 0 0,-1-1 0,1 1 0,-1-1 0,0 1 0,0-1 0,-1 0 0,1 1 0,-1-1 0,-1 0 0,1 1 0,-1-1 0,-1-6 0,-7-14 0,0 1 0,-2 0 0,-1 0 0,-26-38 0,3 3 0,4 1 0,-61-103 0,77 140 0,0 1 0,-2 1 0,0 1 0,-2 0 0,-27-22 0,16 19 2,-2 2 0,-61-31 0,-83-23-276,9 18-209,-3 6 0,-220-33 1,-358-12 588,93 42-151,394 35-123,-553-27-1455,2 46 654,-137 87 2278,651-39-828,-34 5 80,-299-14 52,-4-40 172,497-1-747,82 0-669,-74 10 1,97-5-5672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7:58.541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265 172 24575,'40'-17'0,"0"1"0,82-21 0,-76 25 0,304-66 0,-326 72 0,-44 3 0,-142 0 0,0 7 0,-167 27 0,281-22 0,35-3 0,13-6 0,0 0 0,0 1 0,0-1 0,-1 0 0,1 0 0,0 0 0,0 1 0,0-1 0,0 0 0,0 0 0,0 0 0,0 0 0,0 1 0,0-1 0,0 0 0,0 0 0,0 0 0,0 0 0,0 1 0,0-1 0,0 0 0,1 0 0,-1 0 0,0 0 0,0 1 0,0-1 0,0 0 0,0 0 0,0 0 0,0 0 0,0 1 0,1-1 0,-1 0 0,0 0 0,0 0 0,0 0 0,0 0 0,1 0 0,27 11 0,207 28 0,10-16 0,42-8 0,-103-6 0,-158-6 0,-26-3 0,0 0 0,-1 0 0,1 0 0,0 0 0,0 0 0,0 0 0,0 0 0,0 0 0,0 0 0,0 0 0,0 0 0,0 0 0,0 0 0,0 0 0,0 0 0,0 0 0,0 0 0,0 0 0,0 0 0,0 0 0,0 0 0,0 0 0,0 0 0,0 0 0,0 0 0,-1 0 0,1 0 0,0 1 0,0-1 0,0 0 0,0 0 0,0 0 0,0 0 0,0 0 0,0 0 0,0 0 0,0 0 0,0 0 0,0 0 0,0 0 0,0 0 0,0 0 0,0 0 0,1 0 0,-1 0 0,0 0 0,0 1 0,0-1 0,0 0 0,0 0 0,0 0 0,0 0 0,0 0 0,0 0 0,0 0 0,0 0 0,0 0 0,0 0 0,0 0 0,0 0 0,0 0 0,0 0 0,0 0 0,-13 4 0,-139 16 0,75-11 0,66-7 0,18 0 0,31-1 0,342-1 0,-21 0 0,-1081 18 0,691-16 0,19-2 0,-1 1 0,0 0 0,0 1 0,1 1 0,-1-1 0,-20 9 0,33-11 0,-1 0 0,1 0 0,0 0 0,-1 0 0,1 0 0,0 1 0,0-1 0,-1 0 0,1 0 0,0 0 0,-1 0 0,1 0 0,0 1 0,0-1 0,-1 0 0,1 0 0,0 1 0,0-1 0,0 0 0,-1 0 0,1 1 0,0-1 0,0 0 0,0 0 0,0 1 0,0-1 0,-1 0 0,1 1 0,0-1 0,0 0 0,0 1 0,0-1 0,0 0 0,0 0 0,0 1 0,0-1 0,0 0 0,0 1 0,0-1 0,0 0 0,0 1 0,1-1 0,-1 0 0,0 1 0,0-1 0,0 0 0,0 0 0,0 1 0,1-1 0,-1 0 0,0 0 0,0 1 0,1-1 0,-1 0 0,0 0 0,0 0 0,1 1 0,-1-1 0,0 0 0,0 0 0,1 0 0,-1 0 0,0 0 0,1 0 0,-1 1 0,16 4 0,-1 0 0,0-1 0,1-1 0,0-1 0,29 2 0,-25-2 0,419 15 0,-381-18 0,-46-2 0,-18-2 0,-34-5 0,-486-38 0,411 42 0,91 4 0,21 1 0,5 1 0,38-1 0,241 3 0,152-2 0,-414 0 0,-9 1 0,-1-1 0,1-1 0,0 0 0,0 0 0,18-6 0,-25 3 0,-13-1 0,-25-2 0,-1 0 0,-64-2 0,68 7 0,-558-24-1000,-3 23-34,524 3 1136,-31 1-138,64-1 36,66 1 0,1290-46 633,-1217 34-483,-65 5-103,-38 6-47,0 0 0,0-1-1,-1 1 1,1 0 0,0 0 0,0 0 0,0 0 0,0 0 0,0 0 0,0 0 0,0 0 0,0 0 0,0 0 0,0 0 0,0 0-1,0-1 1,0 1 0,0 0 0,0 0 0,0 0 0,0 0 0,0 0 0,0 0 0,0 0 0,0 0 0,0 0 0,0 0-1,0-1 1,0 1 0,0 0 0,0 0 0,0 0 0,0 0 0,1 0 0,-1 0 0,0 0 0,0 0 0,0 0 0,0 0 0,0 0-1,0 0 1,0 0 0,0 0 0,0-1 0,0 1 0,0 0 0,0 0 0,0 0 0,1 0 0,-1 0 0,0 0 0,0 0-1,0 0 1,0 0 0,0 0 0,0 0 0,0 0 0,0 0 0,-21-3-5,-605 10 197,535 3 573,88-10-748,1 0-1,-1 0 1,1 0-1,-1 1 1,1-1 0,-1 1-1,1 0 1,-1-1-1,1 1 1,0 1 0,-4 1-1,7-2-16,1 0-1,0 0 1,-1 0-1,1 0 1,0 0-1,0-1 1,0 1-1,0-1 0,0 1 1,0-1-1,0 0 1,0 0-1,0 1 1,2-2-1,367 15 1,-276-14 0,117 0 0,-180 0 0,-69-1 0,-64 1 108,-502 0-1407,-1 28 646,501-15 643,75-5 10,28-8 0,-1 0 0,1 0 0,0 0 0,0 0 0,0 0 0,0 0 0,-1 1 0,1-1 0,0 0 0,0 0 0,0 0 0,0 0 0,0 0 0,0 0 0,-1 0 0,1 1 0,0-1 0,0 0 0,0 0 0,0 0 0,0 0 0,0 1 0,0-1 0,0 0 0,0 0 0,0 0 0,0 0 0,0 1 0,0-1 0,0 0 0,0 0 0,0 0 0,0 0 0,0 1 0,0-1 0,0 0 0,0 0 0,0 0 0,0 0 0,0 1 0,0-1 0,0 0 0,0 0 0,0 0 0,0 0 0,0 1 0,0-1 0,1 0 0,-1 0 0,0 0 0,0 0 0,0 0 0,0 0 0,0 0 0,1 1 0,-1-1 0,0 0 0,6 2 0,1 1 0,-1-1 0,1-1 0,-1 1 0,12 0 0,120 8 0,935-29 398,-873-1-349,-176 14-49,-24 5 0,0 1 0,0 0 0,0 0 0,0 0 0,0 0 0,0-1 0,0 1 0,0 0 0,0 0 0,0 0 0,0-1 0,0 1 0,0 0 0,0 0 0,0 0 0,0 0 0,0-1 0,0 1 0,0 0 0,-1 0 0,1 0 0,0 0 0,0-1 0,0 1 0,0 0 0,0 0 0,0 0 0,-1 0 0,1 0 0,0 0 0,0 0 0,0-1 0,0 1 0,-1 0 0,1 0 0,0 0 0,0 0 0,0 0 0,-1 0 0,1 0 0,0 0 0,0 0 0,0 0 0,0 0 0,-1 0 0,1 0 0,0 0 0,0 0 0,0 0 0,-1 0 0,1 1 0,-46-6 0,-35 7 21,-131 21 0,158-15-6847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08.612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0 48 24575,'27'-1'0,"53"-10"0,-53 6 0,51-3 0,-52 7 0,45-9 0,-44 5 0,38-2 0,254 9 0,-307-1 0,-1 0 0,0 1 0,1 1 0,-1 0 0,0 0 0,0 1 0,0 0 0,-1 1 0,1 1 0,-1-1 0,-1 2 0,1-1 0,8 9 0,-10-10 0,0 0 0,1 0 0,0-1 0,-1 0 0,1-1 0,0 0 0,1 0 0,-1-1 0,0-1 0,13 2 0,10 3 0,18 5 0,-1-3 0,94 5 0,995-14 0,-1135 1 0,0-1 0,-1 1 0,1 0 0,0 0 0,0 0 0,0 1 0,0-1 0,0 1 0,-1 0 0,1-1 0,0 1 0,0 0 0,-1 1 0,1-1 0,-1 0 0,1 1 0,-1-1 0,0 1 0,1 0 0,-1 0 0,0 0 0,0 0 0,0 0 0,0 1 0,-1-1 0,1 0 0,-1 1 0,1-1 0,-1 1 0,0 0 0,0-1 0,0 1 0,0 0 0,0 4 0,7 24 0,8 60 0,-7-32 0,46 313 0,-31-217 0,-14-84 0,-4-35 0,2 60 0,-10-23 0,3 65 0,2-122 0,7 30 0,-1-12 0,-6-21 0,-2-8 0,0 0 0,0-1 0,0 1 0,-1 0 0,1-1 0,-1 1 0,-1 6 0,1-10 0,0 1 0,-1-1 0,0 1 0,1-1 0,-1 1 0,0-1 0,0 1 0,0-1 0,0 0 0,0 1 0,0-1 0,0 0 0,0 0 0,0 0 0,-1 0 0,1 0 0,0 0 0,-1 0 0,1 0 0,-1 0 0,1-1 0,-1 1 0,0-1 0,1 1 0,-3 0 0,-15 3 0,-1-1 0,1-1 0,-1-1 0,-21 0 0,-18 0 0,-63 10 0,-147 32 0,221-37 0,0-1 0,-1-2 0,-69-6 0,23 1 0,67 1 0,-91 5 0,102-3 0,0 2 0,0 0 0,0 1 0,-31 12 0,18-3-682,-33 20-1,49-25-6143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20.0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 22 24575,'-4'0'0,"-1"0"0,1 0 0,0 0 0,0 1 0,0 0 0,0 0 0,1 0 0,-1 0 0,0 1 0,0-1 0,1 1 0,-1 0 0,1 0 0,-1 0 0,-5 6 0,5-4 0,1 0 0,-1 0 0,1 0 0,0 1 0,1-1 0,-1 1 0,1 0 0,-1 0 0,2 0 0,-3 9 0,-1 9 0,2 0 0,1 0 0,1 0 0,2 35 0,0-31 0,0-15 0,0 0 0,1-1 0,0 1 0,1-1 0,0 0 0,0 0 0,2 0 0,-1 0 0,1-1 0,1 0 0,0 0 0,0 0 0,1-1 0,0 1 0,1-2 0,0 1 0,13 10 0,-16-15 0,-1-2 0,0 1 0,1 0 0,0-1 0,-1 0 0,1 0 0,0-1 0,0 1 0,0-1 0,0 0 0,0 0 0,10 0 0,5-1 0,38-4 0,-24-2 0,-1-2 0,0-2 0,0-1 0,49-24 0,-53 23 0,-15 6 0,-1 0 0,0-1 0,0 0 0,15-11 0,-24 15 0,-1 0 0,0 1 0,0-1 0,0-1 0,-1 1 0,1 0 0,-1-1 0,0 1 0,0-1 0,0 1 0,0-1 0,0 0 0,-1 0 0,0 0 0,0 0 0,0 0 0,0 0 0,-1 0 0,1-8 0,-2 1 0,0 1 0,-1-1 0,0 0 0,0 1 0,-1-1 0,-1 1 0,0 0 0,0 0 0,-1 0 0,0 0 0,-1 1 0,0 0 0,-8-9 0,-4-3 0,-1 0 0,-1 2 0,-43-33 0,56 47-273,0 0 0,0 1 0,0 0 0,-10-4 0,0 2-6553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20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0 24575,'0'6'0,"3"14"0,4 10 0,1 11 0,-1 2 0,-2 0 0,-2-5 0,-1-5 0,-1-6 0,-3-4 0,-8-3 0,-6-3 0,-2 3 0,-1 1 0,2-1 0,5-3-8191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21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36 24575,'-13'-2'0,"13"2"0,0-1 0,-1 1 0,1-1 0,0 1 0,0-1 0,0 1 0,0-1 0,0 1 0,0-1 0,1 1 0,-1-1 0,0 1 0,0 0 0,0-1 0,0 1 0,0-1 0,1 1 0,-1-1 0,0 1 0,0 0 0,1-1 0,-1 1 0,0-1 0,1 1 0,-1 0 0,0-1 0,1 1 0,-1 0 0,0 0 0,1-1 0,0 1 0,1-2 0,0 0 0,0 1 0,1-1 0,-1 1 0,0 0 0,1-1 0,-1 1 0,1 0 0,-1 0 0,1 1 0,5-2 0,33-2 0,-31 4 0,148-1 0,-155 1 0,1 0 0,-1 1 0,0-1 0,0 1 0,0-1 0,0 1 0,1 0 0,-1 0 0,0 0 0,0 1 0,-1-1 0,1 1 0,3 2 0,-5-3 0,-1-1 0,1 1 0,0 0 0,-1-1 0,1 1 0,-1 0 0,0 0 0,1 0 0,-1-1 0,1 1 0,-1 0 0,0 0 0,0 0 0,0 0 0,1 0 0,-1 0 0,0 0 0,0 1 0,-1 0 0,1 1 0,-1-1 0,1 0 0,-1 0 0,0 0 0,0 0 0,0 0 0,0 0 0,0 0 0,-3 3 0,-11 11 0,-1 0 0,0-1 0,-1-1 0,-34 23 0,27-21 0,2 2 0,-24 22 0,44-40 0,1 1 0,0 0 0,0 0 0,0 0 0,0 0 0,0 1 0,0-1 0,1 0 0,-1 0 0,0 1 0,1-1 0,-1 0 0,0 1 0,1-1 0,0 0 0,-1 1 0,1-1 0,0 1 0,0-1 0,-1 1 0,1-1 0,0 0 0,1 1 0,-1 1 0,1-1 0,0-1 0,0 1 0,0-1 0,0 1 0,0-1 0,1 0 0,-1 1 0,0-1 0,1 0 0,-1 0 0,1 0 0,-1 0 0,1 0 0,-1 0 0,1 0 0,2 0 0,8 3 0,0-1 0,0 0 0,1 0 0,14 0 0,65 5-1365,-57-4-5461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22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 37 24575,'1'-1'0,"-1"-1"0,0 1 0,0-1 0,1 1 0,-1 0 0,1-1 0,-1 1 0,1 0 0,0-1 0,-1 1 0,1 0 0,0 0 0,0 0 0,0 0 0,0 0 0,0 0 0,0 0 0,0 0 0,0 0 0,0 0 0,1 0 0,-1 1 0,0-1 0,0 0 0,1 1 0,-1-1 0,0 1 0,1 0 0,-1-1 0,3 1 0,6-2 0,0 0 0,1 1 0,12 1 0,-11 0 0,14-1 0,39 4 0,-55-2 0,-1 1 0,1-1 0,0 2 0,-1-1 0,0 2 0,0-1 0,10 6 0,-18-9 0,0 1 0,0-1 0,-1 0 0,1 1 0,0-1 0,-1 1 0,1-1 0,-1 1 0,1-1 0,0 1 0,-1-1 0,1 1 0,-1 0 0,1-1 0,-1 1 0,0 0 0,1-1 0,-1 1 0,0 0 0,1-1 0,-1 1 0,0 0 0,0 0 0,0 0 0,0-1 0,0 1 0,0 0 0,0 1 0,0 0 0,-1 0 0,0-1 0,0 1 0,1-1 0,-1 1 0,0-1 0,-1 1 0,1-1 0,0 0 0,0 1 0,0-1 0,-3 2 0,-7 4 0,1 0 0,-23 11 0,28-16 0,-160 70 0,142-57 0,23-14 0,-1-1 0,0 1 0,1 0 0,0-1 0,-1 1 0,1 0 0,-1-1 0,1 1 0,0 0 0,-1 0 0,1-1 0,0 1 0,0 0 0,0 0 0,-1-1 0,1 1 0,0 0 0,0 0 0,0 0 0,1 1 0,0 0 0,1 0 0,-1 0 0,0 0 0,1 0 0,-1-1 0,1 1 0,-1 0 0,1-1 0,0 1 0,-1-1 0,1 0 0,0 0 0,0 0 0,0 0 0,0 0 0,0 0 0,4 1 0,40 15 0,68 16 0,-106-30 0,-3-2 0,-1 0 0,1 0 0,-1 1 0,1-1 0,-1 1 0,1 1 0,-1-1 0,7 5 0,-11-6 0,1-1 0,-1 1 0,1 0 0,-1-1 0,1 1 0,-1-1 0,0 1 0,1 0 0,-1-1 0,0 1 0,1 0 0,-1-1 0,0 1 0,0 0 0,0-1 0,0 1 0,0 0 0,0 0 0,0-1 0,0 1 0,0 0 0,0-1 0,0 2 0,-1 0 0,0 0 0,0 0 0,0 0 0,-1 0 0,1 0 0,0-1 0,-1 1 0,1-1 0,-1 1 0,1-1 0,-5 3 0,-26 17 0,-1-2 0,-1-2 0,-1-1 0,-36 12 0,17-7 0,-12 5-1365,13-5-5461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23.6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400 1 24575,'0'2'0,"-1"1"0,1 0 0,-1-1 0,0 1 0,1-1 0,-1 1 0,0 0 0,0-1 0,-1 0 0,1 1 0,0-1 0,-4 4 0,-24 24 0,26-26 0,-20 14 0,0 0 0,-1-2 0,-1-1 0,0 0 0,-36 13 0,31-15 0,1 2 0,1 0 0,-39 30 0,66-44 0,-1 0 0,1 0 0,-1 1 0,1-1 0,-1 1 0,1-1 0,0 1 0,0 0 0,-1-1 0,1 1 0,0 0 0,-1 3 0,2-4 0,0 0 0,0-1 0,1 1 0,-1 0 0,0 0 0,0 0 0,0-1 0,1 1 0,-1 0 0,0 0 0,1-1 0,-1 1 0,0 0 0,1-1 0,-1 1 0,1 0 0,-1-1 0,1 1 0,0 0 0,-1-1 0,1 1 0,-1-1 0,1 0 0,0 1 0,-1-1 0,1 1 0,0-1 0,0 0 0,-1 0 0,1 1 0,0-1 0,1 0 0,17 5 0,-1-2 0,0 0 0,1-1 0,28-1 0,-35-1 0,394-5 0,-398 4-112,-6 2 42,1-1 0,0 0 1,0 0-1,-1 0 1,1-1-1,0 1 0,-1-1 1,1 1-1,-1-1 1,1 0-1,-1 0 0,1 0 1,-1 0-1,1-1 1,-1 1-1,0 0 1,3-3-1,-2-8-6756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23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0 24575,'-3'3'0,"-1"13"0,0 13 0,1 13 0,1 9 0,1 1 0,0-1 0,1-4 0,0-7 0,0-8 0,0-5 0,0-8-8191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26.48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108 59 24575,'-1'1'0,"0"1"0,0-1 0,0 0 0,0 1 0,0-1 0,0 0 0,0 0 0,-1 1 0,1-1 0,0 0 0,-1-1 0,1 1 0,-3 1 0,-2 2 0,-2 2 0,0 0 0,1 0 0,0 1 0,0 0 0,0 0 0,1 1 0,0 0 0,0 0 0,-4 9 0,8-12 0,0-1 0,1 1 0,-1-1 0,1 1 0,0 0 0,0-1 0,1 1 0,-1 0 0,1 0 0,0 0 0,0-1 0,1 1 0,-1 0 0,1 0 0,0-1 0,1 1 0,-1-1 0,1 1 0,0-1 0,4 9 0,-2-7 0,0 1 0,0-1 0,0 0 0,1 0 0,0-1 0,0 1 0,0-1 0,0 0 0,1 0 0,0-1 0,0 0 0,1 0 0,-1 0 0,1-1 0,0 0 0,-1 0 0,1 0 0,1-1 0,-1 0 0,0-1 0,0 0 0,1 0 0,-1 0 0,1-1 0,-1 0 0,0-1 0,1 1 0,-1-1 0,1-1 0,-1 1 0,0-1 0,0-1 0,8-3 0,13-8 0,-1-1 0,0-1 0,-1-2 0,-1 0 0,37-37 0,-59 53 0,-1 0 0,0-1 0,0 0 0,0 1 0,0-1 0,0 0 0,-1 0 0,0 0 0,1 0 0,-1 0 0,0 0 0,0-1 0,0-5 0,-1 7 0,0-1 0,0 1 0,0-1 0,-1 1 0,1-1 0,-1 1 0,0-1 0,0 1 0,0 0 0,0-1 0,0 1 0,0 0 0,-1 0 0,1 0 0,-1 0 0,1 0 0,-1 0 0,-3-2 0,-7-7 0,-2 0 0,0 1 0,0 0 0,0 2 0,-1 0 0,-1 0 0,-21-7 0,13 7 0,-1 1 0,1 1 0,-1 1 0,-35-2 0,52 6-273,1 1 0,0 0 0,0 0 0,-14 3 0,6 2-6553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27.447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24575,'3'0'0,"4"6"0,6 11 0,5 9 0,-1 5 0,-3 5 0,-5 0 0,-3-1 0,-3-4 0,-2-8-8191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28.46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1 222 24575,'1'-10'0,"-1"0"0,2 1 0,0-1 0,0 1 0,1 0 0,0 0 0,0 0 0,1 0 0,0 0 0,1 1 0,0-1 0,6-7 0,-3 6 0,-1 0 0,2 1 0,-1 0 0,1 0 0,1 1 0,0 1 0,0-1 0,21-11 0,-29 18 0,0 0 0,0 0 0,0 1 0,0-1 0,0 0 0,1 1 0,-1-1 0,0 1 0,0-1 0,0 1 0,1 0 0,-1 0 0,0 0 0,0 1 0,1-1 0,-1 0 0,0 1 0,0-1 0,0 1 0,0 0 0,0 0 0,0 0 0,0 0 0,0 0 0,0 0 0,0 0 0,0 1 0,0-1 0,-1 1 0,1-1 0,-1 1 0,1 0 0,1 3 0,4 5 0,-1 1 0,-1 0 0,0 0 0,0 1 0,2 11 0,-4-14 0,5 14 0,-1 0 0,-2 1 0,0 0 0,-2 0 0,0 0 0,-2 0 0,0 0 0,-4 27 0,2-42 0,0 0 0,-1 0 0,0 0 0,0 0 0,-1 0 0,-1 0 0,1-1 0,-1 1 0,-1-1 0,1 0 0,-1 0 0,-1-1 0,0 1 0,0-1 0,0-1 0,-1 1 0,0-1 0,0 0 0,0 0 0,-1-1 0,0 0 0,0-1 0,0 0 0,-10 4 0,11-6 0,0 1 0,0-1 0,0-1 0,0 1 0,-11 0 0,17-2 0,-1 0 0,0 0 0,1 0 0,-1 0 0,0 0 0,1 0 0,-1 0 0,1-1 0,-1 1 0,0-1 0,1 1 0,-1-1 0,1 1 0,-1-1 0,1 0 0,0 0 0,-1 0 0,1 0 0,0 0 0,-1 0 0,1 0 0,0 0 0,0 0 0,0-1 0,0 1 0,0 0 0,0-1 0,0 1 0,0-3 0,0 3 0,1 0 0,0 0 0,0 0 0,0 0 0,0 0 0,0 0 0,0 0 0,0 0 0,0 0 0,0 0 0,1 1 0,-1-1 0,0 0 0,0 0 0,1 0 0,-1 0 0,1 0 0,-1 0 0,1 1 0,-1-1 0,1 0 0,-1 0 0,1 1 0,0-1 0,-1 0 0,1 1 0,0-1 0,0 1 0,0-1 0,-1 1 0,1-1 0,0 1 0,0-1 0,0 1 0,0 0 0,1-1 0,36-7 0,208-37-1365,-220 39-5461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29.459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65 218 24575,'-1'0'0,"1"0"0,-1 0 0,1 0 0,-1 0 0,1-1 0,-1 1 0,0 0 0,1-1 0,0 1 0,-1 0 0,1-1 0,-1 1 0,1-1 0,-1 1 0,1 0 0,0-1 0,-1 1 0,1-1 0,0 1 0,-1-1 0,1 0 0,0 1 0,0-1 0,0 1 0,-1-1 0,1 1 0,0-1 0,0-1 0,-2-19 0,2 20 0,0-9 0,0 1 0,1 0 0,0-1 0,1 1 0,0 0 0,0 0 0,1 0 0,0 0 0,1 0 0,0 1 0,6-11 0,-7 15 0,0-1 0,0 1 0,0 0 0,0 0 0,1 0 0,0 0 0,0 0 0,0 1 0,0-1 0,0 1 0,1 0 0,0 1 0,-1-1 0,1 1 0,0 0 0,0 0 0,0 0 0,1 1 0,-1 0 0,0 0 0,7 0 0,-8 1 0,-1 0 0,1 1 0,-1-1 0,0 1 0,1 0 0,-1 0 0,0 0 0,0 0 0,0 1 0,0-1 0,0 1 0,0 0 0,0 0 0,0 0 0,-1 0 0,1 0 0,-1 1 0,3 3 0,-3-4 0,0-1 0,-1 1 0,0 0 0,0 0 0,1 1 0,-1-1 0,0 0 0,-1 0 0,1 0 0,0 1 0,-1-1 0,1 0 0,-1 1 0,0-1 0,0 1 0,0-1 0,0 0 0,0 1 0,0-1 0,0 1 0,-1-1 0,0 0 0,1 0 0,-1 1 0,0-1 0,-2 3 0,0 0 0,-1-1 0,1 1 0,-1-1 0,0 0 0,-1 0 0,1 0 0,-1-1 0,-5 4 0,5-4 0,1 0 0,-1 0 0,1 1 0,0 0 0,0 0 0,0 0 0,-5 7 0,8-9 0,0-1 0,1 1 0,-1 0 0,1-1 0,0 1 0,-1-1 0,1 1 0,0 0 0,0-1 0,0 1 0,0 0 0,0 0 0,1-1 0,-1 1 0,0-1 0,1 1 0,0 0 0,-1-1 0,1 1 0,0-1 0,1 2 0,23 35 0,-15-25 0,4 9 0,15 27 0,-25-41 0,0 0 0,-1 0 0,0 0 0,0 1 0,-1-1 0,0 1 0,1 12 0,-3-19 0,0-1 0,0 1 0,0 0 0,0 0 0,-1-1 0,1 1 0,-1 0 0,1-1 0,-1 1 0,1-1 0,-1 1 0,0-1 0,0 1 0,0-1 0,0 1 0,0-1 0,0 0 0,0 1 0,0-1 0,-1 0 0,1 0 0,0 0 0,-1 0 0,1 0 0,-1 0 0,1 0 0,-1-1 0,1 1 0,-1 0 0,0-1 0,1 1 0,-1-1 0,0 0 0,-2 1 0,-5 0 0,-1 0 0,0-1 0,0 0 0,-15-2 0,-24-9-22,-5 0 124,49 10-247,1 1 1,0 0-1,-1 0 1,1 0-1,-1 0 1,1 1-1,0-1 1,-1 1-1,-6 3 1,-8 7-6682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30.285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281 0 24575,'0'0'0,"1"0"0,-1 1 0,1-1 0,-1 0 0,1 0 0,-1 0 0,0 0 0,1 0 0,-1 1 0,1-1 0,-1 0 0,0 0 0,1 1 0,-1-1 0,0 0 0,1 1 0,-1-1 0,0 0 0,1 1 0,-1-1 0,0 0 0,0 1 0,1-1 0,-1 1 0,0-1 0,0 0 0,0 1 0,0-1 0,1 1 0,-1-1 0,0 1 0,0-1 0,0 1 0,0-1 0,0 0 0,0 1 0,0 0 0,-4 18 0,0-12 0,0 0 0,0-1 0,0 1 0,-1-1 0,0 0 0,0-1 0,-1 1 0,0-1 0,1 0 0,-13 7 0,-10 6 0,-35 15 0,42-22 0,-16 7 0,-27 16 0,64-34 0,-1 0 0,1 0 0,0 0 0,-1 1 0,1-1 0,-1 0 0,1 0 0,0 1 0,-1-1 0,1 0 0,0 0 0,-1 1 0,1-1 0,0 0 0,-1 1 0,1-1 0,0 1 0,0-1 0,0 0 0,-1 1 0,1-1 0,0 1 0,0-1 0,0 1 0,0-1 0,0 1 0,0 0 0,10 3 0,26-2 0,-31-2 0,192-4-1365,-175 4-5461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30.720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0 24575,'0'3'0,"0"7"0,0 11 0,0 11 0,0 11 0,0 6 0,0 5 0,0 0 0,0-3 0,0-7 0,0-9 0,0-9-8191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36.9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15 24575,'0'-1'0,"-1"0"0,1 1 0,0-1 0,-1 0 0,1 0 0,0 1 0,-1-1 0,1 0 0,-1 1 0,0-1 0,1 0 0,-1 1 0,1-1 0,-1 1 0,0-1 0,1 1 0,-1-1 0,0 1 0,0 0 0,1-1 0,-1 1 0,0 0 0,0-1 0,0 1 0,0 0 0,1 0 0,-1 0 0,0 0 0,-1 0 0,-26 0 0,26 1 0,-1 1 0,1-1 0,-1 0 0,1 1 0,0-1 0,-1 1 0,1 0 0,0 0 0,0 0 0,0 0 0,0 0 0,1 0 0,-1 1 0,1-1 0,-1 0 0,1 1 0,0-1 0,0 1 0,0 0 0,0-1 0,0 1 0,0 0 0,1-1 0,-1 5 0,0 8 0,-1 1 0,2 0 0,1 18 0,0-17 0,-1-12 0,0 0 0,0 1 0,1-1 0,-1 0 0,1 0 0,0 1 0,2 4 0,-2-8 0,0 0 0,0 1 0,1-1 0,-1-1 0,0 1 0,1 0 0,0 0 0,-1 0 0,1-1 0,0 1 0,0-1 0,0 1 0,0-1 0,0 0 0,0 0 0,3 1 0,36 18 0,-25-11 0,1 0 0,1-1 0,0-1 0,20 5 0,-33-11 0,0 0 0,-1-1 0,1 1 0,0-1 0,0 0 0,-1 0 0,1 0 0,0-1 0,0 1 0,-1-1 0,1 0 0,0-1 0,-1 1 0,1-1 0,-1 0 0,0 0 0,1 0 0,-1-1 0,0 1 0,0-1 0,4-5 0,-4 5 0,-1-1 0,0-1 0,0 1 0,0 0 0,0-1 0,-1 1 0,0-1 0,0 0 0,0 0 0,0 0 0,-1 0 0,0 0 0,0 0 0,0 0 0,-1 0 0,1 0 0,-1-1 0,-1-8 0,0 6 0,0 0 0,-1 0 0,0 1 0,0-1 0,-1 1 0,1-1 0,-2 1 0,1 0 0,-1 0 0,0 1 0,0-1 0,-6-6 0,8 11 8,0 0 1,0 1-1,0-1 0,-1 0 0,1 1 0,-1-1 1,1 1-1,-1 0 0,1 0 0,-1 0 0,0 0 1,1 0-1,-5 0 0,-36-2-1326,41 3 1156,-13 0-6664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37.8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38.9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 1 24575,'0'6'0,"-3"5"0,-4 3 0,-4 3 0,-3 1 0,-2-2 0,-1-1 0,-1-3 0,-1-4 0,4-3-8191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39.9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5 24575,'-1'8'0,"0"0"0,0 0 0,-3 11 0,-3 14 0,4-2 0,1 0 0,3 44 0,-1-73 0,0 0 0,1 0 0,-1-1 0,1 1 0,-1 0 0,1 0 0,0-1 0,-1 1 0,1 0 0,0-1 0,0 1 0,0-1 0,1 1 0,-1-1 0,0 1 0,0-1 0,1 0 0,-1 0 0,1 1 0,-1-1 0,1 0 0,-1 0 0,1-1 0,0 1 0,-1 0 0,1-1 0,0 1 0,0 0 0,0-1 0,-1 0 0,1 0 0,0 1 0,0-1 0,0 0 0,0 0 0,0-1 0,2 1 0,2-1 0,1 0 0,-1 0 0,1 0 0,-1-1 0,0 0 0,0-1 0,0 1 0,0-1 0,9-6 0,-10 6 0,0-1 0,-1 0 0,1-1 0,-1 1 0,0-1 0,0 1 0,-1-1 0,0 0 0,0-1 0,0 1 0,0-1 0,-1 1 0,0-1 0,2-7 0,-3 8 0,0 1 0,0 0 0,-1 0 0,0 0 0,1-1 0,-2 1 0,1 0 0,0 0 0,-1-1 0,0 1 0,0 0 0,0 0 0,-1 0 0,1 0 0,-1 0 0,0 0 0,0 1 0,0-1 0,-1 0 0,1 1 0,-4-4 0,-46-44-1365,45 42-5461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43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 24575,'-2'79'0,"0"-28"0,9 85 0,-7-132 0,1 0 0,-1 0 0,1 0 0,0 0 0,1 0 0,-1 0 0,1 0 0,0-1 0,-1 1 0,2 0 0,-1-1 0,0 0 0,1 1 0,-1-1 0,4 3 0,-2-3 0,0 0 0,1-1 0,-1 1 0,0-1 0,1 0 0,-1 0 0,1-1 0,0 1 0,-1-1 0,1 0 0,0 0 0,6 0 0,-1-1 0,-1 1 0,0-1 0,0-1 0,0 0 0,0 0 0,0 0 0,0-1 0,-1-1 0,1 0 0,9-4 0,-13 5 0,-1 0 0,0 0 0,0-1 0,-1 0 0,1 1 0,0-1 0,-1 0 0,0-1 0,0 1 0,0-1 0,0 1 0,0-1 0,-1 0 0,0 0 0,0 0 0,0-1 0,0 1 0,0 0 0,-1-1 0,0 1 0,1-9 0,-1 8 0,0 0 0,-1-1 0,0 1 0,0 0 0,0 0 0,0-1 0,-1 1 0,0 0 0,0 0 0,-1 0 0,-2-6 0,3 8 0,-2 0 0,1-1 0,0 1 0,0 0 0,-1 1 0,0-1 0,0 0 0,0 1 0,0-1 0,0 1 0,0 0 0,0 0 0,-1 0 0,1 1 0,-7-3 0,2 1-114,1 0 1,0 1-1,-1 0 0,1 0 0,-1 1 1,0 0-1,1 0 0,-1 1 0,0 0 1,0 0-1,-12 3 0,-2 4-6712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43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1 24575,'3'3'0,"1"4"0,-1 10 0,0 4 0,0 3 0,-2 0 0,-6-2 0,-6-1 0,-4-1 0,1-1 0,0-4 0,-1-4 0,2-5-8191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44.3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24575,'0'3'0,"3"7"0,1 5 0,-1 3 0,1 1 0,-2 3 0,-1 2 0,0-1 0,-1-1 0,0-5-8191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49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24575,'0'6'0,"0"14"0,0 16 0,0 7 0,0 0 0,0-2 0,0-4 0,0-6 0,0-8-8191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49.5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 1 24575,'0'3'0,"0"7"0,-6 7 0,-5 5 0,-7 4 0,-6 0 0,-2 0 0,1-6 0,1-5 0,4-6-8191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50.2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24575,'0'6'0,"0"11"0,0 8 0,0 10 0,0 10 0,0 4 0,0-4 0,0-6 0,0-7 0,0-6 0,0-4 0,0-6-8191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53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24575,'3'3'0,"7"10"0,5 15 0,5 8 0,0 2 0,-3 0 0,-5-7-8191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54.0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177 0 24575,'0'6'0,"0"8"0,0 8 0,0 6 0,0 1 0,0-1 0,0-3 0,-6 1 0,-5-1 0,-4-2 0,-5-5 0,-2-2 0,-3-5 0,-1-3 0,-2-3 0,4-3-8191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54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0 24575,'5'1'0,"-1"-1"0,1 1 0,0 0 0,-1 0 0,0 1 0,1-1 0,-1 1 0,0 0 0,1 0 0,-1 1 0,0-1 0,-1 1 0,1 0 0,0 0 0,-1 0 0,6 7 0,4 5 0,-1 0 0,16 28 0,-23-35 0,-3-5 0,5 9 0,0-1 0,-1 2 0,0-1 0,5 14 0,-10-23 0,-1 0 0,1 0 0,0 0 0,-1 0 0,1 0 0,-1 0 0,0 0 0,0 0 0,0 0 0,0 1 0,-1-1 0,1 0 0,-1 0 0,0-1 0,0 1 0,0 0 0,0 0 0,0 0 0,-1-1 0,1 1 0,-1 0 0,0-1 0,0 1 0,-2 2 0,-7 4 0,0 0 0,0 0 0,-1-1 0,-22 12 0,25-16 0,1 0 0,-1 0 0,0-1 0,0 0 0,0-1 0,0 0 0,0 0 0,-14 0 0,20-2 0,0-1 0,1 1 0,-1-1 0,0 1 0,0-1 0,0 0 0,0-1 0,1 1 0,-1 0 0,0-1 0,1 1 0,0-1 0,-1 0 0,1 0 0,0 0 0,0 0 0,0 0 0,0 0 0,0-1 0,0 1 0,1-1 0,-1 1 0,-1-4 0,-2-4 0,1-1 0,0 1 0,0-1 0,-3-17 0,5 22 0,1 0 0,0 0 0,0 0 0,1 0 0,0 0 0,0-1 0,0 1 0,1 0 0,3-12 0,-3 16 0,0-1 0,0 0 0,0 0 0,1 1 0,-1-1 0,1 1 0,0 0 0,-1-1 0,1 1 0,0 0 0,1 0 0,-1 0 0,0 0 0,1 0 0,-1 1 0,0-1 0,1 1 0,0-1 0,-1 1 0,1 0 0,0 0 0,5-1 0,4 0 0,0 0 0,0 1 0,0 0 0,1 1 0,-1 0 0,0 1 0,0 0 0,0 1 0,0 1 0,13 3 0,-9-1 0,-1 1 0,0 0 0,0 1 0,-1 1 0,0 0 0,0 1 0,14 12 0,-4 1-52,-12-11-386,1 0 1,25 16-1,-22-19-6388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58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401 1 24575,'-2'0'0,"0"0"0,0 0 0,0 1 0,0-1 0,0 1 0,0-1 0,0 1 0,1 0 0,-1-1 0,0 1 0,1 0 0,-1 0 0,0 0 0,-1 2 0,-21 24 0,19-21 0,-46 64 0,2 1 0,4 3 0,4 2 0,-47 116 0,41-60 0,41-110 0,1-1 0,1 1 0,1 0 0,0 25 0,3-44 0,0 0 0,0 0 0,0 1 0,0-1 0,1 0 0,-1 0 0,1 0 0,0 0 0,0-1 0,0 1 0,0 0 0,1 0 0,-1 0 0,1-1 0,0 1 0,0-1 0,2 4 0,-1-4 0,0 0 0,0 0 0,1 0 0,-1 0 0,0 0 0,1-1 0,0 0 0,-1 0 0,1 0 0,-1 0 0,1 0 0,0 0 0,6-1 0,32 2-682,61-6-1,-48-1-6143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58.8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1 24575,'0'3'0,"0"13"0,0 13 0,-6 13 0,-2 9 0,0 1 0,2-4 0,2-9 0,-2-7 0,-2-6 0,-4-4 0,-2-1 0,-1 3 0,-2 3 0,2 0 0,4-4-8191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59.2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172 1 24575,'3'0'0,"1"6"0,-1 8 0,1 7 0,-2 4 0,-1 3 0,-3 3 0,-11-1 0,-12 1 0,-10 1 0,-6 0 0,1-4 0,8-7-8191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8:59.7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24575,'3'9'0,"1"12"0,0 8 0,-1 9 0,-1 3 0,-1 1 0,0-1 0,-4-1 0,-1-4 0,0-6 0,1-8-8191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0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24575,'3'0'0,"-1"2"0,0-1 0,-1 0 0,1 0 0,0 1 0,0-1 0,0 1 0,-1-1 0,1 1 0,-1 0 0,1 0 0,-1-1 0,0 1 0,2 4 0,3 3 0,66 90 0,-4 4 0,69 144 0,-136-245 0,41 90 0,-37-78 0,0 1 0,-1-1 0,0 0 0,2 25 0,-6-36 6,0 1-1,0-1 0,0 0 1,0 0-1,-1 0 1,0 1-1,1-1 1,-1 0-1,0 0 0,0 0 1,-1 0-1,1 0 1,-1 0-1,1-1 0,-1 1 1,-2 2-1,-3 2-205,0 0 0,0-1 0,-15 11 0,13-10-457,-4 3-6169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5.5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24575,'3'12'0,"4"13"0,1 5 0,2 4 0,-1 1 0,-1-1 0,-3-4 0,-2-7-8191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5.9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266 1 24575,'0'3'0,"0"7"0,-3 4 0,-4 7 0,-7 2 0,-4 4 0,-11 2 0,-6 0 0,-4-2 0,-1-3 0,7-2 0,5-5 0,8-5-8191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7.0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87 24575,'0'-2'0,"1"0"0,-1 0 0,1 0 0,0 0 0,-1 0 0,1 0 0,0 0 0,0 1 0,0-1 0,1 0 0,-1 1 0,0-1 0,1 1 0,-1-1 0,1 1 0,-1 0 0,1-1 0,3-1 0,32-17 0,-22 15 0,-1 0 0,1 2 0,0-1 0,0 2 0,0 0 0,0 1 0,18 1 0,23-3 0,-32 0 0,-14 1 0,0 1 0,-1 0 0,1 0 0,18 2 0,-26-1 0,1 1 0,-1-1 0,0 1 0,0-1 0,0 1 0,0 0 0,0 0 0,-1 0 0,1 0 0,0 0 0,0 0 0,0 0 0,-1 0 0,1 1 0,-1-1 0,1 1 0,-1-1 0,0 1 0,1 0 0,-1 0 0,0-1 0,0 1 0,0 0 0,0 0 0,-1 0 0,1 0 0,0 4 0,0 0 0,0 0 0,-1 0 0,0 0 0,0 0 0,0 0 0,-1 0 0,0 0 0,0 0 0,-1-1 0,1 1 0,-1 0 0,-1-1 0,1 1 0,-1-1 0,0 0 0,0 1 0,0-1 0,-1-1 0,0 1 0,0 0 0,-5 4 0,-7 5 0,0 1 0,-1-2 0,-1 0 0,-29 15 0,16-13 0,24-12 0,1-1 0,-1 1 0,1 0 0,0 1 0,0-1 0,1 1 0,-1 0 0,-7 7 0,13-10 0,0-1 0,0 1 0,0-1 0,-1 1 0,1-1 0,0 1 0,0-1 0,0 1 0,0-1 0,0 1 0,0 0 0,0-1 0,0 1 0,0-1 0,0 1 0,0-1 0,1 1 0,-1-1 0,0 1 0,0-1 0,0 1 0,1-1 0,-1 1 0,0-1 0,0 0 0,1 1 0,-1-1 0,0 1 0,1-1 0,-1 0 0,1 1 0,-1-1 0,1 0 0,-1 1 0,0-1 0,1 0 0,-1 0 0,1 0 0,-1 1 0,1-1 0,-1 0 0,1 0 0,-1 0 0,2 0 0,27 9 0,-26-8 0,15 5-1365,-3 0-5461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7.4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0 24575,'0'3'0,"0"4"0,0 4 0,-3 3 0,-4-1 0,-1 1 0,-2 0 0,-2-2 0,-2 0 0,-2-1 0,2-1 0,0-1 0,3-6 0,3-6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8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24575,'91'-1'0,"98"2"0,-183-1 0,0 0 0,-1 1 0,1 0 0,0 0 0,-1 0 0,1 1 0,9 3 0,-13-4 0,-1 0 0,1 0 0,-1 0 0,1 0 0,-1 0 0,0 0 0,1 1 0,-1-1 0,0 0 0,0 1 0,0-1 0,0 1 0,0-1 0,0 1 0,0-1 0,-1 1 0,1 0 0,0 0 0,-1-1 0,0 1 0,1 0 0,-1 0 0,0-1 0,0 1 0,0 0 0,0 0 0,0 3 0,-2 2 0,1 0 0,-1 0 0,-1-1 0,1 1 0,-1 0 0,0-1 0,-1 0 0,1 0 0,-1 0 0,-7 8 0,-4 3 0,-32 31 0,39-41 20,0-1 0,0 1 0,0-2 0,-1 1 0,-12 5 0,19-10-66,0 0-1,0 0 1,0 0-1,0 0 1,0-1 0,0 1-1,0-1 1,0 1-1,0-1 1,0 0 0,0 0-1,0 0 1,-1 0-1,1 0 1,0 0-1,0-1 1,0 1 0,0-1-1,0 1 1,0-1-1,0 0 1,0 0 0,0 0-1,0 0 1,0 0-1,1 0 1,-1-1 0,0 1-1,1 0 1,-1-1-1,-1-2 1,-5-8-6780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2.2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289 0 24575,'-3'0'0,"-7"6"0,-10 11 0,-12 15 0,-6 10 0,-5 11 0,1 5 0,5 2 0,9-4 0,9-8 0,8-9 0,6-9 0,6-5 0,10-5 0,5-6 0,3-5 0,2-4 0,-3-3-8191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2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 24575,'0'6'0,"0"8"0,0 7 0,0 7 0,0 4 0,0 3 0,0 1 0,0-2 0,0-4 0,0-5 0,-3-2 0,-1-6-8191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3.0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224 0 24575,'-3'3'0,"-4"10"0,-16 15 0,-16 5 0,-4 4 0,-1-2 0,7-4 0,10-7-8191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3.6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10 24575,'0'0'0,"0"0"0,0-1 0,0 1 0,0-1 0,1 1 0,-1 0 0,0-1 0,0 1 0,0-1 0,0 1 0,0 0 0,1-1 0,-1 1 0,0 0 0,0-1 0,1 1 0,-1 0 0,0-1 0,0 1 0,1 0 0,-1 0 0,0-1 0,1 1 0,-1 0 0,0 0 0,1 0 0,-1-1 0,1 1 0,-1 0 0,0 0 0,1 0 0,-1 0 0,1 0 0,-1 0 0,0 0 0,1 0 0,-1 0 0,1 0 0,16 4 0,-9 1 0,0 0 0,-1 0 0,1 1 0,-2 0 0,1 0 0,0 1 0,-1-1 0,6 10 0,1 3 0,0 0 0,11 24 0,-12-17 0,0-1 0,-1 1 0,13 55 0,-22-74 0,0 1 0,-1-1 0,0 1 0,-1-1 0,1 1 0,-1 0 0,-1-1 0,0 1 0,0 0 0,0-1 0,-1 1 0,0-1 0,0 0 0,-1 1 0,0-1 0,0 0 0,-1-1 0,0 1 0,-7 9 0,6-10 0,-1 0 0,0 0 0,-1 0 0,1-1 0,-1 0 0,0 0 0,-1-1 0,-8 5 0,13-8 0,0 0 0,0 1 0,-1-1 0,1 0 0,0-1 0,-1 1 0,1-1 0,-1 0 0,1 1 0,0-1 0,-1-1 0,1 1 0,-1 0 0,1-1 0,0 0 0,-1 0 0,1 0 0,0 0 0,0 0 0,-1-1 0,1 1 0,-4-4 0,1 0 0,-1 0 0,1-1 0,0 1 0,-6-9 0,10 11 0,0 1 0,0-1 0,0 0 0,1 0 0,-1 0 0,1 1 0,-1-2 0,1 1 0,0 0 0,0 0 0,0 0 0,1 0 0,-1-5 0,1 7 0,0 0 0,1-1 0,-1 1 0,0 0 0,1 0 0,-1 0 0,1 0 0,0 0 0,-1 0 0,1 0 0,0 0 0,-1 0 0,1 0 0,0 0 0,0 1 0,0-1 0,0 0 0,0 1 0,0-1 0,0 0 0,0 1 0,0-1 0,0 1 0,0-1 0,0 1 0,0 0 0,0-1 0,2 1 0,36-5 0,-32 4 0,156 0 0,15-1 0,-170 1-195,1 0 0,-1-1 0,1 0 0,-1 0 0,0-1 0,14-6 0,2-5-6631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4.0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24575,'0'6'0,"9"11"0,9 11 0,7 14 0,3 8 0,-1 1 0,-1 2 0,-6-3 0,-6-6 0,-5-8 0,-5-8 0,-2-1 0,-8-1 0,-12 3 0,-9-2 0,-9-2 0,2-5-8191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9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219 1 24575,'-4'0'0,"1"0"0,-1 1 0,1 0 0,0 0 0,-1 0 0,1 0 0,0 0 0,0 0 0,0 1 0,0 0 0,0-1 0,-3 4 0,-31 27 0,33-27 0,-10 9 0,1 2 0,0 0 0,1 1 0,1 0 0,1 1 0,0 0 0,1 0 0,1 1 0,1 0 0,1 1 0,1-1 0,0 1 0,1 0 0,-1 37 0,4-53 0,1-1 0,0 1 0,0 0 0,1 0 0,-1-1 0,1 1 0,0 0 0,0-1 0,0 1 0,1-1 0,1 5 0,-1-6 0,-1 0 0,1 0 0,0 0 0,0 0 0,0 0 0,0 0 0,0 0 0,0-1 0,0 1 0,1-1 0,-1 0 0,0 0 0,1 0 0,-1 0 0,1 0 0,5 1 0,9 1-170,0-2-1,1 0 0,-1 0 1,0-2-1,1 0 0,-1-1 1,32-8-1,21-5-6655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09.7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24575,'0'3'0,"0"7"0,0 5 0,6 11 0,2 5 0,-1 0 0,-1-2 0,-1 0 0,-3 4 0,0 2 0,-2 1 0,0-2 0,0-4 0,0-4 0,-1-4 0,-2-5 0,-1-3 0,0-3-8191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10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274 1 24575,'0'3'0,"-3"13"0,-7 9 0,-14 8 0,-15 6 0,-9 3 0,-3-6 0,7-6 0,11-11 0,11-9-8191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10.9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227 70 24575,'1'-3'0,"1"1"0,-1-1 0,1 1 0,-1-1 0,1 1 0,0 0 0,0 0 0,0 0 0,0 0 0,0 0 0,1 1 0,-1-1 0,5-2 0,-3 1 0,3-2 0,0 1 0,1 0 0,-1 0 0,1 1 0,0 0 0,0 0 0,0 1 0,0 0 0,0 0 0,0 1 0,12 0 0,-17 1 0,-1 0 0,1 0 0,0 0 0,0 0 0,0 1 0,-1 0 0,1-1 0,0 1 0,-1 0 0,1 0 0,-1 1 0,1-1 0,-1 0 0,1 1 0,-1 0 0,0-1 0,0 1 0,0 0 0,0 0 0,0 0 0,0 0 0,0 1 0,-1-1 0,1 0 0,-1 1 0,0-1 0,1 1 0,-1 0 0,-1-1 0,1 1 0,0 0 0,0-1 0,-1 1 0,0 0 0,1 0 0,-1 0 0,-1 2 0,1-2 0,0-1 0,0 0 0,0 0 0,0 1 0,-1-1 0,1 0 0,-1 0 0,1 0 0,-1 0 0,0 0 0,0 1 0,0-2 0,-2 5 0,-26 23 0,-42 27 0,-112 68 0,71-52 0,83-50 0,29-22 0,0 0 0,0 0 0,0 0 0,0 0 0,0 0 0,0 0 0,0 0 0,0 0 0,0 0 0,0 0 0,1 0 0,-1 0 0,0 0 0,0 0 0,0 0 0,0 0 0,0 0 0,0 0 0,0 1 0,0-1 0,0 0 0,0 0 0,0 0 0,0 0 0,0 0 0,0 0 0,1 0 0,-1 0 0,0 0 0,0 0 0,0 0 0,0 1 0,0-1 0,0 0 0,0 0 0,0 0 0,0 0 0,0 0 0,0 0 0,0 0 0,0 0 0,0 0 0,0 1 0,-1-1 0,1 0 0,0 0 0,0 0 0,0 0 0,0 0 0,0 0 0,0 0 0,0 0 0,0 0 0,0 0 0,0 0 0,0 1 0,0-1 0,0 0 0,0 0 0,0 0 0,-1 0 0,1 0 0,0 0 0,0 0 0,0 0 0,0 0 0,13-1 0,21-6 0,-32 6 0,111-20 0,-98 19 0,1 1 0,-1 0 0,0 2 0,1-1 0,22 6 0,-36-6 0,0 0 0,0 1 0,0 0 0,0-1 0,0 1 0,0 0 0,-1 0 0,1 0 0,0 0 0,0 0 0,-1 0 0,3 3 0,-3-4 0,-1 1 0,0 0 0,0-1 0,1 1 0,-1 0 0,0-1 0,0 1 0,0 0 0,0-1 0,0 1 0,0 0 0,0 0 0,0-1 0,0 1 0,0 0 0,0-1 0,-1 1 0,1 0 0,0-1 0,0 1 0,-1 0 0,1-1 0,0 1 0,-1-1 0,1 1 0,-1 0 0,1-1 0,0 1 0,-1-1 0,0 1 0,1-1 0,-1 0 0,1 1 0,-1-1 0,1 1 0,-1-1 0,0 0 0,1 0 0,-2 1 0,-15 9-67,0-1-1,0-1 1,-29 9-1,22-8-1027,-18 7-5731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11.4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24575,'21'18'0,"-2"1"0,0 0 0,-1 1 0,16 24 0,43 73 0,-61-92 0,105 188 0,-103-173 0,-2-1 0,-1 2 0,16 72 0,-29-105 0,-1 1 0,1-1 0,-1 1 0,-1-1 0,0 1 0,0 0 0,-1-1 0,0 1 0,0 0 0,-1-1 0,0 0 0,-1 1 0,1-1 0,-2 0 0,1 0 0,-1-1 0,0 1 0,-1-1 0,0 1 0,0-2 0,0 1 0,-13 12 0,-1-5-227,0 0-1,-1 0 1,0-2-1,-1-1 1,-31 13-1,10-7-6598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45.5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0 275 24575,'1'-14'0,"0"0"0,1 1 0,1-1 0,0 1 0,0 0 0,1 0 0,9-19 0,-3 12 0,0 1 0,2-1 0,23-29 0,-31 44 0,0 0 0,0 1 0,0-1 0,0 1 0,1 0 0,7-4 0,-11 7 0,0 0 0,1 1 0,-1-1 0,0 0 0,1 1 0,-1-1 0,1 1 0,-1 0 0,1 0 0,-1-1 0,1 1 0,-1 0 0,1 0 0,-1 0 0,1 1 0,-1-1 0,1 0 0,-1 1 0,1-1 0,-1 1 0,1-1 0,-1 1 0,0-1 0,1 1 0,-1 0 0,0 0 0,1 0 0,-1 0 0,2 2 0,5 5 0,-1 1 0,0 0 0,0 1 0,-1-1 0,0 1 0,0 0 0,-1 1 0,5 16 0,0 5 0,11 56 0,-15-60 0,-2 0 0,-1 0 0,0 41 0,-3-60 0,-1-1 0,0 0 0,0 0 0,-1 0 0,0 0 0,0 0 0,-1 0 0,0 0 0,-1 0 0,1-1 0,-1 0 0,-1 0 0,1 0 0,-1 0 0,-1-1 0,-8 9 0,1-3 0,-1-1 0,-30 17 0,37-24 0,0 0 0,0-1 0,0 0 0,-1 0 0,1 0 0,-1-1 0,0-1 0,-16 3 0,22-4 0,0 0 0,0 0 0,0-1 0,0 1 0,0 0 0,0-1 0,0 0 0,0 1 0,0-1 0,1 0 0,-1 0 0,0 0 0,0 0 0,1 0 0,-1 0 0,0 0 0,1-1 0,-3-2 0,1 1 0,1-1 0,0 1 0,0-1 0,0 0 0,0 0 0,1 0 0,-1 0 0,-1-7 0,1-5 0,0-1 0,0 1 0,2-26 0,0 39 0,1-3 0,-2-2 0,2 0 0,-1 0 0,1 0 0,0-1 0,4-10 0,-4 17 0,0-1 0,0 1 0,0 0 0,0 0 0,1 0 0,-1 0 0,1 0 0,-1 0 0,1 0 0,0 0 0,0 1 0,0-1 0,0 1 0,0-1 0,0 1 0,0 0 0,0 0 0,0 0 0,1 0 0,-1 0 0,0 0 0,4 0 0,21-3-25,0 1 0,0 2-1,0 0 1,32 4 0,-9-1-1214,-31-1-5587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45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 1 24575,'0'6'0,"0"8"0,0 4 0,0 6 0,0 7 0,-6 11 0,-5 10 0,-9 5 0,-5 2 0,-1-3 0,4-14 0,6-15-8191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46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1 139 24575,'0'-1'0,"0"-15"0,0 1 0,1 0 0,5-21 0,-6 33 0,0 1 0,1-1 0,0 0 0,-1 0 0,1 1 0,0-1 0,1 1 0,-1-1 0,0 1 0,1-1 0,-1 1 0,1 0 0,0 0 0,0 0 0,0 0 0,0 0 0,0 0 0,0 0 0,0 1 0,1-1 0,-1 1 0,1-1 0,-1 1 0,1 0 0,-1 0 0,4-1 0,-5 2 0,1 1 0,0-1 0,-1 0 0,1 0 0,-1 1 0,1-1 0,-1 1 0,1-1 0,-1 1 0,1-1 0,-1 1 0,1 0 0,-1 0 0,0 0 0,1 0 0,-1 0 0,0 0 0,0 0 0,0 0 0,0 1 0,0-1 0,0 0 0,0 1 0,0-1 0,0 0 0,-1 1 0,1-1 0,-1 1 0,1 0 0,0 1 0,2 6 0,-1 0 0,1 1 0,1 15 0,-3-18 0,-1 0 0,1 0 0,-2 0 0,1 0 0,-1-1 0,0 1 0,0 0 0,0 0 0,-1-1 0,0 1 0,-1-1 0,0 0 0,0 0 0,0 0 0,0 0 0,-1 0 0,-5 5 0,9-9 0,-1-1 0,0 0 0,1 1 0,-1-1 0,1 1 0,-1-1 0,1 0 0,0 1 0,0-1 0,0 1 0,0-1 0,0 1 0,0-1 0,0 1 0,0-1 0,0 0 0,1 1 0,-1-1 0,0 1 0,1-1 0,-1 0 0,1 1 0,0-1 0,0 0 0,-1 1 0,1-1 0,0 0 0,0 0 0,0 0 0,2 2 0,5 5 0,1 0 0,0-1 0,12 8 0,4 4 0,-17-11 0,-1 0 0,1 0 0,-1 1 0,9 15 0,-14-20 0,0 0 0,0-1 0,0 1 0,0 1 0,-1-1 0,0 0 0,1 0 0,-2 0 0,1 1 0,0-1 0,-1 1 0,0-1 0,0 0 0,-1 7 0,1-10 4,-1 0 0,1 1 0,-1-1 1,1 0-1,-1 1 0,0-1 0,1 0 0,-1 0 0,0 0 0,0 0 0,0 0 0,0 0 0,0 0 0,0 0 0,0 0 0,0 0 1,-1 0-1,1-1 0,0 1 0,0 0 0,-1-1 0,1 1 0,0-1 0,-1 0 0,1 1 0,-2-1 0,-3 1-299,0 0 0,0-1 0,0 0 0,-10-1 0,-10-2-6531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48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236 0 24575,'-8'5'0,"1"0"0,0 0 0,0 1 0,0 0 0,1 0 0,0 0 0,0 1 0,-8 13 0,7-11 0,-19 26 0,2 0 0,-34 70 0,49-85 0,0 0 0,1 1 0,2 0 0,0 0 0,1 1 0,1 0 0,-2 32 0,7-42 0,-1 0 0,1 0 0,1 0 0,0-1 0,1 1 0,0-1 0,1 1 0,0-1 0,8 14 0,-8-16 0,1-1 0,0 0 0,1 0 0,0 0 0,0-1 0,0 0 0,1 0 0,0-1 0,1 0 0,-1 0 0,1 0 0,10 5 0,31 8-1365,3-4-5461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48.7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241 7 24575,'0'0'0,"1"-1"0,0 0 0,0 1 0,0-1 0,0 0 0,0 1 0,0-1 0,0 1 0,0 0 0,0-1 0,0 1 0,0 0 0,0-1 0,0 1 0,0 0 0,0 0 0,0 0 0,0 0 0,0 0 0,0 0 0,0 0 0,0 1 0,0-1 0,0 0 0,0 1 0,0-1 0,0 0 0,0 1 0,0-1 0,0 1 0,0 0 0,0-1 0,0 1 0,0 0 0,0-1 0,0 2 0,4 3 0,0 0 0,-1 0 0,0 1 0,6 8 0,2 8 0,-1 1 0,-1 0 0,-2 0 0,0 1 0,-1 0 0,-1 0 0,-1 1 0,-2 0 0,1 26 0,-4-42 0,0 1 0,-1 0 0,0 0 0,-1-1 0,0 1 0,-1-1 0,0 0 0,0 0 0,-1 0 0,0 0 0,-1 0 0,0-1 0,0 0 0,0 0 0,-1 0 0,-1 0 0,1-1 0,-1 0 0,-11 8 0,-3 1 0,-1-1 0,0-1 0,-1 0 0,-1-2 0,-47 18 0,68-29 0,-7 3 0,1-1 0,-1 0 0,0-1 0,-12 2 0,20-3 0,1-1 0,-1 0 0,1 0 0,-1 0 0,1 0 0,-1 0 0,1 0 0,-1 0 0,1 0 0,-1-1 0,1 1 0,0 0 0,-1-1 0,1 1 0,-1-1 0,1 0 0,0 0 0,-1 1 0,1-1 0,0 0 0,0 0 0,0 0 0,0 0 0,0 0 0,0 0 0,0 0 0,0-1 0,0 1 0,0 0 0,1-1 0,-1 1 0,0 0 0,1-1 0,-1 1 0,1-1 0,-1-2 0,0 0 0,1-1 0,0 1 0,-1-1 0,2 1 0,-1-1 0,0 1 0,1 0 0,0-1 0,0 1 0,0-1 0,0 1 0,1 0 0,0 0 0,0 0 0,0 0 0,0 0 0,0 0 0,1 1 0,0-1 0,0 1 0,0 0 0,0-1 0,0 1 0,1 1 0,-1-1 0,1 0 0,0 1 0,0 0 0,5-2 0,-1 0 0,0 1 0,0 0 0,0 1 0,1 0 0,-1 1 0,1-1 0,0 2 0,-1-1 0,1 1 0,0 0 0,-1 1 0,1 0 0,-1 1 0,12 2 0,-2 3 62,26 13 0,15 6-1551,-36-19-5337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48.9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 0 24575,'-3'9'0,"-7"15"0,-4 10 0,-4 1 0,-1-2 0,2 0 0,5-3 0,3-7-8191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49.8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0 179 24575,'2'-7'0,"-1"0"0,1 0 0,0 1 0,0-1 0,0 0 0,5-6 0,-1-1 0,-2 5 0,0 0 0,1 1 0,0 0 0,0 0 0,1 0 0,0 1 0,0-1 0,12-9 0,-15 14 0,1 0 0,-1 0 0,0 1 0,1 0 0,0-1 0,-1 1 0,1 1 0,0-1 0,0 0 0,0 1 0,0 0 0,0 0 0,0 0 0,1 0 0,-1 1 0,0 0 0,0 0 0,1 0 0,-1 0 0,0 1 0,7 1 0,-9-1 0,0-1 0,0 1 0,0 0 0,-1 0 0,1 0 0,0 0 0,-1 0 0,1 0 0,-1 1 0,1-1 0,-1 0 0,0 1 0,1-1 0,-1 1 0,0 0 0,0-1 0,0 1 0,1 3 0,0-1 0,-1-1 0,0 1 0,-1 0 0,1 0 0,0 0 0,-1 0 0,0 0 0,-1 8 0,0-3 0,-1 0 0,0 0 0,0 0 0,-1 0 0,0 0 0,-1 0 0,-5 10 0,-10 10 0,-24 27 0,16-22 0,24-30 0,0 0 0,1 0 0,-1 0 0,1 0 0,0 0 0,-2 6 0,3-9 0,1 0 0,0 0 0,0 0 0,0 0 0,0-1 0,0 1 0,0 0 0,0 0 0,0 0 0,0 0 0,0 0 0,0 0 0,1 0 0,-1 0 0,0 0 0,1 0 0,-1-1 0,0 1 0,1 0 0,-1 0 0,1 0 0,-1-1 0,1 1 0,0 0 0,-1-1 0,1 1 0,0 0 0,0-1 0,-1 1 0,1-1 0,0 1 0,0-1 0,0 0 0,0 1 0,-1-1 0,3 1 0,5 1 0,1 0 0,-1-1 0,0 0 0,1 0 0,16-1 0,-13-1 0,-1 1 0,1 1 0,19 3 0,-29-3 0,1 0 0,0 0 0,-1 0 0,1 0 0,0 0 0,-1 0 0,1 1 0,-1-1 0,0 1 0,1 0 0,-1 0 0,0 0 0,0 0 0,0 0 0,0 0 0,0 0 0,-1 1 0,1-1 0,1 4 0,0 0 9,-1 1-1,0-1 1,0 1-1,-1-1 1,1 1 0,-1 0-1,-1 0 1,1-1-1,-1 1 1,-1 0-1,1 0 1,-1 0-1,-3 12 1,2-14-87,1 0 0,-1 0 0,0 0-1,0 0 1,-1 0 0,0-1 0,1 1 0,-2-1 0,1 0-1,0 0 1,-1 0 0,0 0 0,0 0 0,0-1 0,0 0-1,0 0 1,-1 0 0,-5 3 0,-7 0-6748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50.2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24575,'7'0'0,"0"1"0,0 0 0,0 0 0,0 0 0,0 1 0,-1 0 0,1 1 0,0-1 0,-1 1 0,0 0 0,0 1 0,0 0 0,0 0 0,0 0 0,-1 1 0,0-1 0,6 7 0,5 9 0,0 0 0,-1 1 0,16 31 0,-23-37 0,19 31 0,-2 2 0,31 81 0,-49-109 0,-1 0 0,-1 0 0,-1 1 0,0 0 0,-2-1 0,0 1 0,-2 0 0,0 0 0,-6 38 0,5-53-227,0-1-1,0 0 1,-1 0-1,0 0 1,-4 9-1,-3-2-6598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09:54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1183 2 24575,'-51'0'0,"12"-2"0,1 3 0,0 0 0,0 3 0,-64 14 0,23 6 0,-75 19 0,124-36 0,0-2 0,-1-1 0,-39 0 0,-23-6 0,-73 2 0,160 0 0,1 1 0,-1 0 0,1 0 0,-1 1 0,1-1 0,0 1 0,-1 0 0,1 1 0,0-1 0,0 1 0,0 0 0,1 0 0,-1 1 0,1-1 0,0 1 0,0 0 0,0 0 0,0 1 0,1-1 0,-6 9 0,-2 7 0,1 0 0,1 1 0,-13 39 0,21-56 0,-15 44 0,3 0 0,1 0 0,3 2 0,1-1 0,3 1 0,2 73 0,5-102 0,1 0 0,1 0 0,1 0 0,1 0 0,1-1 0,0 0 0,1 0 0,2-1 0,0 0 0,1-1 0,0 0 0,2-1 0,17 20 0,-19-27 0,-1 0 0,1-1 0,0-1 0,1 0 0,0-1 0,0 0 0,1 0 0,23 7 0,5 0 0,67 13 0,251 29 0,-286-46 0,311 38 0,179 26 0,-32-30 0,1-43 0,-266-3 0,-218 6 0,-1 1 0,0 2 0,74 22 0,-46-11 0,-48-11 0,-4-1 0,0-1 0,41 3 0,-62-8 0,1-1 0,-1 1 0,1 0 0,-1-1 0,1 1 0,-1-1 0,0 0 0,1 0 0,-1 0 0,0 0 0,0 0 0,1-1 0,-1 1 0,0-1 0,0 1 0,-1-1 0,1 0 0,0 0 0,0 0 0,-1 1 0,2-4 0,3-4 0,0-1 0,-1 0 0,6-15 0,-7 15 0,5-14 0,-1 0 0,-2 0 0,0 0 0,-1-1 0,1-31 0,-3-2 0,-5-68 0,-1 99 0,0 1 0,-2 0 0,-12-39 0,-33-72 0,42 116 0,-28-63 0,-53-90 0,-58-71 0,81 122 0,64 120 0,-1 0 0,1 1 0,-1-1 0,1 1 0,-1 0 0,0-1 0,1 1 0,-1 1 0,0-1 0,0 0 0,-1 1 0,1-1 0,0 1 0,0 0 0,-1 0 0,-5-1 0,-5 0 0,-1 1 0,-25 0 0,20 1 0,-388 3 0,81 1 0,236-2 0,-95 16 0,-88 27 0,111-18 0,106-17 0,-145 17 0,180-26 0,1-1 0,-1-1 0,0 0 0,1-2 0,0 0 0,0-2 0,-25-8 0,14-2 0,25 11 0,1 0 0,-1 1 0,-13-4 0,10 4-341,1 0 0,0 0-1,-14-7 1,14 4-6485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01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24530,'0'4976'0,"3276"-4976"0,-3276-4976 0,-3276 4976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41.4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24575,'-2'58'0,"1"-29"0,1 0 0,6 55 0,-2-69 0,0 0 0,1-1 0,1 0 0,0 0 0,0 0 0,2-1 0,14 21 0,0-4 0,51 51 0,-38-45 0,55 52 0,-77-78 0,0-1 0,0 0 0,0 0 0,1-2 0,30 13 0,6-1 0,-20-7 0,1-1 0,0-1 0,0-2 0,39 6 0,-62-14 0,-1 0 0,0-1 0,1 0 0,-1 0 0,0 0 0,0-1 0,0 0 0,0-1 0,0 0 0,-1 0 0,1 0 0,9-6 0,8-7 0,39-36 0,-49 40 0,-11 10 6,-1-1-1,1 0 1,-1 0-1,0 0 0,0 0 1,0 0-1,0 0 1,-1-1-1,1 1 0,-1 0 1,0-1-1,0 1 1,0-1-1,1-5 1,-1-5-218,0 1 0,-2-22 0,0 18-599,1-2-6015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54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29 24161,'2100'0'0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17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804 397 24575,'16'34'0,"-3"0"0,15 51 0,9 75 0,-31-132 0,74 514-296,-41 5-193,-17-197 352,60 521 137,-73-810 51,2 0 0,26 80 1,-28-108 204,-1 1 0,4 44 0,-11-74-256,0 1 0,0-1 0,0 0 0,1 0 0,-1 0 0,1 0 0,0 0 0,0 0 0,0 0 0,1-1 0,-1 1 0,1-1 0,0 1 0,0-1 0,0 0 0,6 4 0,4 3 0,1-1 0,0-1 0,18 8 0,-18-10 0,18 9 0,1-1 0,1-2 0,61 14 0,106 9 0,63-6-1267,302-5-1,276-69-1267,271-89 931,-1051 125 1591,-46 7 63,0 1 407,-1-2 1,1 1-1,23-9 0,-34 9-311,-1 0 0,1-1-1,-1 1 1,1-1 0,-1 0-1,0 0 1,0 0 0,0-1-1,0 0 1,0 1 0,-1-1-1,0 0 1,0-1 0,3-4 0,14-31 291,-3-1 0,-1 0 0,-2-1 0,-1-1 0,6-45 0,-5 4-551,-3 0 0,-4 0 0,-4-1 0,-3 0-1,-16-115 1,-104-413-571,23 260 685,-63-295 0,148 572 274,4-1 0,3 0 0,4 0 0,8-83 0,-7 155-274,0 0 0,0 0 0,0 1 0,-1-1 0,1 0 0,-1 1 0,-1-1 0,1 1 0,-1-1 0,1 1 0,-1-1 0,0 1 0,-1 0 0,1 0 0,-4-5 0,-6-4 0,0 0 0,-23-21 0,23 23 0,-23-19 0,-2 1 0,0 2 0,-2 1 0,-1 3 0,-82-37 0,59 37 0,0 2 0,-1 3 0,-99-16 0,41 19 0,-129 1 0,-119 17 0,327-3 0,-318 6 0,-457 18 0,26 68 0,200-5 0,383-58 0,187-26 0,5-1 0,-1 1 0,0 1 0,1 0 0,-18 7 0,34-11 0,-1 0 0,1 1 0,0-1 0,-1 1 0,1 0 0,0-1 0,-1 1 0,1 0 0,0 0 0,0 0 0,0 0 0,-1 0 0,1 0 0,0 0 0,1 0 0,-1 1 0,0-1 0,0 0 0,0 0 0,1 1 0,-1-1 0,1 0 0,-1 1 0,1-1 0,-1 1 0,1-1 0,0 1 0,0-1 0,0 1 0,0-1 0,0 1 0,0-1 0,0 1 0,0-1 0,1 1 0,-1-1 0,0 0 0,1 1 0,-1-1 0,1 1 0,0-1 0,0 2 0,5 6 0,0 0 0,0-1 0,1 0 0,14 15 0,-12-14 0,67 76 0,-3 4 0,77 121 0,-144-200 0,4 4 0,-1 1 0,-1 0 0,12 30 0,-40-82 0,11-10-1365,6 25-5461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19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2 800 24575,'0'0'0,"0"-1"0,0 1 0,0 0 0,0 0 0,0 0 0,-1 0 0,1 0 0,0 0 0,0-1 0,0 1 0,0 0 0,0 0 0,0 0 0,0 0 0,0 0 0,0-1 0,0 1 0,0 0 0,0 0 0,0 0 0,0 0 0,0-1 0,0 1 0,0 0 0,0 0 0,0 0 0,0 0 0,0-1 0,0 1 0,0 0 0,0 0 0,0 0 0,0 0 0,0 0 0,0-1 0,0 1 0,0 0 0,1 0 0,-1 0 0,0 0 0,0 0 0,0 0 0,0-1 0,0 1 0,0 0 0,1 0 0,-1 0 0,0 0 0,0 0 0,0 0 0,0 0 0,0 0 0,1 0 0,-1 0 0,0 0 0,0 0 0,0 0 0,0 0 0,1 0 0,-1 0 0,0 0 0,0 0 0,0 0 0,0 0 0,1 0 0,15-1 0,-15 1 0,179 2 0,22 1 0,201-25 0,-357 18 0,-17 1 0,-1-1 0,53-13 0,-79 17 0,0-1 0,-1 1 0,1-1 0,0 0 0,0 1 0,-1-1 0,1 0 0,-1 0 0,1 0 0,-1 0 0,1-1 0,-1 1 0,0 0 0,1 0 0,-1-1 0,0 1 0,0-1 0,0 1 0,0-1 0,0 0 0,-1 1 0,1-1 0,0 0 0,-1 1 0,1-1 0,0-2 0,-1-3 0,0 1 0,-1 0 0,1 0 0,-1-1 0,0 1 0,-3-8 0,-2-15 0,-1-28 0,2 6 0,-2 1 0,-2-1 0,-24-71 0,22 92 0,1 0 0,2-1 0,1 0 0,1-1 0,-3-49 0,6 33-1365,-1 32-5461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20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425 0 24575,'-33'1'0,"1"0"0,-1 3 0,-53 11 0,70-11 0,1 1 0,-1 0 0,1 1 0,0 1 0,1 0 0,0 1 0,0 0 0,0 2 0,-16 13 0,23-15 0,0 0 0,0 0 0,1 1 0,0 0 0,1 0 0,-1 1 0,2-1 0,-1 1 0,2 0 0,-1 1 0,1-1 0,-2 14 0,0 6 0,2 0 0,1 0 0,2 35 0,0-57 0,1 1 0,-1-1 0,2 1 0,-1-1 0,1 1 0,0-1 0,1 0 0,0 0 0,0 0 0,7 10 0,-7-13 0,1 0 0,0 0 0,0 0 0,1-1 0,0 1 0,0-1 0,0 0 0,0 0 0,0-1 0,1 1 0,-1-1 0,1-1 0,0 1 0,8 2 0,48 12 0,82 13 0,-112-25 0,-28-4 0,0 0 0,0-1 0,0 0 0,0 0 0,0 0 0,0 0 0,0 0 0,0-1 0,0 0 0,0 0 0,0 0 0,0 0 0,0-1 0,-1 0 0,1 1 0,4-5 0,-2 3 0,-2-2 0,1 1 0,0 0 0,-1-1 0,0 0 0,0 0 0,-1 0 0,1-1 0,4-9 0,-2 0 0,0 0 0,-1-1 0,-1 0 0,0 0 0,-1 0 0,-1-1 0,1-21 0,-3 25 0,0 1 0,0-1 0,-6-22 0,5 30 0,-1-1 0,0 1 0,0-1 0,0 1 0,-1-1 0,0 1 0,0 0 0,0 0 0,-1 1 0,-4-6 0,-22-25 0,25 27 0,-1 0 0,-1 1 0,1 0 0,-1 0 0,0 1 0,-1 0 0,1 0 0,-1 0 0,-12-5 0,15 8 5,1 0-1,-1 0 0,1-1 1,-1 1-1,1-1 1,0 0-1,0 0 0,-5-8 1,-8-8-1410,9 12-5421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22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24575,'3'1'0,"-1"1"0,1 0 0,-1 0 0,1 0 0,-1 0 0,0 0 0,1 0 0,1 4 0,7 5 0,-9-9 0,0 0 0,0-1 0,0 0 0,0 1 0,0-1 0,0 0 0,1 0 0,-1 0 0,0 0 0,1 0 0,-1-1 0,0 1 0,1-1 0,-1 1 0,1-1 0,-1 0 0,1 0 0,-1 0 0,1 0 0,-1-1 0,1 1 0,-1-1 0,0 1 0,1-1 0,-1 0 0,0 0 0,1 0 0,-1 0 0,0 0 0,0-1 0,0 1 0,0 0 0,0-1 0,0 0 0,-1 1 0,3-4 0,-3 5 0,-1 1 0,1-1 0,-1 0 0,1 0 0,-1 1 0,1-1 0,-1 1 0,1-1 0,-1 0 0,1 1 0,-1-1 0,1 1 0,-1-1 0,0 1 0,1-1 0,-1 1 0,0-1 0,1 1 0,-1-1 0,0 1 0,0-1 0,0 1 0,0 0 0,1-1 0,-1 1 0,0-1 0,0 1 0,0 0 0,7 14 0,-5-14 0,-1 0 0,1 0 0,0 0 0,-1 0 0,1-1 0,0 1 0,0-1 0,0 1 0,-1-1 0,1 0 0,0 0 0,0 1 0,0-1 0,0-1 0,2 1 0,4 2 0,-16 11 0,6-11 0,1 0 0,-1 1 0,1-1 0,-1 1 0,1-1 0,0 1 0,0 0 0,0-1 0,0 4 0,1-6 0,0 0 0,0 0 0,0 0 0,0 0 0,0-1 0,0 1 0,0 0 0,0 0 0,1 0 0,-1 0 0,0 0 0,0 0 0,0 0 0,0 0 0,0 0 0,1 0 0,-1 0 0,0 0 0,0 0 0,0 0 0,0 0 0,0 0 0,1 0 0,-1 0 0,0 0 0,0 0 0,0 0 0,0 0 0,0 0 0,1 0 0,-1 0 0,0 0 0,0 0 0,0 0 0,0 0 0,0 0 0,0 0 0,1 0 0,-1 1 0,0-1 0,0 0 0,0 0 0,0 0 0,0 0 0,0 0 0,0 0 0,0 1 0,0-1 0,0 0 0,1 0 0,-1 0 0,0 0 0,0 0 0,0 1 0,0-1 0,0 0 0,8-12 0,-3-1-227,0 0-1,-1 0 1,0-1-1,-1 0 1,2-22-1,-4 26-6598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49.3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24575,'-3'0'0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51.2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65 24575,'-3'0'0,"-9"0"0,-1 1 0,-20 2 0,29-2 0,0 0 0,-1 1 0,1-1 0,0 1 0,0 0 0,0 0 0,0 0 0,0 0 0,0 1 0,-5 5 0,-20 16 0,22-19 0,1 1 0,-1-1 0,1 1 0,0 1 0,0-1 0,0 1 0,1 0 0,0 0 0,1 0 0,0 1 0,-7 15 0,4 1 0,1 0 0,1 1 0,-2 26 0,-1 75 0,8-114 0,-1 7 0,0 12 0,4 54 0,-2-75 0,0 0 0,1 0 0,1 0 0,0 0 0,0-1 0,1 0 0,0 1 0,1-1 0,8 12 0,-4-7 0,1 0 0,1-1 0,1 0 0,-1-1 0,2-1 0,0 0 0,0 0 0,1-1 0,0-1 0,1 0 0,0-1 0,0-1 0,1 0 0,21 5 0,3-1 0,1-2 0,0-3 0,1-1 0,-1-1 0,1-3 0,43-3 0,-63-2 0,-1 0 0,34-12 0,-15 4 0,182-36 0,-216 46 0,0-1 0,0 1 0,0-1 0,0 0 0,0 0 0,0-1 0,-1 0 0,1 0 0,-1 0 0,0 0 0,-1-1 0,1 0 0,-1 0 0,7-10 0,2-6 0,-1-1 0,15-36 0,-19 41 0,46-111 0,-15 13 0,-37 106 0,1 0 0,-1 0 0,0 0 0,-1 0 0,0-1 0,0 1 0,-1 0 0,0 0 0,-1-1 0,0 1 0,-1 0 0,1 0 0,-2 0 0,1 0 0,-1 0 0,-1 0 0,1 1 0,-2-1 0,1 1 0,-1 0 0,0 1 0,-1-1 0,0 1 0,-9-9 0,-8-8 0,-1 2 0,-2 1 0,0 1 0,-1 1 0,0 2 0,-2 0 0,-33-13 0,58 29-6,0-1 0,1 1 0,-1 1 0,0-1 0,0 1 0,0-1 0,1 1 0,-1 0 0,0 0 0,0 1 0,0-1 0,1 1 0,-1 0 0,0 0 0,0 0 0,1 1 0,-1-1 0,-5 4 0,-15 4-1245,10-4-5575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55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57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24575,'3'67'0,"16"88"0,-4-37 0,2 29 0,-12-102 0,3 1 0,1-2 0,18 53 0,-26-94 0,13 40 0,-2 0 0,8 53 0,34 381 0,-45-359 0,-8 132 0,-3-112 0,13 143 0,-4 3 0,-7-197 0,0-83-105,0 0 0,0 1 0,0-1 0,-1 0 0,1 0 0,-1 0 0,0 1 0,0-1 0,-1 0 0,1 0 0,-1-1 0,-3 8 0,-2-4-6721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57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58.4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2919 1 24575,'-19'8'0,"-1"-1"0,0 0 0,-29 5 0,-4 1 0,9-2 0,0-1 0,-89 6 0,-94-11 0,186-5 0,-142-2 0,-215 6 0,307 6 0,-171 41 0,169-29 0,-167 17 0,-232-22 0,455-16 0,-114 5 0,124-3 0,1 0 0,-1 2 0,-40 13 0,37-6-100,23-9-5,-1 0-1,0 0 1,0 0 0,0-1-1,0 0 1,0 0-1,0-1 1,-1 0-1,1-1 1,0 0-1,-10 0 1,-1-4-6721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58.9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 0 24575,'1'1'0,"-1"-1"0,1 0 0,0 0 0,0 1 0,-1-1 0,1 0 0,0 1 0,-1-1 0,1 1 0,-1-1 0,1 1 0,0-1 0,-1 1 0,1-1 0,-1 1 0,1 0 0,-1-1 0,0 1 0,1 0 0,-1-1 0,0 1 0,1 0 0,-1 0 0,0-1 0,0 1 0,0 0 0,1 0 0,-1-1 0,0 1 0,0 0 0,0 0 0,0-1 0,0 1 0,-1 1 0,-2 27 0,1-26 0,1 1 0,-1-1 0,0 0 0,0 0 0,0 0 0,-1 0 0,1 0 0,-1 0 0,1 0 0,-5 3 0,-16 19 0,22-24 0,0 1 0,1-1 0,-1 1 0,0 0 0,1-1 0,-1 1 0,1-1 0,0 1 0,0 0 0,-1 0 0,1-1 0,0 1 0,0 0 0,1-1 0,-1 1 0,0 0 0,0-1 0,1 3 0,1 1 0,0 0 0,1 0 0,-1 0 0,1-1 0,0 1 0,0-1 0,0 0 0,1 1 0,-1-2 0,6 6 0,6 3 0,25 16 0,-34-24 0,35 22 0,1-2 0,2-2 0,0-1 0,1-2 0,1-3 0,1-1 0,0-3 0,95 13 0,-139-25 0,5 2 0,0-1 0,0-1 0,0 1 0,0-1 0,0-1 0,0 0 0,0 0 0,0 0 0,0-1 0,8-3 0,-15 4 3,1 0 0,-1 0 0,1 0 0,-1 0 0,1-1 0,-1 1-1,0-1 1,0 1 0,0-1 0,1 1 0,-2-1 0,1 0 0,0 1 0,0-1 0,0 0-1,-1 0 1,1 0 0,-1 1 0,1-1 0,-1 0 0,0 0 0,0 0 0,0 0 0,0-3-1,-1-5-139,0-1 0,-1 1-1,-4-14 1,3 10-751,-5-21-5938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0:59.9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24575,'0'1'0,"1"0"0,-1 0 0,0 0 0,1 0 0,-1 0 0,0 0 0,1-1 0,-1 1 0,1 0 0,0 0 0,-1 0 0,1 0 0,0 0 0,-1-1 0,1 1 0,0 0 0,0-1 0,0 1 0,1 0 0,21 12 0,-13-8 0,3 2 0,243 125 0,-225-120 0,-21-9 0,-1 0 0,0 0 0,0 1 0,0 0 0,0 1 0,-1 0 0,15 12 0,-21-15 0,-1 0 0,1 1 0,-1 0 0,1-1 0,-1 1 0,0 0 0,0 0 0,0-1 0,-1 1 0,1 0 0,-1 0 0,0 0 0,1 0 0,-1 0 0,0 0 0,-1 0 0,1 0 0,0 0 0,-1 0 0,0 0 0,-2 5 0,-1 3 0,0 1 0,-1-1 0,0 0 0,-8 10 0,-7 9-273,-2-2 0,0 0 0,-2-1 0,-36 30 0,34-35-6553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1:01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24575,'2'2'0,"0"1"0,0 0 0,-1 0 0,1 0 0,0 0 0,-1 0 0,0 0 0,0 0 0,0 0 0,1 6 0,4 38 0,-4-22 0,48 216 0,-49-237 0,0 1 0,1 0 0,0-1 0,0 1 0,0-1 0,4 7 0,-5-11 0,-1 1 0,1 0 0,0 0 0,0-1 0,-1 1 0,1-1 0,0 1 0,0 0 0,0-1 0,-1 0 0,1 1 0,0-1 0,0 1 0,0-1 0,0 0 0,0 0 0,0 0 0,0 1 0,0-1 0,0 0 0,0 0 0,0 0 0,0-1 0,0 1 0,0 0 0,0 0 0,0 0 0,0-1 0,0 1 0,0 0 0,-1-1 0,1 1 0,0-1 0,0 1 0,0-1 0,0 0 0,0 0 0,13-9-170,-1-1-1,-1 0 0,0-1 1,-1 0-1,0-1 0,-1 0 1,12-20-1,-10 12-6655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1:04.8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1 305 24575,'0'-117'0,"0"115"0,0 1 0,0-1 0,1 1 0,-1-1 0,0 1 0,1-1 0,-1 1 0,1-1 0,0 1 0,-1-1 0,1 1 0,0 0 0,0-1 0,0 1 0,0 0 0,0 0 0,0 0 0,0-1 0,0 1 0,1 0 0,-1 1 0,3-3 0,1 1 0,1 0 0,0 0 0,0 0 0,11-1 0,146-17 0,-32 5 0,77-16 0,444-47 0,-452 79 0,-75 2 0,668-3-1365,-779 0-5461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1:05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24575,'3'0'0,"7"0"0,5 3 0,6 4 0,5 4 0,1 3 0,3 5 0,-2 2 0,-2-2 0,-6-1 0,-5-1 0,-7-1 0,-3 1 0,-7 0 0,-5-3 0,-2-4-8191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1:08.2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2120 24575,'4'0'0,"0"0"0,0 1 0,0 0 0,0 0 0,7 3 0,12 2 0,-1-3 0,0-1 0,0-1 0,0-1 0,0-1 0,34-6 0,109-31 0,-88 18 0,-57 16 0,1 1 0,0 1 0,26 1 0,-33 2 0,0-1 0,1-1 0,-1 0 0,1-1 0,-1 0 0,0-1 0,0-1 0,16-7 0,-27 10 0,-1 0 0,0-1 0,0 1 0,0-1 0,0 0 0,0 1 0,0-1 0,0 0 0,0 0 0,-1-1 0,1 1 0,-1 0 0,0 0 0,1-1 0,-1 1 0,0-1 0,-1 1 0,1-1 0,0 1 0,-1-1 0,1 1 0,-1-1 0,0 0 0,0 1 0,0-5 0,-1-7 0,-1 0 0,0 0 0,-7-23 0,2 10 0,-16-85 0,-22-94 0,-2-15 0,2 7 0,32 171 0,-29-58 0,0-2 0,24 47 0,3-1 0,3-1 0,-7-72 0,13 87 0,-7-119 0,3-57 0,2 70 0,4 204 0,-18 78 0,18-113 0,-1-1 0,-2 1 0,0-1 0,-1 0 0,0-1 0,-2 0 0,-14 22 0,23-40 0,1 1 0,0 0 0,0-1 0,-1 1 0,1-1 0,0 1 0,-1-1 0,1 1 0,0-1 0,-1 1 0,1-1 0,-1 0 0,1 1 0,-1-1 0,1 0 0,-1 1 0,1-1 0,-1 0 0,1 1 0,-1-1 0,1 0 0,-1 0 0,0 0 0,1 0 0,-1 1 0,1-1 0,-1 0 0,0 0 0,0-1 0,1 0 0,-1 1 0,1-1 0,-1 0 0,1 0 0,-1 1 0,1-1 0,0 0 0,0 0 0,-1 0 0,1 0 0,0 1 0,0-1 0,0 0 0,0 0 0,0-1 0,3-41 0,36-115 0,-36 149 0,-3 7 0,1 0 0,-1 0 0,1 1 0,0-1 0,0 0 0,0 0 0,0 0 0,0 1 0,0-1 0,1 0 0,-1 1 0,0 0 0,1-1 0,0 1 0,-1 0 0,1-1 0,0 1 0,-1 0 0,1 0 0,0 0 0,0 1 0,0-1 0,0 0 0,0 1 0,0-1 0,0 1 0,0 0 0,0-1 0,0 1 0,0 0 0,0 0 0,0 1 0,0-1 0,3 1 0,8 1 0,-1 2 0,0-1 0,0 1 0,17 9 0,-20-9 0,3 2 0,0 1 0,0 0 0,-1 1 0,0 0 0,18 19 0,-15-14 0,26 19 0,-17-16-1365,-15-8-5461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1:09.2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1717 232 24575,'-9'-1'0,"0"0"0,0 0 0,-15-4 0,-9-1 0,-238-14 0,136 15 0,76 1 0,-749-60 0,778 61 0,-1-2 0,1-1 0,0-1 0,1-2 0,-1-1 0,2-1 0,-34-18 0,48 21-115,-1-1-510,-29-13 0,28 17-6201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1:09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316 0 24575,'-14'1'0,"0"0"0,0 1 0,0 0 0,0 1 0,-24 9 0,-63 32 0,74-32 0,19-8 0,-1 0 0,1 1 0,0 0 0,0 0 0,-10 9 0,16-12 0,0 0 0,0 0 0,1-1 0,-1 1 0,1 0 0,-1 1 0,1-1 0,0 0 0,0 0 0,0 0 0,0 1 0,0-1 0,0 1 0,1-1 0,-1 1 0,1-1 0,0 1 0,0-1 0,-1 1 0,2-1 0,-1 1 0,0-1 0,0 1 0,1-1 0,0 4 0,2 1 0,0-1 0,1 1 0,-1 0 0,1-1 0,1 0 0,-1 0 0,1 0 0,0 0 0,0-1 0,12 9 0,5 4 0,38 20 0,-55-35 0,35 20-273,1-2 0,1-2 0,0-1 0,68 17 0,-58-22-6553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1:56.6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915 1 24575,'-19'1'0,"0"1"0,0 1 0,-24 7 0,-8 1 0,-77 12 0,-161 26 0,263-45 0,-18 1 0,-55 15 0,87-17 0,0 1 0,0 0 0,0 1 0,0 1 0,1-1 0,0 2 0,0 0 0,1 0 0,-12 11 0,18-14 0,1 0 0,0 0 0,0 0 0,0 0 0,0 1 0,1 0 0,0-1 0,0 1 0,0 0 0,-1 6 0,-9 55 0,9-44 0,0-1 0,0 1 0,2 0 0,0 0 0,4 39 0,-1-51 0,0 1 0,1-1 0,0 0 0,0 1 0,1-1 0,0-1 0,1 1 0,0-1 0,1 1 0,0-2 0,13 17 0,1-4 0,2 0 0,0-2 0,1 0 0,1-1 0,42 23 0,-23-20 0,0-1 0,81 25 0,-13-15 0,1-5 0,0-5 0,148 8 0,346-16 0,-517-12 0,787-32 0,-791 25 0,78-10 0,-85 6 0,1 4 0,123 4 0,-140 4 0,-48-2 0,0 0 0,0-1 0,0 0 0,0-1 0,-1-1 0,1 0 0,-1-1 0,0 0 0,0-1 0,-1-1 0,20-13 0,-27 16 0,0-1 0,-1 1 0,1-1 0,-1 0 0,0 0 0,-1 0 0,0-1 0,1 1 0,-2-1 0,1 0 0,2-9 0,3-8 0,7-37 0,-15 58 0,3-11 0,-1-1 0,2-28 0,-4 38 0,0 0 0,-1 0 0,1-1 0,-1 1 0,0 0 0,0 0 0,-1 0 0,1 0 0,-1 0 0,1 0 0,-1 0 0,-1 0 0,1 1 0,-4-6 0,-7-3 0,1 0 0,-1 0 0,-1 1 0,0 1 0,-18-10 0,-84-40 0,83 45 0,-240-108 0,192 92 0,-126-30 0,119 40 0,-254-47 0,-74 42-409,-1 25-130,313 1 504,-1 2 35,-127-4 0,173-5 351,33 3-35,-33 0 0,7 3-393,26 0-181,1 1 1,-1 0-1,1 2 1,-29 6-1,40-4-6568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2:04.1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274 26 24575,'-3'0'0,"-4"0"0,-3 0 0,-4 0 0,-2 0 0,-2 0 0,-3 0 0,-1 0 0,0-3 0,0-1 0,2 0 0,1 1 0,0 1 0,1 0 0,1 1 0,2-2 0,5-1-8191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2:05.7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24575,'13'11'0,"1"0"0,0-2 0,1 1 0,0-2 0,28 12 0,-23-12 0,1-1 0,0-1 0,1-1 0,-1-1 0,28 2 0,109-3 0,-150-3 0,-4 1 0,0-1 0,0 0 0,0-1 0,0 1 0,0-1 0,0 1 0,0-1 0,0 0 0,6-3 0,-11 2 0,-7 1 0,-22 1 0,0 2 0,-44 8 0,22-2 0,-209 28 0,258-36 0,7-3 0,17-6 0,33-11 0,-19 10 0,-22 7 0,0-1 0,-1 0 0,1 0 0,12-8 0,-31 10 0,-6 4 0,-78 28 0,90-29 0,0-1 0,0 0 0,0 0 0,-1 0 0,1 0 0,0 0 0,0 0 0,0 0 0,0 0 0,0 1 0,0-1 0,-1 0 0,1 0 0,0 0 0,0 0 0,0 0 0,0 0 0,0 0 0,0 0 0,-1 0 0,1 0 0,0 0 0,0 0 0,0 0 0,0 0 0,0 0 0,-1 0 0,1 0 0,0 0 0,0 0 0,0 0 0,0 0 0,0 0 0,-1 0 0,1-1 0,0 1 0,0 0 0,0 0 0,0 0 0,0 0 0,0 0 0,0 0 0,-1 0 0,1 0 0,0-1 0,0 1 0,0 0 0,0 0 0,0 0 0,0 0 0,0 0 0,0 0 0,0-1 0,0 1 0,5-10 0,3-5 0,-8 15 0,0 0 0,0-1 0,0 1 0,1 0 0,-1-1 0,0 1 0,0 0 0,0-1 0,0 1 0,0-1 0,0 1 0,0 0 0,0-1 0,0 1 0,0 0 0,0-1 0,0 1 0,-1-1 0,1 1 0,0 0 0,0-1 0,0 1 0,0 0 0,-1-1 0,1 1 0,0 0 0,0 0 0,0-1 0,-1 1 0,1 0 0,0-1 0,-1 1 0,-2-1 0,0-1 0,0 1 0,0 0 0,0 1 0,-1-1 0,1 0 0,0 1 0,-7 0 0,-13-3 0,19 1-1365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2:07.3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 0 24575,'-6'0'0,"1"0"0,-1 1 0,0-1 0,1 1 0,0 0 0,-1 0 0,1 1 0,0 0 0,-1 0 0,1 0 0,0 0 0,0 1 0,-5 4 0,10-7 0,0 0 0,-1 0 0,1 1 0,0-1 0,0 0 0,0 0 0,0 0 0,0 1 0,-1-1 0,1 0 0,0 0 0,0 1 0,0-1 0,0 0 0,0 0 0,0 1 0,0-1 0,0 0 0,0 0 0,0 1 0,0-1 0,0 0 0,0 0 0,0 1 0,0-1 0,1 0 0,-1 0 0,0 1 0,0-1 0,0 0 0,0 0 0,0 0 0,1 1 0,-1-1 0,0 0 0,0 0 0,0 0 0,0 1 0,1-1 0,-1 0 0,0 0 0,0 0 0,1 0 0,-1 0 0,0 0 0,0 1 0,1-1 0,-1 0 0,16 5 0,8-1 0,0 0 0,0-2 0,35-1 0,-32-1 0,-1 1 0,36 6 0,-62-7 0,0 0 0,0 0 0,-1 0 0,1 0 0,0 1 0,0-1 0,0 0 0,0 0 0,0 0 0,0 0 0,0 0 0,0 0 0,0 0 0,0 1 0,0-1 0,0 0 0,0 0 0,0 0 0,0 0 0,0 0 0,0 0 0,0 1 0,0-1 0,0 0 0,0 0 0,0 0 0,0 0 0,0 0 0,0 0 0,0 0 0,0 1 0,0-1 0,0 0 0,0 0 0,0 0 0,0 0 0,1 0 0,-1 0 0,0 0 0,0 0 0,0 1 0,0-1 0,0 0 0,0 0 0,0 0 0,0 0 0,1 0 0,-1 0 0,0 0 0,0 0 0,0 0 0,0 0 0,0 0 0,-16 6 0,14-5 0,-98 24 0,58-16 0,1 2 0,-68 28 0,108-39 0,1 1 0,-1-1 0,0 0 0,0 0 0,1 1 0,-1-1 0,0 0 0,1 1 0,-1-1 0,0 0 0,1 1 0,-1-1 0,1 1 0,-1 0 0,0-1 0,1 1 0,0-1 0,-1 1 0,1 0 0,-1-1 0,1 1 0,0 0 0,-1-1 0,1 3 0,0-3 0,1 1 0,-1-1 0,1 1 0,-1 0 0,1-1 0,-1 1 0,1-1 0,0 0 0,-1 1 0,1-1 0,0 1 0,0-1 0,-1 0 0,1 0 0,0 1 0,0-1 0,-1 0 0,3 0 0,41 5 0,-1-6 0,-28 1 0,-27 0 0,-38 2 0,0 2 0,-83 17 0,180-25 0,116-21-2,159-28-1361,-282 45-5463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2:08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307 16 24575,'38'1'0,"-25"0"0,0 0 0,0-1 0,-1-1 0,1 0 0,0 0 0,20-6 0,-33 7 0,0 0 0,0 0 0,0 0 0,0 0 0,0 0 0,0 0 0,0 0 0,0 0 0,-1 0 0,1 0 0,0 0 0,0 0 0,0 0 0,0 0 0,0 0 0,0 0 0,0 0 0,0 0 0,0 0 0,0 0 0,0 0 0,0 0 0,0 0 0,0 0 0,-1 0 0,1 0 0,0 0 0,0 0 0,0-1 0,0 1 0,0 0 0,0 0 0,0 0 0,0 0 0,0 0 0,0 0 0,0 0 0,0 0 0,0 0 0,0 0 0,0 0 0,0 0 0,0 0 0,0 0 0,0-1 0,0 1 0,0 0 0,0 0 0,0 0 0,0 0 0,0 0 0,0 0 0,0 0 0,0 0 0,0 0 0,0 0 0,0 0 0,0 0 0,0 0 0,0 0 0,0-1 0,0 1 0,-12-2 0,-17-2 0,-41 4 0,0 3 0,0 4 0,-115 24 0,184-31 0,0 0 0,0 0 0,1 0 0,-1 0 0,0 0 0,0 0 0,0 0 0,1 1 0,-1-1 0,0 0 0,0 0 0,1 1 0,-1-1 0,0 0 0,1 1 0,-1-1 0,0 1 0,1-1 0,-1 1 0,1-1 0,-2 1 0,24 3 0,307-1-59,-215-5-1247,-63 2-5520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2:10.2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 24575,'0'3'0,"-3"1"0,-1 3 0,0 3 0,1 3 0,7-1 0,9 1 0,7-2 0,8-3 0,4-3 0,0-2 0,-9-2 0,-11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2:44.1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0 194 24575,'12'0'0,"28"0"0,43-8 0,24-7 0,21-5 0,29-6 0,8-4 0,-8 4 0,-23 2 0,-26 6 0,-28 5 0,-23 5 0,-17 4 0,-12 2 0,-6 3 0,-3-1 0,-5 2-8191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2:44.8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24575,'6'0'0,"0"1"0,-1 0 0,1 0 0,-1 0 0,1 1 0,7 2 0,12 4 0,265 52 15,7-21-211,245 7-745,-242-24 827,-285-21 114,-3 0 0,-1-1 0,1 2 0,0 0 0,-1 0 0,1 1 0,13 6 0,-24-9 0,0 0 0,0 1 0,0-1 0,0 1 0,0-1 0,0 1 0,0 0 0,-1-1 0,1 1 0,0 0 0,0-1 0,-1 1-1,1 0 1,0 0 0,-1 0 0,1 0 0,-1 0 0,1 0 0,-1 0 0,0 0 0,1 0 0,-1 0 0,0 0 0,0 0-1,1 2 1,-2 0 23,1 0 0,-1 0 0,1 1-1,-1-1 1,0 0 0,-1 0 0,-1 4-1,-5 9 144,-1 0 0,0-1 0,-2 0-1,1-1 1,-18 18 0,-72 65-149,37-38 27,46-43-161,4-2-195,0-1 0,-2-1 0,-24 17 0,19-17-6514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2:46.5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276 1624 24575,'6'-31'0,"1"2"0,53-404 0,-47 315 0,33-338 0,-34-3 0,-12 456 0,0 0 0,-1-1 0,1 1 0,-1 0 0,1 0 0,-1 0 0,0 0 0,0 1 0,0-1 0,-1 0 0,1 0 0,-4-4 0,5 6 0,-1 1 0,0-1 0,1 0 0,-1 1 0,0-1 0,1 1 0,-1-1 0,0 1 0,0 0 0,0-1 0,0 1 0,1 0 0,-1-1 0,0 1 0,0 0 0,0 0 0,0 0 0,-1 0 0,0 0 0,0 0 0,0 1 0,0-1 0,1 1 0,-1-1 0,0 1 0,0 0 0,1 0 0,-1 0 0,1 0 0,-1 0 0,-1 2 0,-13 10 0,2 1 0,-1 1 0,-22 31 0,-33 58 0,57-82 0,-17 25 0,2 2 0,2 2 0,3 0 0,2 1 0,-21 82 0,37-113 0,-10 28 0,16-49 0,-1 1 0,0-1 0,0 0 0,0 1 0,0-1 0,-1 0 0,1 0 0,0 1 0,0-1 0,0 0 0,0 0 0,0 1 0,0-1 0,0 0 0,0 0 0,-1 1 0,1-1 0,0 0 0,0 0 0,0 1 0,-1-1 0,1 0 0,0 0 0,0 0 0,0 0 0,-1 1 0,1-1 0,0 0 0,0 0 0,-1 0 0,1 0 0,0 0 0,0 0 0,-1 0 0,1 0 0,0 0 0,-1 0 0,1 0 0,0 0 0,0 0 0,-1 0 0,1 0 0,-1 0 0,-1-16 0,4 0 0,0-1 0,2 1 0,0 0 0,1 0 0,0 0 0,9-17 0,53-96 0,-49 98 0,3-8 0,179-304 0,-196 337 0,-1 1 0,0 0 0,0 1 0,1-1 0,-1 1 0,6-5 0,-8 8 0,0 0 0,0 1 0,0-1 0,1 0 0,-1 1 0,0-1 0,0 1 0,0-1 0,1 1 0,-1-1 0,0 1 0,1 0 0,-1 0 0,0 0 0,0 0 0,1 0 0,-1 0 0,0 0 0,1 0 0,-1 0 0,0 1 0,1-1 0,-1 0 0,0 1 0,0-1 0,1 1 0,0 0 0,11 8 0,-1 0 0,0 0 0,-1 1 0,0 1 0,0 0 0,15 22 0,-4-7 0,105 131 88,32 36-1541,-142-175-5373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3:05.7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72 24575,'7'0'0,"0"-1"0,1 0 0,-1 0 0,0-1 0,7-2 0,21-5 0,66-5 0,123-2 0,111 15 0,-184 3 0,729-14-535,-113 0 99,-727 12 468,1 1 0,-1 3 1,0 1-1,50 14 0,-13-1 238,0-2 0,141 8 0,652-14-270,-614-12 0,-119 8 0,202 34 0,-50-2 0,79-26 0,-2-26 0,185 2 0,-525 13-455,0 1 0,37 8 0,-25 1-6371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3:11.8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24575,'8'0'0,"15"0"0,43 8 0,26 3 0,30-1 0,34-2 0,23-6 0,36-3-1146,6-3 1146,-14 1 0,-27 0-586,-36 1 586,-38 1 0,-38 0-6459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3:35.7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97 24575,'0'-4'0,"4"-1"0,9 0 0,11 0 0,21-1 0,14-2 0,14-2 0,15 1 0,11-3 0,14 1 0,-1 2 0,-3 3 0,-4 2 0,-9 2 0,-11 2 0,-13 0 0,-15 0 0,-17 1-8191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3:49.7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1460 198 24575,'-39'2'0,"0"2"0,-52 12 0,-48 5 0,-3-10 0,-152 6 0,281-16 0,1 0 0,-1 0 0,1 1 0,-1 1 0,1 0 0,0 1 0,0 0 0,0 1 0,-21 12 0,10-3 0,1 2 0,1 0 0,-31 31 0,-106 112 0,73-77 0,53-53 0,-50 58 0,73-76 0,0 1 0,1 0 0,1 1 0,0-1 0,1 2 0,0-1 0,1 1 0,0-1 0,-3 20 0,5-20 0,-18 125 0,20-120 0,0 0 0,1 0 0,0 0 0,2 0 0,6 30 0,-5-40 0,-1 0 0,2-1 0,-1 1 0,1-1 0,0 0 0,0 0 0,1 0 0,0-1 0,0 0 0,1 0 0,0 0 0,0 0 0,9 5 0,4 3 0,0-2 0,2-1 0,31 15 0,15-1 0,1-3 0,120 24 0,-128-33 0,173 32-76,3-11 0,424 9 0,654-63-1775,1-55-763,-1111 63 2428,273-27 3417,-261-2-1701,-74 11-1425,332-43-92,-310 49-13,-78 11 0,-1-4 0,157-52 0,-236 66 0,0 0 0,0 0 0,0 0 0,-1-1 0,1 0 0,-1 0 0,0-1 0,0 1 0,-1-1 0,1 0 0,-1 0 0,0-1 0,0 1 0,-1-1 0,0 0 0,0 0 0,0 0 0,3-12 0,2-8 0,-2 0 0,-2-1 0,3-37 0,-3 28 0,-2 18 0,7-62 0,-1-113 0,-8 169 0,-2 0 0,0 1 0,-2 0 0,-1-1 0,0 2 0,-2-1 0,0 0 0,-2 1 0,-17-31 0,13 31 0,-2 1 0,0 0 0,-2 1 0,0 1 0,-1 1 0,0 0 0,-2 1 0,-41-27 0,30 26 0,0 2 0,-2 1 0,0 1 0,0 1 0,-59-12 0,23 11 0,-1 3 0,-72-1 0,-135 8 0,263 4 0,5 0 0,-610 12 0,0 54 0,436-34 0,-427 89 0,211-12 0,5-2 0,337-92 0,2 0 0,-73 9 0,56-15 0,11 0 0,-1-2 0,0-4 0,-88-5 0,130-2 0,0-1 0,1-1 0,-1 0 0,1-2 0,-20-10 0,-4-2 0,-65-18 0,67 23 0,0-3 0,-64-36 0,3 1 0,84 46-1365,3 2-5461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4:46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2000 115 24575,'-27'1'0,"-1"-2"0,1-1 0,0-1 0,-41-11 0,-30-10 0,-1 4 0,-153-12 0,162 24 0,37 2 0,0 2 0,0 3 0,-81 7 0,-42 26 0,-26 5 0,-57-22 0,153-11 0,99-3 0,0 0 0,-1 1 0,1 0 0,0 0 0,0 0 0,0 1 0,0 0 0,1 0 0,-1 1 0,1 0 0,0 0 0,0 1 0,0-1 0,1 1 0,-1 0 0,1 1 0,1-1 0,-1 1 0,-5 10 0,0-1 0,1 1 0,1 0 0,0 1 0,1-1 0,1 1 0,-7 36 0,6-6 0,2 0 0,2 67 0,3-61 0,-9 76 0,-2-67 0,2-10 0,-4 72 0,13-106 0,0-1 0,1 0 0,1 1 0,1-1 0,0 0 0,1 0 0,1-1 0,8 21 0,19 27 0,60 91 0,-60-105 0,-14-20 0,2 0 0,1-1 0,31 33 0,-44-55 0,0-1 0,1 0 0,-1 0 0,1 0 0,18 7 0,54 17 0,-58-22 0,410 120 0,11-23 0,-274-66 0,46 9-327,330 30 0,285-55-736,-367-17 621,1354 28-1416,13 21 844,-248-30 224,560-166 729,-2066 135 78,755-26 4880,-313 2-3976,-451 24-1048,494-62-437,-2-52 259,-550 117 305,33-9 0,46-18 0,-78 25 0,0 0 0,0-1 0,-1 0 0,0 0 0,0-1 0,0 0 0,-1-1 0,17-17 0,-23 21 12,-1 0 0,1 0-1,-1 0 1,1 0 0,-1 0-1,0 0 1,-1-1 0,1 1-1,-1-1 1,0 1-1,0-1 1,0 0 0,0-7-1,-1 4 34,-1 0 0,0 1 0,0-1 0,-1 1-1,1 0 1,-2-1 0,-5-12 0,-2-1 59,-2 1 0,-1 0 1,0 1-1,-24-27 0,-102-102-104,110 122 0,-1 1 0,-2 1 0,-43-26 0,-190-79 16,-20 19-220,72 40-744,-370-72 0,-231 30-1230,371 77 2178,-53 7-719,-528-12-2904,-184-7 3718,5-32-2035,643 18 2756,-258-18-3,52 59 914,-17 20-1166,509 1-708,-367 1 151,-601-1 1191,607-21-411,613 19-895,-26-1-3273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4:49.1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0 892 24575,'160'170'0,"-131"-134"0,-1 0 0,-2 2 0,22 44 0,-40-64 0,-1-1 0,10 36 0,-5-11 0,-11-39 0,0 0 0,1 1 0,-1-1 0,1 0 0,0 0 0,0 0 0,0-1 0,0 1 0,1 0 0,-1-1 0,1 1 0,-1-1 0,1 0 0,0 0 0,0 0 0,0 0 0,0-1 0,0 1 0,6 1 0,2 0 0,-1 0 0,1-1 0,0 0 0,0-1 0,17 0 0,4-3 0,0-1 0,-1-1 0,1-2 0,-1-1 0,49-18 0,114-48-294,44-32-882,804-438-1983,-825 424 3422,92-51-263,-51 26 0,-62 31-29,-60 34-695,-46 26-2348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20.8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 1 24575,'153'27'0,"131"-9"0,-174-14 0,102 18 0,-1049-23-1365,769 1-5461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21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1 101 24575,'35'6'0,"213"30"0,-4-17-614,102-4-1845,114-11 1211,725-49-1891,7-51 1784,-1007 77 1090,-118 9 265,-67 10 0,1 0 0,-1 0 0,0 0 0,1 0 0,-1 0 0,0 0 0,1 0 0,-1 0 0,0 0 0,1 0 0,-1 0 0,0 0 0,1 0 0,-1 0 0,0 0 0,1 0 0,-1-1 0,0 1 0,1 0 0,-1 0 0,0 0 0,1-1 0,-1 1 0,0 0 0,0 0 0,0-1 0,1 1 0,-1 0 0,0 0 0,0-1 0,0 1 0,1-1 0,-28-2 0,-102 1 0,-84 6 90,-559 45 372,-7 32-385,400-40 547,249-28 3290,-246-6-1,496-7-3822,-53-1-1547,-14 1-5370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23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710 240 24575,'-17'-1'0,"-1"2"0,1 0 0,-1 1 0,-27 7 0,38-7 0,0 1 0,0-1 0,0 1 0,1 1 0,0-1 0,-1 1 0,1 0 0,1 1 0,-1-1 0,1 1 0,-1 0 0,2 1 0,-1-1 0,-4 8 0,-85 119 0,87-119 0,1 0 0,0 0 0,0 1 0,1 0 0,1 0 0,1 0 0,-3 17 0,2 5 0,-1 61 0,7 187 0,-2-277 0,0 1 0,1-1 0,1 1 0,-1-1 0,1 0 0,0 1 0,1-1 0,-1 0 0,1 0 0,1 0 0,6 9 0,4 3 0,1 0 0,23 22 0,1 1 0,21 23 0,95 84 0,-110-112 0,2-2 0,1-2 0,64 33 0,-72-47 0,0-3 0,1-1 0,1-2 0,0-1 0,1-3 0,77 7 0,268-11 0,-240-8 0,1219 1 0,-729 3 0,-607-1 0,125-6 0,-141 5 0,0-2 0,0 0 0,0 0 0,0-2 0,-1 1 0,0-2 0,27-14 0,-34 15 0,0 0 0,0-1 0,-1 0 0,0 0 0,-1-1 0,1 1 0,-1-1 0,0 0 0,-1-1 0,1 1 0,-2-1 0,1 0 0,-1 0 0,0 0 0,2-12 0,2-13 0,-1 0 0,1-54 0,-5 60 0,-1 10 0,4-45 0,-6-96 0,0 153 0,0 0 0,0 0 0,0-1 0,-1 1 0,0 0 0,0 1 0,0-1 0,0 0 0,-1 1 0,0-1 0,0 1 0,0 0 0,-4-4 0,-7-6 0,0 1 0,-21-14 0,25 19 0,-34-24 0,-74-40 0,-54-14 0,149 75 0,-722-303-1264,-22 46 1025,334 147 459,318 97 398,-211-15 0,-504 30-1119,549 12 389,22-2-1144,169 0-5019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41.5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0 194 24575,'4'-1'0,"-1"1"0,1-1 0,-1 1 0,0-1 0,1 0 0,4-2 0,17-5 0,843-104-1817,-535 88 1454,82 6-243,959-7-2534,5 28 1882,-1246-1 1258,-123-3 66,0 2 0,0 0 0,19 3 0,-29-4-57,0 0-1,0 0 0,0 0 0,0 0 0,1 0 0,-1 0 0,0 1 0,0-1 1,0 0-1,0 0 0,0 0 0,0 0 0,0 0 0,0 0 0,1 0 0,-1 0 1,0 0-1,0 0 0,0 0 0,0 1 0,0-1 0,0 0 0,0 0 0,0 0 0,0 0 1,0 0-1,0 0 0,0 1 0,0-1 0,0 0 0,0 0 0,0 0 0,0 0 1,0 0-1,0 0 0,0 1 0,0-1 0,0 0 0,0 0 0,0 0 0,0 0 1,0 0-1,0 0 0,0 0 0,0 1 0,0-1 0,0 0 0,0 0 0,0 0 1,0 0-1,0 0 0,-1 0 0,1 0 0,0 0 0,0 1 0,0-1 0,0 0 1,0 0-1,0 0 0,0 0 0,0 0 0,-1 0 0,1 0 0,0 0 1,-22 8 519,-94 12-264,-101 8-264,-114 5 102,-1642 146 1735,1914-172-1562,67-5-277,0-1 0,1 0 0,-1-1 0,16 0 0,155 0 2,128-1-503,758-8-2386,1-25 5589,-992 29-2247,-63 2-442,-41 2-9,-845 14-901,577-7-627,-1037 57 2544,1184-48-718,108-9-300,30-1 0,21-3 0,1 0 0,0-1 0,-1 0 0,1 0 0,11-1 0,161 3 0,126-2-474,479-7-1970,404-20 2963,-1014 18 1275,-138 5-1377,-32 2-309,-9-1 13,-30-3 273,-36-1-1,-181-6-196,-112 1-780,-105 4-1752,-1738 65 311,1800-27 2024,154 3 0,239-31 0,0 0 0,-23 8 0,24-2 0,11-9 0,-1 0 0,1 0 0,0 1 0,0-1 0,0 0 0,0 0 0,0 1 0,0-1 0,0 0 0,0 0 0,0 1 0,0-1 0,0 0 0,0 1 0,0-1 0,0 0 0,0 0 0,0 1 0,0-1 0,0 0 0,0 0 0,0 1 0,0-1 0,0 0 0,1 0 0,-1 1 0,0-1 0,0 0 0,0 0 0,0 0 0,1 1 0,-1-1 0,3 2 0,1 0 0,0 0 0,-1 0 0,1-1 0,0 1 0,0-1 0,0 0 0,6 1 0,76 11 0,196 4-429,144-9-1287,111-13 1287,698-29-126,-6-39 1934,-1011 52-1098,-190 18-281,50-13 0,-78 16 1,0 0 0,1 0 1,-1 1-1,0-1 0,0-1 1,1 1-1,-1 0 1,0 0-1,1 0 0,-1 0 1,0 0-1,1 0 0,-1 0 1,0 0-1,0 0 1,1-1-1,-1 1 0,0 0 1,0 0-1,1 0 0,-1 0 1,0-1-1,0 1 0,1 0 1,-1 0-1,0-1 1,0 1-1,0 0 0,0 0 1,1-1-1,-1 1 0,0 0 1,0-1-1,0 1 0,0 0 1,0-1-1,0 1 1,0 0-1,0 0 0,0-1 1,0 1-1,0 0 0,0-1 1,-2 0 40,0 0 0,1-1 0,-1 2 0,0-1 0,0 0 0,0 0 0,0 0 0,0 1 0,-3-1 0,-127-20 1878,-98-1-1440,-89 1-210,-93 5 807,-1850 2-808,1950 25-269,120 0 363,154-6 363,35-3-329,9 0-67,116 5 33,164-3-363,170-2-919,184-2-2754,2576-57-302,-2916 49 7790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47.7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24575,'9'10'0,"-1"1"0,1-1 0,6 14 0,0-1 0,97 169 0,-13 13 0,-72-147 0,41 96 0,56 190 0,10 174 0,-113-416 0,24 101 0,-34-164 0,45 194 0,-56-231 0,1 1 0,-1-1 0,0 1 0,1-1 0,-1 1 0,-1-1 0,1 1 0,0 0 0,-1 2 0,1-5 0,-1 1 0,1-1 0,0 0 0,0 0 0,0 1 0,0-1 0,-1 0 0,1 0 0,0 1 0,0-1 0,-1 0 0,1 0 0,0 0 0,0 1 0,-1-1 0,1 0 0,0 0 0,-1 0 0,1 0 0,0 0 0,0 0 0,-1 1 0,1-1 0,0 0 0,-1 0 0,1 0 0,-1 0 0,-14-7 0,-11-14 0,1-1 0,1-2 0,-37-44 0,14 13 0,-285-299 0,291 315 0,33 34 0,9 10 0,13 21 0,22 28 0,-17-25 0,103 150 0,209 236 0,-317-399 0,-3-4 0,0 0 0,0 0 0,1-1 0,1 0 0,0-1 0,23 13 0,-34-21 0,0-2 0,0 1 0,0 0 0,0 0 0,1-1 0,-1 1 0,0-1 0,0 1 0,1-1 0,-1 0 0,0 0 0,1 0 0,-1 0 0,0-1 0,0 1 0,1-1 0,-1 1 0,0-1 0,0 0 0,0 0 0,0 0 0,0 0 0,0 0 0,0 0 0,0 0 0,0-1 0,0 1 0,2-4 0,2-1 0,-1-1 0,0 1 0,0-1 0,0-1 0,-1 1 0,7-16 0,3-16 0,-1-1 0,-2 0 0,-2-1 0,7-64 0,-2-172 0,-19 142-1365,-1 90-5461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48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59 24575,'-4'0'0,"11"0"0,27 0 0,29-4 0,28-5 0,6-1 0,6-4 0,-6 2 0,-19 2-8191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49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24575,'8'0'0,"19"4"0,20 2 0,7-1 0,6-1 0,0-1 0,-1-2 0,-7 0 0,-13 0-8191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9:46.9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243 99 24575,'3'0'0,"0"0"0,1 0 0,-1 0 0,0 1 0,0-1 0,1 1 0,-1 0 0,0 0 0,0 1 0,0-1 0,0 0 0,0 1 0,3 2 0,0 1 0,-1 0 0,1 0 0,-1 1 0,7 10 0,-10-12 0,0 0 0,0-1 0,0 1 0,-1 0 0,1 0 0,-1-1 0,0 1 0,-1 0 0,1 0 0,-1 1 0,1-1 0,-1 0 0,0 0 0,-1 0 0,1 0 0,-1 0 0,0 0 0,0 0 0,0 0 0,0 0 0,-1-1 0,1 1 0,-1 0 0,0-1 0,-5 7 0,6-7 0,-1-1 0,0 1 0,0-1 0,0 1 0,0-1 0,0 0 0,0 0 0,-1 0 0,1 0 0,-1 0 0,0-1 0,1 1 0,-1-1 0,0 0 0,0 0 0,0 0 0,0 0 0,0 0 0,0 0 0,0-1 0,0 0 0,0 1 0,0-1 0,0 0 0,0-1 0,0 1 0,0 0 0,0-1 0,0 0 0,0 0 0,0 0 0,0 0 0,0 0 0,-5-3 0,0-2 0,1 0 0,-1-1 0,1 1 0,0-1 0,1-1 0,0 1 0,0-1 0,0 0 0,1-1 0,-4-8 0,2 3 0,1 0 0,0 0 0,1 0 0,1-1 0,-5-26 0,9 38 0,-1 0 0,1 1 0,0-1 0,0 0 0,0 0 0,0 0 0,1 0 0,-1 0 0,1 1 0,-1-1 0,1 0 0,0 0 0,0 1 0,0-1 0,1 1 0,-1-1 0,1 1 0,-1-1 0,1 1 0,0 0 0,0 0 0,0 0 0,0 0 0,0 0 0,4-3 0,-2 3 0,0 1 0,0-1 0,-1 1 0,1-1 0,0 1 0,0 0 0,0 1 0,0-1 0,1 1 0,-1 0 0,0 0 0,0 0 0,0 0 0,0 1 0,0 0 0,0-1 0,6 4 0,2 0 0,-1 2 0,0-1 0,0 2 0,0-1 0,-1 1 0,0 1 0,0 0 0,-1 1 0,0-1 0,0 2 0,-1-1 0,0 1 0,-1 0 0,10 19 0,-1 3 0,0 0 0,-2 1 0,18 67 0,-22-60 0,-1 1 0,-2 0 0,1 46 0,-7-81 0,-1 1 0,0-1 0,-1 0 0,1 0 0,-1 0 0,-1 0 0,1 0 0,-1 0 0,-3 7 0,4-11 0,0 0 0,-1 1 0,1-1 0,-1 0 0,0 0 0,1 0 0,-1 0 0,0 0 0,0-1 0,0 1 0,-1-1 0,1 1 0,0-1 0,-1 0 0,1 1 0,0-1 0,-1-1 0,0 1 0,1 0 0,-1-1 0,1 1 0,-6 0 0,0-1 0,1-1 0,-1 1 0,0-1 0,1 0 0,-1-1 0,1 0 0,0 0 0,-1-1 0,1 0 0,0 0 0,1 0 0,-1-1 0,1 0 0,-9-7 0,1 0 0,1 0 0,0-1 0,1-1 0,1 0 0,-13-18 0,15 18 0,0-1 0,1 0 0,1 0 0,0-1 0,1 0 0,0 0 0,1 0 0,1-1 0,0 1 0,1-1 0,-1-32 0,4 46 0,0 1 0,0-1 0,0 0 0,0 1 0,0-1 0,0 1 0,1-1 0,-1 1 0,0-1 0,1 0 0,-1 1 0,1-1 0,0 1 0,0 0 0,-1-1 0,1 1 0,0 0 0,0-1 0,0 1 0,0 0 0,0 0 0,1 0 0,-1 0 0,0 0 0,1 0 0,-1 0 0,0 0 0,1 0 0,-1 1 0,1-1 0,-1 1 0,1-1 0,-1 1 0,1-1 0,0 1 0,-1 0 0,1 0 0,-1 0 0,1 0 0,2 0 0,2 1 0,0 0 0,-1 1 0,1-1 0,0 1 0,-1 0 0,0 1 0,1-1 0,-1 1 0,9 6 0,-4-1 0,-1 0 0,0 0 0,0 1 0,11 14 0,-17-20 0,0 1 0,0 1 0,-1-1 0,1 0 0,-1 1 0,0-1 0,0 1 0,0-1 0,-1 1 0,1 0 0,-1 0 0,-1 0 0,2 8 0,-2-12 0,0-1 0,0 1 0,0 0 0,0 0 0,0 0 0,0-1 0,0 1 0,0 0 0,-1 0 0,1 0 0,0-1 0,0 1 0,-1 0 0,1 0 0,0-1 0,-1 1 0,1 0 0,-1 0 0,1-1 0,-1 1 0,1-1 0,-1 1 0,1 0 0,-1-1 0,0 1 0,1-1 0,-2 1 0,1-1 0,0 0 0,-1 0 0,1 0 0,0 0 0,0-1 0,0 1 0,0 0 0,0-1 0,0 1 0,0-1 0,0 1 0,0-1 0,0 1 0,0-1 0,0 0 0,-1-1 0,-6-5 0,1 0 0,-14-16 0,16 16 0,1 0 0,-1 0 0,-6-14 0,11 20 0,-1 0 0,1-1 0,-1 1 0,1 0 0,0 0 0,0 0 0,0 0 0,-1 0 0,1-1 0,0 1 0,0 0 0,0 0 0,1 0 0,-1 0 0,1-3 0,-1 4 0,1-1 0,-1 1 0,1-1 0,-1 0 0,1 1 0,0 0 0,-1-1 0,1 1 0,0-1 0,-1 1 0,1 0 0,0-1 0,0 1 0,-1 0 0,1 0 0,0 0 0,0-1 0,-1 1 0,1 0 0,0 0 0,0 0 0,0 0 0,-1 0 0,1 1 0,0-1 0,0 0 0,0 0 0,7 2 0,-1 0 0,1 0 0,-1 1 0,0 0 0,0 0 0,0 1 0,0 0 0,-1 0 0,1 1 0,-1-1 0,0 1 0,0 1 0,-1-1 0,6 7 0,3 5 0,-1 1 0,0 1 0,18 34 0,-23-36 0,0-1 0,-1 1 0,-1 0 0,7 32 0,-12-42 0,0-1 0,0 0 0,-1 0 0,0 0 0,0 1 0,0-1 0,-1 0 0,0 0 0,0 1 0,0-1 0,-1 0 0,0 0 0,0-1 0,0 1 0,-1 0 0,0-1 0,-5 8 0,2-6 0,0 0 0,0 0 0,-1 0 0,-14 10 0,19-16 0,1 0 0,0 1 0,-1-1 0,1 0 0,-1-1 0,1 1 0,-1 0 0,0 0 0,1-1 0,-1 1 0,0-1 0,1 1 0,-1-1 0,0 0 0,0 0 0,1 1 0,-1-1 0,0-1 0,0 1 0,1 0 0,-1 0 0,0-1 0,1 1 0,-1 0 0,0-1 0,1 0 0,-1 1 0,0-1 0,1 0 0,-1 0 0,1 0 0,0 0 0,-3-2 0,1-1 0,-1-1 0,1 0 0,0 0 0,0 0 0,1-1 0,-1 1 0,1-1 0,1 1 0,-3-9 0,-6-55 0,9 59 0,1 8 0,-4-68 0,4 63 0,0-1 0,1 1 0,0 0 0,0 0 0,1 0 0,0-1 0,3-7 0,-5 15 0,0-1 0,0 0 0,1 1 0,-1-1 0,0 0 0,0 1 0,1-1 0,-1 0 0,1 1 0,-1-1 0,0 1 0,1-1 0,-1 1 0,1-1 0,-1 1 0,1-1 0,-1 1 0,1 0 0,0-1 0,-1 1 0,1 0 0,0-1 0,-1 1 0,1 0 0,0 0 0,-1-1 0,2 1 0,-1 0 0,-1 1 0,1-1 0,0 1 0,0-1 0,0 1 0,0-1 0,-1 1 0,1-1 0,0 1 0,0 0 0,-1-1 0,1 1 0,-1 0 0,1 0 0,0-1 0,0 3 0,16 36 0,-15-33 0,0 0 0,-1 0 0,1 1 0,-1-1 0,-1 0 0,1 11 0,-1-17 0,0 1 0,0-1 0,0 0 0,0 1 0,0-1 0,0 1 0,0-1 0,0 0 0,0 1 0,0-1 0,0 0 0,0 1 0,0-1 0,-1 0 0,1 1 0,0-1 0,0 1 0,0-1 0,-1 0 0,1 0 0,0 1 0,0-1 0,-1 0 0,1 1 0,0-1 0,-1 0 0,1 0 0,0 0 0,-1 1 0,1-1 0,0 0 0,-1 0 0,-10-7 0,-7-21 0,8 8 0,-12-38 0,19 49 0,1 0 0,0 0 0,0 0 0,1 0 0,0 0 0,1 0 0,0-12 0,0 20 0,0 0 0,0 0 0,0 0 0,1 0 0,-1 0 0,0 0 0,0-1 0,1 1 0,-1 0 0,1 0 0,-1 0 0,1 0 0,-1 0 0,1 0 0,0 0 0,-1 1 0,1-1 0,0 0 0,0 0 0,0 0 0,-1 1 0,1-1 0,0 0 0,0 1 0,0-1 0,0 1 0,0-1 0,0 1 0,1-1 0,1 1 0,-1 0 0,0 0 0,0 0 0,0 0 0,0 1 0,0-1 0,0 0 0,0 1 0,0 0 0,0 0 0,0-1 0,0 1 0,-1 0 0,1 0 0,0 1 0,2 1 0,-2-1 0,0-1 0,-1 1 0,1-1 0,-1 1 0,1-1 0,-1 1 0,0 0 0,0 0 0,0 0 0,0 0 0,0 0 0,0 0 0,0 0 0,-1 0 0,2 3 0,-2-4 0,0 1 0,0-1 0,-1 1 0,1-1 0,0 0 0,0 1 0,-1-1 0,1 0 0,-1 0 0,1 1 0,-1-1 0,1 0 0,-1 0 0,0 1 0,0-1 0,1 0 0,-1 0 0,0 0 0,0 0 0,0 0 0,0 0 0,0-1 0,-1 1 0,1 0 0,0 0 0,0-1 0,-2 2 0,-7 1 0,1 0 0,0 0 0,-1 0 0,1-1 0,-1-1 0,1 1 0,-1-2 0,0 1 0,0-2 0,1 1 0,-11-3 0,8 2 0,0-1 0,0-1 0,1 0 0,-1-1 0,1 0 0,0-1 0,0 0 0,-19-12 0,21 10 0,0-1 0,1 0 0,0 0 0,0-1 0,1 0 0,0-1 0,1 1 0,0-1 0,0 0 0,1-1 0,0 0 0,1 1 0,0-1 0,1-1 0,0 1 0,1 0 0,0-1 0,0-17 0,2 26 0,0-1 0,0 1 0,0 0 0,1-1 0,0 1 0,-1 0 0,1 0 0,0-1 0,0 1 0,2-4 0,-2 6 0,0 0 0,-1 1 0,1-1 0,0 0 0,0 0 0,-1 0 0,1 1 0,0-1 0,0 0 0,0 1 0,0-1 0,0 0 0,0 1 0,0 0 0,0-1 0,0 1 0,0 0 0,0-1 0,0 1 0,0 0 0,1 0 0,-1 0 0,0 0 0,0 0 0,0 0 0,0 0 0,0 0 0,0 0 0,0 1 0,0-1 0,1 0 0,-1 1 0,0-1 0,1 1 0,5 3 0,0 0 0,0 1 0,0-1 0,0 2 0,-1-1 0,1 0 0,-1 1 0,-1 0 0,1 1 0,5 8 0,46 76 0,-50-78 0,-2-5 0,33 66 0,-35-68 0,-1 0 0,0 0 0,0 0 0,0 1 0,-1-1 0,1 1 0,-2 0 0,1-1 0,-1 12 0,0-18 0,0 1 0,0-1 0,0 1 0,0-1 0,0 1 0,0-1 0,0 1 0,0-1 0,-1 1 0,1-1 0,0 1 0,0-1 0,0 1 0,-1-1 0,1 1 0,0-1 0,-1 1 0,1-1 0,0 0 0,-1 1 0,1-1 0,0 1 0,-1-1 0,1 0 0,-1 0 0,1 1 0,-1-1 0,1 0 0,-1 0 0,1 1 0,-1-1 0,1 0 0,-1 0 0,1 0 0,-1 0 0,-1 0 0,0 0 0,0-1 0,1 1 0,-1-1 0,0 0 0,1 1 0,-1-1 0,1 0 0,-1 0 0,-2-2 0,-4-3 0,1 0 0,1-1 0,-9-9 0,2-1 0,2 0 0,0-1 0,1 0 0,1-1 0,-14-38 0,23 55 0,-1 0 0,1 1 0,-1-1 0,1 0 0,0 0 0,0 0 0,0 0 0,0 0 0,0 0 0,0-2 0,0 3 0,1 1 0,-1 0 0,0-1 0,0 1 0,0 0 0,0-1 0,0 1 0,1 0 0,-1 0 0,0-1 0,0 1 0,1 0 0,-1-1 0,0 1 0,0 0 0,1 0 0,-1 0 0,0-1 0,1 1 0,-1 0 0,0 0 0,1 0 0,-1 0 0,0 0 0,1 0 0,-1 0 0,0 0 0,1-1 0,-1 1 0,0 0 0,1 0 0,0 1 0,1-1 0,0 1 0,0 0 0,0 0 0,0 0 0,0 0 0,0 0 0,0 0 0,0 1 0,-1-1 0,1 1 0,0-1 0,-1 1 0,1 0 0,1 3 0,4 4 0,-1 1 0,-1 0 0,0 0 0,0 1 0,-1 0 0,0 0 0,-1 0 0,-1 0 0,3 13 0,-7-22-22,-2-6 74,-3-5-1447,0-2-5431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9:54.3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1119 24575,'0'2'0,"1"0"0,-1 0 0,1-1 0,0 1 0,0 0 0,0 0 0,0-1 0,0 1 0,0-1 0,0 1 0,0-1 0,0 1 0,1-1 0,-1 0 0,1 0 0,-1 0 0,1 0 0,-1 0 0,1 0 0,0 0 0,0 0 0,1 0 0,43 16 0,-19-11 0,0 0 0,1-2 0,-1-1 0,0-1 0,1-2 0,0-1 0,-1-1 0,36-6 0,10-8 0,127-44 0,-174 52 0,1 1 0,0 1 0,-1 1 0,2 1 0,-1 2 0,0 1 0,28 2 0,-14 0 0,-26-2 0,-1 1 0,1 0 0,0 2 0,0 0 0,-1 0 0,0 1 0,25 9 0,-36-11 0,0 1 0,0-1 0,0 0 0,1 0 0,-1 0 0,0 0 0,1 0 0,-1-1 0,1 0 0,-1 1 0,6-2 0,-7 1 0,0-1 0,1 0 0,-1 0 0,0 0 0,0 0 0,1 0 0,-1 0 0,0-1 0,0 1 0,0-1 0,-1 1 0,1-1 0,0 0 0,0 0 0,-1 0 0,1 0 0,0-2 0,-1 4 0,21-32 0,0 0 0,-3-1 0,0-1 0,22-57 0,-21 31 0,-3-2 0,-2 0 0,-3-1 0,5-73 0,-17 133 0,6-179 0,-7 148 0,-2 0 0,0 0 0,-11-43 0,13 74 0,0 0 0,0 0 0,0 0 0,0 0 0,0 0 0,-1 0 0,1 0 0,-1 0 0,0 1 0,0-1 0,0 0 0,0 1 0,0 0 0,-4-4 0,3 5 0,1 0 0,-1-1 0,1 1 0,-1 0 0,0 0 0,1 1 0,-1-1 0,0 1 0,1-1 0,-1 1 0,0 0 0,0 0 0,0 0 0,1 0 0,-1 0 0,0 1 0,-3 0 0,-3 2 0,1 0 0,0 0 0,-1 1 0,2-1 0,-1 2 0,0-1 0,1 1 0,0 0 0,0 1 0,-10 9 0,-6 10 0,-29 39 0,15-17 0,37-47 0,0 0 0,0 0 0,0 0 0,0 1 0,0-1 0,0 0 0,0 0 0,0 0 0,0 0 0,0 0 0,0 0 0,0 0 0,0 1 0,0-1 0,0 0 0,0 0 0,0 0 0,0 0 0,0 0 0,-1 0 0,1 0 0,0 0 0,0 0 0,0 1 0,0-1 0,0 0 0,0 0 0,0 0 0,0 0 0,0 0 0,0 0 0,-1 0 0,1 0 0,0 0 0,0 0 0,0 0 0,0 0 0,0 0 0,0 0 0,0 0 0,0 0 0,-1 0 0,1 0 0,0 0 0,0 0 0,0 0 0,0 0 0,0 0 0,0 0 0,0 0 0,-1 0 0,1 0 0,0 0 0,0 0 0,0 0 0,0 0 0,0 0 0,0 0 0,0 0 0,0 0 0,0 0 0,0-1 0,-1 1 0,1 0 0,0 0 0,0 0 0,0 0 0,3-11 0,7-15 0,49-136 0,-57 157 0,-1 1 0,1-1 0,0 1 0,0 0 0,1 0 0,4-6 0,-6 9 0,0 0 0,0 0 0,0 0 0,0 0 0,0 1 0,0-1 0,0 0 0,1 1 0,-1-1 0,0 1 0,0-1 0,1 1 0,-1-1 0,0 1 0,1 0 0,-1 0 0,0 0 0,1 0 0,-1 0 0,1 0 0,-1 0 0,0 0 0,1 0 0,-1 1 0,0-1 0,2 1 0,10 4 18,-1 1 0,0 0 1,0 1-1,0 0 0,13 12 0,-15-12-229,0 1 1,1-1-1,-1-1 1,1 0-1,1 0 1,19 6-1,-12-8-6615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0:03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1 24575,'-1'0'0,"0"1"0,0-1 0,0 0 0,0 1 0,0-1 0,0 1 0,0 0 0,1-1 0,-1 1 0,0 0 0,0 0 0,0 0 0,1-1 0,-1 1 0,0 0 0,1 0 0,-1 0 0,1 0 0,-1 0 0,1 0 0,-1 0 0,1 0 0,0 0 0,-1 0 0,1 1 0,0-1 0,0 2 0,-4 35 0,3-33 0,1 2 0,-1 0 0,2 0 0,-1 0 0,0 0 0,1 0 0,1 0 0,-1 0 0,3 7 0,-3-12 0,0 0 0,0 0 0,0-1 0,0 1 0,0 0 0,0-1 0,0 1 0,1-1 0,-1 0 0,1 1 0,-1-1 0,1 0 0,-1 0 0,1 0 0,-1 0 0,1 0 0,0 0 0,0 0 0,0-1 0,-1 1 0,1-1 0,0 1 0,0-1 0,0 1 0,0-1 0,0 0 0,0 0 0,0 0 0,0 0 0,0-1 0,-1 1 0,1 0 0,0-1 0,3-1 0,1 0 0,-1-1 0,1 0 0,-1 0 0,0-1 0,0 0 0,0 0 0,0 0 0,-1 0 0,1-1 0,6-10 0,-10 15 0,-1-1 0,1 1 0,-1-1 0,1 0 0,-1 1 0,1-1 0,-1 1 0,0-1 0,1 0 0,-1 0 0,0 1 0,0-1 0,1 0 0,-1 1 0,0-1 0,0 0 0,0 0 0,0 1 0,0-1 0,0 0 0,0 0 0,0 1 0,0-1 0,-1 0 0,1 0 0,0 1 0,0-1 0,-1 0 0,1 1 0,0-1 0,-1 0 0,1 1 0,-1-1 0,1 0 0,-1 0 0,-2-1 0,1 0 0,-1 1 0,1-1 0,-1 1 0,0-1 0,1 1 0,-1 0 0,-6-1 0,-20-4 0,23 6 0,11 2 0,-1 0 0,0-1 0,0 1 0,0 0 0,0 0 0,-1 0 0,1 0 0,-1 1 0,0 0 0,1-1 0,4 7 0,-4-4 0,1-1 0,0 0 0,0 0 0,6 4 0,-7-6 0,-1-1 0,0 1 0,0-1 0,1 0 0,-1 0 0,1 0 0,-1 0 0,7 0 0,-5-2 0,-8-1 0,-12 0 0,9 4 0,1 0 0,-1 0 0,1 0 0,-1 0 0,1 1 0,0 0 0,0 0 0,0 0 0,0 1 0,1-1 0,0 1 0,-6 7 0,7-9 0,0 1 0,1 0 0,0 0 0,0 0 0,-1 1 0,2-1 0,-1 1 0,0-1 0,1 1 0,0-1 0,-1 1 0,1 0 0,1-1 0,-1 1 0,1 0 0,-1 0 0,1 0 0,0 0 0,0-1 0,1 5 0,0-6 0,1 1 0,-1-1 0,0 0 0,1 0 0,-1 0 0,1 0 0,-1-1 0,1 1 0,0 0 0,0-1 0,0 1 0,0-1 0,0 1 0,0-1 0,0 0 0,0 0 0,1 0 0,-1 0 0,0-1 0,1 1 0,-1-1 0,0 1 0,1-1 0,4 0 0,7 2 0,0-1 0,25-2 0,-36 1 0,1-1 0,-1 1 0,1-1 0,0 0 0,-1 0 0,0 0 0,1 0 0,-1-1 0,0 1 0,1-1 0,-1 0 0,0 0 0,0 0 0,-1 0 0,1-1 0,3-3 0,-5 5 0,0-1 0,0 1 0,0-1 0,0 1 0,-1-1 0,1 1 0,0-1 0,-1 0 0,0 1 0,1-1 0,-1 0 0,0 1 0,0-1 0,0 0 0,0 0 0,0 1 0,0-1 0,0 0 0,0 0 0,-1 1 0,1-1 0,-1 0 0,1 1 0,-1-1 0,0 1 0,0-1 0,0 1 0,0-1 0,0 1 0,0-1 0,0 1 0,0 0 0,0 0 0,-1-1 0,0 0 0,-4-2-8,1 0 0,-1 0 0,0 0 0,0 1-1,-1-1 1,1 1 0,-1 1 0,-11-4 0,-6-2-1284,7 1-5534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0:10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1460 27 24575,'-16'-1'0,"0"-1"0,-28-6 0,-15-3 0,-256 7 0,171 6 0,122-2 0,-223 5 0,186-1 0,1 3 0,-68 17 0,75-14 0,-38 11 0,81-18 0,0-1 0,1 1 0,-1 1 0,1 0 0,0 0 0,0 0 0,0 1 0,-9 8 0,9-4 0,0 0 0,0 0 0,1 1 0,-10 19 0,2-3 0,2-4 0,0 1 0,1 0 0,2 0 0,0 1 0,2 0 0,0 1 0,2-1 0,1 1 0,-2 32 0,4 274 0,4-174 0,-2-122 0,9 61 0,-7-83 0,1 0 0,0-1 0,1 1 0,0-1 0,1 0 0,0 0 0,1-1 0,8 12 0,-1-2 0,2-1 0,0 0 0,1-1 0,1-1 0,0 0 0,38 28 0,-24-28 0,1 0 0,0-2 0,1-1 0,1-2 0,58 15 0,184 23 0,211 3-460,6-24-343,-106-8 497,1354 126 306,-625-61-471,-968-76 452,97 18 1118,-52-4-227,439 10-1435,6-33 55,-493-2 663,608 10-398,-420-2 171,-289-7 96,7 1 152,-1-3 0,63-8 0,-98 7-138,0-1-1,-1 0 1,1-1 0,-1-1 0,0 0 0,0-1 0,-1-1-1,0 0 1,0-1 0,0 0 0,-1-1 0,11-11 0,-7 5 33,0-1 1,-2-1 0,21-31-1,-29 38-72,0 0 0,-1 0 0,0-1-1,0 0 1,-1 0 0,-1 0 0,0-1-1,3-18 1,-6 26 1,0 0 0,0 1 0,-1-1 0,1 1 0,-1-1 0,0 1 0,0-1 0,0 1 0,0 0 0,0-1 0,-1 1 0,0 0 0,0 0 0,1 0 0,-2 0 0,1 0 0,0 0 0,-4-3 0,-6-4 0,0-1 0,-26-15 0,21 15 0,-262-156 0,170 106 0,75 42 49,-742-418-916,543 318 465,-5 10 1,-4 11-1,-5 10 0,-278-60 1,265 96 173,-2 11 0,-273-6 0,-111 30 444,212 18 2674,396-1-2486,-432-15-404,-357 11 0,380 51 0,101-7 0,175-34-1365,126-6-5461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0:13.2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24575,'0'4'0,"0"6"0,0 0-8191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16.3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1 434 24575,'156'1'0,"99"6"0,132 1 0,983-35-3750,-1-115 2941,-1075 90-368,458-131 1213,-712 174 1757,2 1-1,73-4 1,-77 9-1471,-17 1-118,-11 2-596,0-1-1,-1 0 1,13-3 0,-6-2-6434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36.7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1197 24575,'0'1'0,"0"0"0,1 0 0,-1 0 0,0 0 0,1-1 0,-1 1 0,1 0 0,-1 0 0,1-1 0,0 1 0,-1 0 0,1-1 0,0 1 0,-1 0 0,1-1 0,0 1 0,0-1 0,-1 1 0,1-1 0,0 0 0,0 1 0,1-1 0,23 9 0,22 0 0,1-3 0,0-1 0,70-2 0,-72-3 0,659 2 0,-350-4 0,-352 2 0,0 1 0,-1-2 0,1 1 0,0 0 0,0 0 0,-1-1 0,1 0 0,0 1 0,0-1 0,-1 0 0,1 0 0,4-3 0,-6 2 0,1 1 0,-1-1 0,0 1 0,0-1 0,1 0 0,-1 1 0,0-1 0,0 0 0,0 0 0,-1 0 0,1 0 0,0 0 0,-1 0 0,0 0 0,1 0 0,-1 0 0,0-4 0,2-23 0,1 0 0,13-52 0,1 24 0,-2 9 0,-2-1 0,11-87 0,-22-119 0,-4 134 0,1 43 0,3-105 0,-1 168-227,1 1-1,1 0 1,0 0-1,0 0 1,7-13-1,5-7-6598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06.4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24575,'0'74'0,"2"0"0,14 77 0,1-69 0,3 0 0,4-2 0,4 0 0,66 134 0,-88-204 0,-4-5 0,0 0 0,1 0 0,0 0 0,0-1 0,6 7 0,-9-11 0,0 0 0,0 0 0,1 1 0,-1-1 0,0 0 0,0 0 0,0 0 0,1 0 0,-1 0 0,0 0 0,0 0 0,1 1 0,-1-1 0,0 0 0,0 0 0,0 0 0,1 0 0,-1 0 0,0 0 0,0 0 0,1 0 0,-1 0 0,0 0 0,0-1 0,1 1 0,-1 0 0,0 0 0,0 0 0,1 0 0,-1 0 0,0 0 0,0 0 0,0-1 0,1 1 0,-1 0 0,0 0 0,0 0 0,0 0 0,0-1 0,1 1 0,-1 0 0,0 0 0,0 0 0,0-1 0,0 1 0,0 0 0,0 0 0,0-1 0,0 1 0,0 0 0,1 0 0,-1-1 0,0 1 0,0 0 0,0 0 0,0-1 0,-1 1 0,1 0 0,0 0 0,0-1 0,2-18 0,-2 18 0,-1-21 0,1 0 0,2 0 0,0 0 0,1 0 0,1 0 0,1 0 0,13-33 0,-14 49 0,0 0 0,1 0 0,0 0 0,0 0 0,0 1 0,1-1 0,-1 1 0,1 1 0,9-6 0,20-18 0,-31 24 0,1 0 0,0 0 0,0 0 0,0 0 0,1 1 0,-1 0 0,1 0 0,-1 1 0,10-4 0,-12 6 0,1-1 0,-1 0 0,0 1 0,1-1 0,-1 1 0,1 0 0,-1 0 0,1 1 0,-1-1 0,1 1 0,-1-1 0,0 1 0,1 0 0,-1 0 0,0 1 0,0-1 0,0 1 0,6 3 0,4 7 0,0 0 0,0 1 0,-1 0 0,-1 1 0,16 26 0,-5-8 0,-12-20 0,-2 1 0,12 25 0,-17-32 0,0 0 0,-1 1 0,0-1 0,0 1 0,-1-1 0,0 1 0,0 0 0,0 11 0,-2-15 0,1-1 0,-1 1 0,1 0 0,-1-1 0,0 1 0,0-1 0,0 0 0,-1 1 0,1-1 0,0 0 0,-1 1 0,0-1 0,1 0 0,-1 0 0,0 0 0,0-1 0,0 1 0,0 0 0,-1-1 0,1 1 0,-4 1 0,-6 3 0,-1 0 0,1-1 0,-15 3 0,10-2 0,-29 11 0,27-9 0,0-1 0,-1 0 0,1-2 0,-1 0 0,-34 4 0,34-11-1365,5-3-5461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02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1108 195 24575,'-1'-4'0,"0"1"0,0-1 0,-1 1 0,1 0 0,-1-1 0,0 1 0,0 0 0,0 0 0,-1 0 0,1 1 0,0-1 0,-5-2 0,-2-6 0,-14-18 0,11 14 0,0 0 0,-1 1 0,-15-13 0,23 23 0,-1-1 0,0 1 0,0 1 0,-1-1 0,1 1 0,-1 0 0,1 1 0,-1-1 0,0 1 0,0 1 0,-13-2 0,-39-1 0,-82 7 0,33 1 0,29-5 0,-71 2 0,128 2 0,1 1 0,0 0 0,1 2 0,-1 0 0,-30 14 0,-8 3 0,52-21 0,0 1 0,0 0 0,1 0 0,-1 1 0,1 0 0,0 0 0,0 1 0,0 0 0,0 0 0,1 0 0,-8 9 0,7-5 0,0 0 0,1 0 0,0 1 0,0 0 0,1-1 0,0 1 0,-3 14 0,1 11 0,1 1 0,1-1 0,2 65 0,2-75 0,0 18 0,2 1 0,8 43 0,-8-73 0,1-1 0,0 1 0,1 0 0,1-1 0,0 0 0,1 0 0,1 0 0,0-1 0,0 0 0,12 14 0,-15-21 0,1 0 0,1-1 0,-1 0 0,0 0 0,1 0 0,0 0 0,0-1 0,0 0 0,0 0 0,0-1 0,1 0 0,-1 0 0,1 0 0,9 0 0,10 1 0,0-1 0,38-3 0,-35 0 0,51 0 0,84-3 0,-125 2 0,0-3 0,43-10 0,-51 8 0,-9 2 0,0 0 0,0-1 0,-1-2 0,1 0 0,37-21 0,-54 25 0,0 0 0,0 0 0,-1-1 0,1 0 0,-1 0 0,0 0 0,0 0 0,-1-1 0,5-9 0,2-7 0,9-30 0,-8 19 0,0 3 0,-1 0 0,-1-1 0,-2 0 0,-2 0 0,0-1 0,-2 0 0,-2-39 0,-4 32-341,-1 0 0,-2 1-1,-15-50 1,15 65-6485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03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24575,'3'4'0,"0"1"0,0-1 0,0 0 0,1 0 0,-1-1 0,1 1 0,0-1 0,0 1 0,1-1 0,-1 0 0,1-1 0,-1 1 0,6 1 0,11 5 0,36 9 0,-51-16 0,46 11 0,-1-3 0,2-2 0,63 2 0,162-9 0,-202-2 0,-24-1-110,-26 1-69,0 0 0,0 1-1,0 2 1,-1 0 0,1 2-1,27 8 1,-44-9-6647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04.4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 24575,'0'-4'0,"0"-5"0,0-5 0,0 7 0,4 18 0,1 18 0,4 13 0,1 6 0,2 5 0,-1 3 0,-2 2 0,-3-6 0,-2-7 0,2-8 0,0-6 0,-1-4 0,-1-7-8191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27.3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148 276 24575,'-11'-1'0,"0"2"0,-1-1 0,1 2 0,-16 3 0,24-4 0,-1 0 0,1 0 0,0 0 0,0 1 0,-1 0 0,1-1 0,0 1 0,1 0 0,-1 1 0,0-1 0,0 0 0,1 1 0,0 0 0,-1-1 0,1 1 0,0 0 0,0 0 0,-1 4 0,-2 4 0,2 0 0,-1 0 0,1 0 0,1 1 0,0-1 0,-1 21 0,3 2 0,3 36 0,0-50 0,1 0 0,0 0 0,1 0 0,1-1 0,1 0 0,1 0 0,17 30 0,-6-18 0,1 0 0,2-1 0,33 36 0,-48-58 0,0 0 0,1-1 0,0 0 0,1 0 0,-1 0 0,1-1 0,1 0 0,-1-1 0,1 0 0,0-1 0,0 0 0,0 0 0,0-1 0,1-1 0,0 1 0,-1-2 0,1 1 0,0-2 0,12 1 0,-3-1 0,0-1 0,0-1 0,0-1 0,0 0 0,28-9 0,-41 9 0,0 0 0,0 0 0,0 0 0,0-1 0,-1 0 0,0 0 0,0-1 0,0 0 0,0 0 0,-1 0 0,0-1 0,0 0 0,0 0 0,-1 0 0,0 0 0,0-1 0,5-11 0,5-14 0,27-71 0,-36 87 0,0-1 0,-2 1 0,0-1 0,2-27 0,-5 9 0,-1 1 0,-1-1 0,-3 1 0,0 0 0,-2 0 0,-2 1 0,-1 0 0,-1 0 0,-2 1 0,-1 0 0,-28-43 0,39 70 0,0 0 0,-1 0 0,0 1 0,0-1 0,-1 1 0,1 0 0,-1 0 0,0 1 0,0-1 0,0 1 0,0 0 0,0 1 0,-1-1 0,1 1 0,-9-2 0,-6 0 0,0 0 0,0 2 0,-27-1 0,25 3 0,1-2 0,-37-7 0,-74-34-1365,61 15-5461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29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24575,'12'0'0,"20"0"0,25 0 0,30 0 0,25 0 0,12 0 0,11 0 0,5 0 0,-9 0 0,-22 0 0,-27 0 0,-22 0 0,-22 0-8191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29.8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24575,'4'0'0,"6"0"0,20 0 0,30 0 0,20 0 0,29 0 0,27 0 0,16 0 0,-11 0 0,-22 0 0,-26 0 0,-25 0 0,-21 0 0,-13 0 0,-14 4 0,-13 1 0,-12 0 0,-6-1-8191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16:30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24575,'0'4'0,"0"6"0,0 8 0,0 14 0,4 9 0,1 10 0,0 8 0,3 2 0,0 6 0,-1-3 0,-2-6 0,-1-7 0,-3-10 0,0-7 0,-1-5 0,4-8 0,5-8 0,1-5-8191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19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90 221 24575,'1'2'0,"0"-1"0,0 1 0,0-1 0,1 1 0,-1-1 0,1 0 0,-1 0 0,1 0 0,-1 0 0,1 0 0,0 0 0,0 0 0,-1-1 0,1 1 0,0-1 0,0 1 0,0-1 0,0 0 0,2 1 0,-1 0 0,0-1 0,0 1 0,1-1 0,-1 1 0,0-1 0,0 0 0,0 0 0,0-1 0,1 1 0,-1-1 0,0 1 0,0-1 0,0 0 0,5-2 0,-6 1 0,1 0 0,-1-1 0,0 1 0,0 0 0,0-1 0,0 1 0,0-1 0,0 0 0,-1 0 0,1 1 0,-1-1 0,0 0 0,0 0 0,0 0 0,0-1 0,0 1 0,-1 0 0,0 0 0,1 0 0,-1 0 0,0-1 0,-1 1 0,1 0 0,0 0 0,-1 0 0,-1-5 0,0 0 0,-1 1 0,1 0 0,-1 0 0,-1 0 0,0 0 0,1 1 0,-2-1 0,1 1 0,-1 0 0,-6-6 0,4 4 0,-1 1 0,0 0 0,-1 0 0,1 0 0,-1 1 0,-1 1 0,1-1 0,-1 2 0,0-1 0,0 1 0,-11-2 0,20 5 0,0 1 0,0 0 0,0-1 0,-1 1 0,1 0 0,0 0 0,0 0 0,0 0 0,0 0 0,-1 0 0,1 1 0,0-1 0,0 0 0,0 0 0,0 1 0,0-1 0,0 1 0,0-1 0,0 1 0,0 0 0,0-1 0,0 1 0,0 0 0,0-1 0,0 1 0,0 0 0,1 0 0,-1 0 0,0 0 0,1 0 0,-1 0 0,0 0 0,1 0 0,0 0 0,-1 0 0,1 0 0,-1 2 0,1 0 0,-1 0 0,1 1 0,0-1 0,0 0 0,1 0 0,-1 1 0,1-1 0,-1 0 0,1 0 0,0 0 0,0 0 0,3 5 0,1 0 0,1 0 0,0 0 0,0-1 0,0 0 0,1 0 0,0-1 0,0 1 0,1-1 0,0-1 0,0 0 0,0 0 0,1-1 0,-1 1 0,1-2 0,11 4 0,-10-4 0,0 0 0,0 0 0,1-1 0,-1-1 0,0 1 0,1-2 0,-1 1 0,1-2 0,-1 1 0,0-2 0,1 1 0,-1-1 0,20-7 0,-29 9 0,1-1 0,0 1 0,-1-1 0,1 0 0,-1 1 0,1-1 0,-1 0 0,0 0 0,1 0 0,-1 0 0,0 0 0,0-1 0,0 1 0,1 0 0,-1 0 0,0-1 0,-1 1 0,1-1 0,0 1 0,0-1 0,-1 1 0,1-1 0,-1 1 0,1-1 0,-1 0 0,1-2 0,-2 2 0,1 0 0,-1 0 0,1-1 0,-1 1 0,0 0 0,0 0 0,0 0 0,0 0 0,-1 0 0,1 0 0,0 0 0,-1 0 0,0 1 0,1-1 0,-1 0 0,0 1 0,0 0 0,-2-3 0,0 2 0,1 0 0,-1-1 0,0 1 0,0 0 0,0 1 0,0-1 0,0 1 0,0-1 0,0 1 0,0 1 0,0-1 0,-1 0 0,1 1 0,-8 0 0,9 1 0,1-1 0,-1 1 0,1 0 0,-1 0 0,1-1 0,-1 2 0,1-1 0,0 0 0,0 0 0,-1 1 0,1-1 0,0 1 0,0 0 0,1 0 0,-1 0 0,0 0 0,0 0 0,1 0 0,0 0 0,-1 0 0,1 1 0,0-1 0,0 0 0,0 1 0,-1 4 0,1-4-54,0 1-1,0-1 0,0 0 1,1 1-1,0-1 1,-1 1-1,1-1 0,1 0 1,-1 1-1,0-1 1,1 1-1,-1-1 0,1 0 1,0 1-1,0-1 0,1 0 1,-1 0-1,1 0 1,-1 0-1,1 0 0,0 0 1,0 0-1,0-1 1,5 6-1,9 3-6771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20.9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172 7 24575,'0'0'0,"0"0"0,0 0 0,1 0 0,-1 0 0,0-1 0,0 1 0,0 0 0,0 0 0,0 0 0,0 0 0,0-1 0,0 1 0,0 0 0,0 0 0,0 0 0,0 0 0,0-1 0,0 1 0,0 0 0,0 0 0,0 0 0,0-1 0,0 1 0,0 0 0,0 0 0,0 0 0,-1 0 0,1-1 0,0 1 0,0 0 0,0 0 0,0 0 0,0 0 0,0 0 0,-1 0 0,1-1 0,0 1 0,0 0 0,0 0 0,0 0 0,-1 0 0,1 0 0,0 0 0,0 0 0,0 0 0,0 0 0,-1 0 0,0 14 0,69 397 0,-65-394 0,4 13 0,1 1 0,14 32 0,8 24 0,-26-61 0,0-1 0,-1 2 0,-2-1 0,-1 0 0,-5 44 0,5-69 0,0 0 0,0 1 0,0-1 0,0 0 0,-1 0 0,1 0 0,0 0 0,-1 0 0,1 0 0,0 0 0,-1 0 0,1-1 0,-1 1 0,0 0 0,1 0 0,-1 0 0,0 0 0,1-1 0,-1 1 0,0 0 0,0-1 0,0 1 0,0 0 0,-1 0 0,0-1 0,0 1 0,0-1 0,1 0 0,-1 0 0,0 1 0,0-1 0,0-1 0,0 1 0,0 0 0,0 0 0,1-1 0,-4 0 0,-5-3 0,1 0 0,0-1 0,0 0 0,-11-7 0,-25-22 0,2-3 0,-50-52 0,80 76 0,13 12 0,-1 0 0,0 0 0,0 0 0,0 0 0,0 0 0,0 0 0,0 0 0,0 0 0,0 1 0,0-1 0,-1 0 0,1 1 0,0-1 0,0 1 0,-3-1 0,4 1 0,-1 1 0,1-1 0,0 1 0,0-1 0,0 1 0,-1-1 0,1 1 0,0-1 0,0 1 0,0 0 0,0-1 0,0 1 0,0-1 0,0 1 0,0-1 0,0 1 0,1 0 0,-1-1 0,0 1 0,0-1 0,0 1 0,1-1 0,-1 2 0,23 46 0,-5-18 0,1 0 0,2-1 0,0-1 0,2-1 0,1-1 0,2-1 0,29 22 0,-49-42 0,1-1 0,-1 0 0,1 0 0,-1-1 0,1 1 0,0-2 0,0 1 0,8 1 0,-12-3 0,0-1 0,-1 0 0,1 1 0,-1-1 0,1 0 0,-1-1 0,1 1 0,0 0 0,-1-1 0,1 1 0,-1-1 0,1 0 0,-1 0 0,0 0 0,1 0 0,-1 0 0,0-1 0,0 1 0,0-1 0,0 1 0,0-1 0,0 0 0,0 0 0,0 0 0,-1 0 0,3-3 0,2-6 15,0 0 0,-1 0 0,0-1 0,-1 1 0,0-1 0,-1 0 0,3-21 0,3-88-1500,-9 86-5341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23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24575,'-2'3'0,"-1"0"0,1 0 0,0 0 0,1 1 0,-1-1 0,0 1 0,1-1 0,0 1 0,0 0 0,0-1 0,0 1 0,1 0 0,-1 0 0,1 0 0,0-1 0,0 1 0,1 0 0,-1 0 0,1 0 0,0-1 0,0 1 0,0 0 0,0-1 0,0 1 0,1-1 0,0 1 0,0-1 0,0 0 0,0 0 0,5 6 0,3 1 0,0-1 0,1 0 0,1 0 0,-1-1 0,1 0 0,1-1 0,-1-1 0,1 0 0,1-1 0,18 6 0,-17-8 0,-13-5 0,-23-5 0,19 6 0,-1 0 0,0 1 0,1-1 0,-1 1 0,0 0 0,1-1 0,-1 1 0,0 0 0,1 1 0,-1-1 0,0 0 0,0 1 0,1 0 0,-1 0 0,1-1 0,-1 1 0,1 1 0,-1-1 0,1 0 0,0 1 0,-1-1 0,1 1 0,0-1 0,0 1 0,0 0 0,0 0 0,0 0 0,1 0 0,-1 1 0,1-1 0,-1 0 0,1 1 0,0-1 0,0 1 0,0-1 0,0 1 0,-1 4 0,2-7 0,-1 0 0,1 1 0,0-1 0,-1 0 0,1 0 0,-1 0 0,1 0 0,-1 0 0,1 0 0,-1 0 0,1 0 0,0 0 0,-1 0 0,1 0 0,-1-1 0,1 1 0,-1 0 0,1 0 0,0 0 0,-1 0 0,1-1 0,-1 1 0,1 0 0,0-1 0,-1 1 0,1 0 0,0 0 0,-1-1 0,1 0 0,-17-6 0,12 11 0,5 10 0,1-10 0,0 1 0,1-1 0,0 0 0,0 0 0,0 0 0,0 0 0,0-1 0,1 1 0,0-1 0,0 1 0,0-1 0,0 0 0,6 4 0,-5-3 0,0-1 0,0 0 0,1 0 0,0 0 0,-1 0 0,1-1 0,0 0 0,0 0 0,0 0 0,9 1 0,-13-2 0,0-1 0,1 0 0,-1 0 0,0 0 0,0 0 0,0 0 0,0 0 0,0 0 0,0 0 0,0-1 0,0 1 0,0 0 0,0-1 0,0 1 0,0 0 0,-1-1 0,1 1 0,0-1 0,0 0 0,0 1 0,0-1 0,-1 0 0,1 1 0,0-1 0,1-2 0,-2 2 0,1-1 0,0 0 0,-1 0 0,1 0 0,-1 1 0,0-1 0,0 0 0,0 0 0,0 0 0,0 0 0,0 0 0,0 0 0,-1-2 0,0-2 0,-1 0 0,0-1 0,0 1 0,-1 0 0,1 0 0,-1 0 0,-6-7 0,4 7-273,0 1 0,0-1 0,-1 1 0,-11-8 0,-3 0-6553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25.6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259 222 24575,'-2'0'0,"0"0"0,0 0 0,0 1 0,0-1 0,0 1 0,0-1 0,0 1 0,0-1 0,0 1 0,1 0 0,-1 0 0,0 0 0,1 0 0,-1 0 0,1 1 0,-1-1 0,-1 2 0,0 0 0,1 0 0,-1 1 0,1 0 0,0-1 0,0 1 0,0 0 0,-2 6 0,-1 5 0,2 0 0,-1 0 0,0 20 0,3-28 0,1-1 0,0 0 0,0 0 0,0 0 0,1 0 0,0 0 0,0 0 0,0 0 0,5 11 0,-5-15 0,0 0 0,0 0 0,0 0 0,1 0 0,-1 0 0,1 0 0,-1 0 0,1 0 0,0 0 0,0-1 0,-1 1 0,1 0 0,0-1 0,1 0 0,-1 0 0,0 1 0,0-1 0,1-1 0,-1 1 0,0 0 0,1 0 0,-1-1 0,0 1 0,1-1 0,-1 0 0,5 0 0,-4 0 0,-1-1 0,1 1 0,-1-1 0,0 0 0,1 0 0,-1 0 0,0 0 0,0 0 0,0 0 0,0 0 0,0-1 0,0 1 0,0-1 0,0 0 0,0 1 0,-1-1 0,1 0 0,-1 0 0,1 0 0,-1 0 0,0 0 0,0-1 0,0 1 0,2-4 0,1-6 0,0 1 0,0-2 0,2-16 0,0-5 0,-2-1 0,1-51 0,-5 75 0,-1 0 0,1 0 0,-2 0 0,0 0 0,0 0 0,-1 0 0,0 1 0,-1-1 0,0 1 0,0 0 0,-12-18 0,12 23 0,0 1 0,0 0 0,0-1 0,-1 1 0,1 1 0,-1-1 0,0 1 0,0 0 0,-1 0 0,1 0 0,0 1 0,-1 0 0,-9-3 0,12 5 0,0-1 0,0 1 0,1-1 0,-1 1 0,0 0 0,0 0 0,1 0 0,-1 0 0,0 1 0,0-1 0,0 1 0,1-1 0,-1 1 0,0 0 0,1 0 0,-1 0 0,1 1 0,-1-1 0,1 1 0,0-1 0,0 1 0,-1 0 0,1 0 0,0 0 0,0 0 0,1 0 0,-1 0 0,0 0 0,1 1 0,-3 3 0,-1 9 0,0 1 0,0-1 0,2 1 0,0 0 0,0-1 0,2 1 0,0 1 0,2 28 0,0-40 0,0 1 0,0-1 0,0 0 0,1 1 0,-1-1 0,1 0 0,1 0 0,-1 0 0,1 0 0,-1 0 0,2-1 0,-1 1 0,0-1 0,1 0 0,7 7 0,-8-8 0,0 0 0,1-1 0,-1 1 0,1-1 0,-1 0 0,1 0 0,0 0 0,-1-1 0,1 1 0,0-1 0,0 0 0,0 0 0,0 0 0,1-1 0,-1 0 0,0 1 0,0-1 0,0-1 0,0 1 0,0-1 0,8-1 0,-10 1 0,0 1 0,0-1 0,-1 0 0,1 0 0,0 0 0,0 0 0,0 0 0,-1-1 0,1 1 0,-1 0 0,1-1 0,-1 1 0,1-1 0,-1 0 0,0 1 0,0-1 0,0 0 0,1-3 0,0 2 0,-1-1 0,0 0 0,0 0 0,0 0 0,-1 0 0,0 0 0,1 0 0,-1 0 0,-1-5 0,0 2 0,0 1 0,0 0 0,-1 0 0,1 0 0,-1 0 0,-1 0 0,1 0 0,-1 0 0,0 1 0,0-1 0,-1 1 0,-5-6 0,2 4 0,-1 1 0,0 0 0,0 0 0,-1 1 0,1 0 0,-1 1 0,0 0 0,-1 0 0,-18-4 0,23 7 0,0 0 0,0 0 0,0 1 0,-1-1 0,1 1 0,0 1 0,0-1 0,0 1 0,-7 1 0,9-1 0,0 0 0,0 0 0,0 1 0,0-1 0,0 1 0,1-1 0,-1 1 0,0 0 0,1 0 0,-1 0 0,1 1 0,0-1 0,0 1 0,0-1 0,-3 6 0,-3 7 0,1 0 0,1 1 0,0 0 0,1 1 0,1-1 0,1 1 0,0 0 0,1 0 0,1 0 0,0 0 0,3 22 0,-2-34 0,1 0 0,0 0 0,0 0 0,0 0 0,1 0 0,0 0 0,0-1 0,0 1 0,0-1 0,0 1 0,1-1 0,0 0 0,0 0 0,0 0 0,5 4 0,-3-4 0,1 0 0,0 1 0,0-2 0,0 1 0,1-1 0,-1 0 0,1 0 0,0-1 0,0 0 0,7 1 0,-2 0 0,0 0 0,0-1 0,0 0 0,0-1 0,1 0 0,-1-1 0,0-1 0,1 0 0,14-3 0,-25 3 0,0 0 0,0 0 0,0 0 0,-1 0 0,1 0 0,0 0 0,0-1 0,-1 1 0,1 0 0,-1-1 0,1 1 0,-1-1 0,1 0 0,-1 0 0,0 1 0,0-1 0,1-3 0,0 1 0,0-1 0,-1 1 0,0-1 0,0 0 0,0 1 0,-1-1 0,1-7 0,-2-4 0,0 0 0,-1 0 0,-6-24 0,7 39 0,-11-42 0,11 42 0,1-1 0,-1 0 0,0 0 0,0 0 0,0 0 0,0 1 0,0-1 0,0 0 0,-1 1 0,1-1 0,0 1 0,-1 0 0,1-1 0,-1 1 0,1 0 0,-1 0 0,0 0 0,-2-2 0,3 3 0,1 0 0,-1 0 0,1 0 0,-1 0 0,0 0 0,1 0 0,-1 1 0,1-1 0,-1 0 0,1 0 0,-1 0 0,1 0 0,-1 1 0,1-1 0,-1 0 0,1 0 0,-1 1 0,1-1 0,0 1 0,-1-1 0,1 0 0,-1 1 0,1-1 0,0 1 0,-1-1 0,1 0 0,0 1 0,0-1 0,-1 2 0,-5 17 0,4-8 7,0 1 0,1 0 0,1-1 0,0 1 0,1 0 1,0-1-1,0 1 0,2-1 0,-1 1 0,1-1 0,1 0 0,0 0 0,1 0 0,0-1 0,0 1 0,14 18 0,-10-17-113,-1 0 0,2-1 0,0 0 0,0 0 0,1-1 0,1 0-1,-1-1 1,1-1 0,1 0 0,0 0 0,0-1 0,0-1 0,16 5 0,-4-4-6720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28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172 1254 24575,'23'0'0,"0"0"0,0 2 0,-1 1 0,1 1 0,42 12 0,-63-15 0,-1 0 0,1-1 0,-1 1 0,0 0 0,0 0 0,1 0 0,-1 0 0,0 0 0,0 0 0,0 1 0,0-1 0,0 0 0,-1 0 0,2 3 0,-1-3 0,0 1 0,0-1 0,0 1 0,0-1 0,0 0 0,0 0 0,0 1 0,0-1 0,0 0 0,0 0 0,1 0 0,-1 0 0,0-1 0,1 1 0,-1 0 0,3 0 0,-2 0 0,1 0 0,0-1 0,0 0 0,0 0 0,-1 0 0,1 0 0,0 0 0,4-1 0,-7 1 0,1 0 0,-1 0 0,0 0 0,1 0 0,-1 0 0,0 0 0,1-1 0,-1 1 0,0 0 0,0 0 0,1 0 0,-1 0 0,0 0 0,1-1 0,-1 1 0,0 0 0,0 0 0,0-1 0,1 1 0,-1 0 0,0 0 0,0-1 0,0 1 0,0 0 0,1 0 0,-1-1 0,0 1 0,0 0 0,0-1 0,0 1 0,0-1 0,0 0 0,-1 0 0,1 0 0,-1 0 0,1 0 0,-1 1 0,0-1 0,1 0 0,-1 0 0,0 0 0,0 1 0,1-1 0,-1 0 0,0 0 0,0 1 0,-1-1 0,-20-12 0,0 1 0,-44-15 0,21 8 0,-13-5 0,0 3 0,-86-19 0,174 45 0,0-1 0,1-1 0,34-2 0,93-11 0,-76-1 0,109-28 0,74-38 0,-36 13 0,-199 59 0,0 2 0,0 1 0,1 1 0,32 4 0,3 0 0,-49-3 0,-10 1 0,1-1 0,-1 0 0,0-1 0,13-1 0,-18 1 0,0 1 0,0-1 0,0 0 0,0 0 0,0 0 0,0 0 0,-1 0 0,1 0 0,0 0 0,0-1 0,-1 1 0,1-1 0,-1 1 0,1-1 0,-1 1 0,0-1 0,0 0 0,1 0 0,-1 0 0,1-3 0,3-10 0,0 0 0,-1 0 0,-1-1 0,2-17 0,1-68 0,-4 65 0,2-386 0,-5 297 0,1 116 0,-1 1 0,0 0 0,0-1 0,-1 1 0,0 0 0,0 0 0,-7-15 0,8 21 0,0 0 0,0 0 0,0 0 0,0 0 0,0 0 0,0 0 0,-1 0 0,1 1 0,-1-1 0,1 0 0,-1 1 0,0 0 0,1-1 0,-1 1 0,0 0 0,0 0 0,0 0 0,0 0 0,0 0 0,0 0 0,0 1 0,0-1 0,-1 1 0,1-1 0,0 1 0,0 0 0,0 0 0,-1 0 0,1 0 0,0 0 0,0 0 0,0 1 0,0-1 0,-4 2 0,-11 6 0,0 1 0,0 1 0,1 0 0,0 1 0,0 1 0,-23 24 0,-5 2 0,44-38 0,-1 1 0,1-1 0,0 1 0,-1-1 0,1 0 0,-1 1 0,1-1 0,0 0 0,-1 1 0,1-1 0,-1 0 0,1 0 0,-1 1 0,1-1 0,-1 0 0,1 0 0,-1 0 0,1 0 0,-1 0 0,1 0 0,-1 0 0,0 0 0,1 0 0,-1 0 0,1 0 0,-1 0 0,-1-12 0,13-22 0,-4 15 0,-4 8 0,1 1 0,1 0 0,9-17 0,-13 24 0,2 1 0,-1-1 0,0 0 0,0 1 0,1-1 0,-1 1 0,1 0 0,0 0 0,0 0 0,0 0 0,0 0 0,0 1 0,0-1 0,0 1 0,1 0 0,3-1 0,6 0 0,-1 0 0,1 1 0,-1 0 0,1 1 0,-1 1 0,16 2 0,73 19 0,-2-1 0,15-12-1365,-87-8-5461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30.9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240 166 24575,'-2'0'0,"0"1"0,0-1 0,0 0 0,0 0 0,0 1 0,0 0 0,0-1 0,0 1 0,1 0 0,-1 0 0,0 0 0,0 0 0,1 0 0,-1 0 0,0 0 0,1 1 0,-1-1 0,1 1 0,0-1 0,-1 1 0,1-1 0,0 1 0,0 0 0,0 0 0,0-1 0,0 1 0,1 0 0,-1 0 0,0 0 0,1 0 0,-1 0 0,1 0 0,0 0 0,0 0 0,0 0 0,0 0 0,0 2 0,0 1 0,0 0 0,1 0 0,-1 0 0,1 0 0,0 0 0,0 0 0,1 0 0,-1 0 0,1-1 0,0 1 0,1 0 0,-1-1 0,1 0 0,4 6 0,-5-8 0,1 1 0,0-1 0,-1 1 0,1-1 0,0 0 0,0 0 0,1 0 0,-1-1 0,0 1 0,1-1 0,-1 0 0,1 1 0,-1-2 0,5 2 0,-6-2 0,0 0 0,-1 0 0,1 0 0,-1-1 0,1 1 0,0 0 0,-1-1 0,1 1 0,-1-1 0,1 0 0,-1 1 0,1-1 0,-1 0 0,0 0 0,1 0 0,-1 0 0,0 0 0,0 0 0,1 0 0,-1 0 0,0-1 0,0 1 0,0 0 0,-1-1 0,1 1 0,0-1 0,0 1 0,-1-1 0,1 1 0,-1-1 0,1 1 0,-1-1 0,0-2 0,2-1 0,-1 0 0,-1 0 0,1 1 0,-1-1 0,0 0 0,0 0 0,0 0 0,0 0 0,-1 0 0,-2-7 0,2 10 0,0-1 0,0 1 0,0 0 0,0 0 0,0 0 0,-1 0 0,1 0 0,-1 0 0,0 0 0,1 0 0,-1 1 0,0-1 0,0 1 0,0-1 0,0 1 0,0 0 0,0 0 0,-1-1 0,1 2 0,0-1 0,-1 0 0,-3-1 0,-2 1 0,1 0 0,0 0 0,-1 0 0,1 1 0,-1 0 0,1 1 0,0 0 0,-1 0 0,-10 3 0,16-4 0,0 1 0,0 0 0,0 0 0,0-1 0,0 1 0,1 0 0,-1 0 0,0 0 0,1 1 0,-1-1 0,1 0 0,-1 1 0,1-1 0,0 1 0,-1-1 0,1 1 0,0 0 0,0-1 0,0 1 0,0 0 0,1 0 0,-1 0 0,0-1 0,1 1 0,-1 0 0,1 0 0,0 0 0,0 0 0,-1 0 0,1 0 0,1 0 0,-1 0 0,0 0 0,0 0 0,1 0 0,-1 0 0,1 0 0,-1 0 0,3 2 0,-1 1 0,0 0 0,1-1 0,-1 1 0,1-1 0,1 0 0,-1 0 0,0 0 0,1-1 0,0 1 0,0-1 0,0 0 0,0 0 0,0 0 0,1 0 0,-1-1 0,1 0 0,0 0 0,0 0 0,0-1 0,0 1 0,0-1 0,0 0 0,10 0 0,-13 0 0,1-1 0,0 0 0,0 0 0,0 0 0,0-1 0,0 1 0,0-1 0,0 1 0,0-1 0,-1 0 0,1 0 0,0 0 0,-1 0 0,1-1 0,0 1 0,-1-1 0,0 0 0,1 1 0,-1-1 0,0 0 0,0 0 0,0-1 0,0 1 0,0 0 0,-1-1 0,1 1 0,-1-1 0,1 1 0,-1-1 0,0 0 0,0 0 0,0 1 0,0-1 0,-1 0 0,1 0 0,-1 0 0,0 0 0,0 0 0,0 0 0,0 0 0,0 0 0,-1-3 0,-1-3 0,0 0 0,0 1 0,-1-1 0,0 1 0,0 0 0,-1 0 0,0 0 0,-1 0 0,1 1 0,-1-1 0,-1 1 0,0 1 0,0-1 0,0 1 0,0 0 0,-15-10 0,0 1 0,-1 1 0,-1 1 0,0 1 0,-37-14 0,9 9-1365,9 6-5461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32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0 24575,'0'36'0,"1"0"0,2 0 0,1 0 0,2-1 0,1 1 0,23 63 0,-16-64 0,-4-11 0,0 0 0,-2 1 0,-1 1 0,6 34 0,-12-59 0,-1 1 0,0-1 0,0 1 0,0-1 0,0 1 0,0-1 0,0 1 0,0-1 0,0 0 0,-1 1 0,1-1 0,0 1 0,-1-1 0,0 0 0,1 1 0,-1-1 0,1 0 0,-1 0 0,0 0 0,-1 2 0,1-3 0,0 1 0,0 0 0,0-1 0,0 1 0,0-1 0,0 0 0,-1 1 0,1-1 0,0 0 0,0 0 0,0 0 0,0 0 0,-1 0 0,1 0 0,0 0 0,0 0 0,0 0 0,-2-1 0,-6-1 0,1-1 0,1-1 0,-1 1 0,1-1 0,-9-6 0,-53-30 0,68 40 0,1-1 0,-1 1 0,0-1 0,0 1 0,1-1 0,-1 1 0,0-1 0,0 1 0,1 0 0,-1 0 0,0-1 0,0 1 0,0 0 0,0 0 0,0 0 0,1 0 0,-1 0 0,0 0 0,0 0 0,0 0 0,0 0 0,0 0 0,1 0 0,-1 1 0,0-1 0,0 0 0,0 1 0,0-1 0,1 1 0,-2 0 0,1 0 0,0 0 0,1 1 0,-1-1 0,0 1 0,1 0 0,-1-1 0,1 1 0,-1-1 0,1 1 0,0 0 0,0-1 0,0 1 0,0 0 0,0 2 0,1 6 0,0 1 0,1-1 0,6 20 0,-5-21 0,7 19 0,13 26 0,-20-48 0,0 0 0,0 0 0,1 0 0,-1-1 0,1 1 0,1-1 0,-1 0 0,1-1 0,0 1 0,8 6 0,-11-11 4,-1 1-1,1 0 1,-1-1-1,1 1 0,0-1 1,-1 1-1,1-1 1,0 0-1,-1 0 0,1 1 1,0-1-1,0-1 1,-1 1-1,1 0 1,0 0-1,-1 0 0,1-1 1,0 1-1,-1-1 1,1 0-1,-1 1 1,1-1-1,-1 0 0,1 0 1,-1 0-1,1 0 1,-1 0-1,0 0 0,0 0 1,1-1-1,-1 1 1,0 0-1,0-1 1,1-2-1,3-3-251,0 0 1,-1-1-1,0 0 1,-1 0-1,5-12 1,-2-2-6579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5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24575,'4'0'0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6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4572 24575,'11'-4'0,"49"-33"0,527-336-1638,90-48-5164,265-156 3811,1263-806 800,-1278 778 1605,-228 132 226,-232 141-494,-197 121 1041,-234 182 612,50-55 1,-84 82-746,0 0 0,0 0 0,0 0-1,-1-1 1,1 1 0,-1-1 0,1 1-1,-1-1 1,0 1 0,0-1 0,1-4-1,-2 6-29,0 1-1,0-1 0,0 1 0,0-1 0,-1 1 0,1-1 1,0 1-1,0 0 0,-1-1 0,1 1 0,0 0 1,0-1-1,-1 1 0,1 0 0,-1-1 0,1 1 1,0 0-1,-1-1 0,1 1 0,0 0 0,-1 0 0,1 0 1,-1-1-1,1 1 0,-1 0 0,1 0 0,-1 0 1,1 0-1,-1 0 0,1 0 0,0 0 0,-1 0 0,1 0 1,-1 0-1,1 0 0,-1 0 0,1 0 0,-1 1 1,-10 0 344,1 2 0,0-1 0,0 2 0,-13 5 0,-42 21-43,-92 58 0,-58 56-377,36-13 167,64-42 3402,112-87-3329,-46 36-2551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6.9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8 333 24575,'0'0'0,"0"0"0,-1 0 0,1 0 0,0 0 0,-1 0 0,1 0 0,0 0 0,0 0 0,-1 0 0,1 0 0,0 0 0,-1 0 0,1 0 0,0 0 0,0 0 0,-1 0 0,1-1 0,0 1 0,0 0 0,0 0 0,-1 0 0,1 0 0,0-1 0,0 1 0,0 0 0,-1 0 0,1-1 0,0 1 0,0 0 0,0 0 0,0-1 0,0 1 0,-1 0 0,1 0 0,0-1 0,0 1 0,0-1 0,6-13 0,5-1 0,1 0 0,0 1 0,1 1 0,1 0 0,15-11 0,83-56 0,-104 75 0,28-19 0,0 2 0,1 1 0,43-16 0,-65 31 0,0 1 0,0 0 0,0 1 0,0 1 0,1 0 0,0 2 0,-1-1 0,1 2 0,0 0 0,-1 1 0,27 4 0,-14 3 0,0 1 0,-1 1 0,0 1 0,-1 2 0,0 0 0,-1 2 0,34 26 0,-27-16 0,0 3 0,-2 0 0,-1 2 0,40 53 0,-49-54 0,-1 1 0,-2 0 0,0 2 0,-3 0 0,0 0 0,-3 1 0,0 1 0,-2 0 0,-2 0 0,4 37 0,-9-44 0,0 0 0,-2 0 0,0 0 0,-2 0 0,-2 0 0,0 0 0,-1 0 0,-2-1 0,-1 0 0,-1 0 0,-1-1 0,-1 0 0,-21 34 0,14-32 0,-2-1 0,0 0 0,-42 37 0,45-47 0,-1-1 0,0-1 0,-1-1 0,-1-1 0,0 0 0,-24 9 0,35-18 0,0 0 0,-1 0 0,1-1 0,-1 0 0,0-1 0,1 0 0,-1-1 0,0 0 0,0 0 0,1-1 0,-1 0 0,0-1 0,1 0 0,-1-1 0,1 0 0,0 0 0,0-1 0,0 0 0,0 0 0,-14-11 0,-1-2 0,2-1 0,0-1 0,1 0 0,1-2 0,-31-41 0,43 51 0,2 5 0,0-1 0,1 0 0,0 0 0,0-1 0,1 0 0,0 1 0,0-1 0,-3-12 0,7 18 0,-1 1 0,1 0 0,0 0 0,0 0 0,1-1 0,-1 1 0,0 0 0,0 0 0,1 0 0,-1-1 0,0 1 0,1 0 0,-1 0 0,1 0 0,0 0 0,-1 0 0,1 0 0,0 0 0,-1 0 0,1 0 0,0 1 0,0-1 0,0 0 0,0 0 0,0 1 0,0-1 0,0 0 0,0 1 0,0-1 0,0 1 0,0-1 0,1 1 0,-1 0 0,2-1 0,5-1 0,1 1 0,0 0 0,16 0 0,-22 1 0,116 4 0,158 25 0,-146-13 0,-87-10 0,222 18 0,-254-23 20,0-1 0,0 0 0,0-1 0,0 0 0,12-3 0,-21 3-82,0 0 0,0 0 0,0 0 0,0 0 1,0-1-1,-1 1 0,1-1 0,0 0 0,-1 1 0,1-1 0,-1 0 0,0-1 1,0 1-1,0 0 0,0-1 0,0 1 0,0-1 0,0 1 0,-1-1 0,1 0 1,-1 0-1,0 0 0,1-3 0,2-14-6764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7.8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 95 24575,'2'0'0,"0"-1"0,0 1 0,-1-1 0,1 1 0,0-1 0,-1 0 0,1 0 0,0 0 0,-1 0 0,1 0 0,-1 0 0,0 0 0,1 0 0,-1-1 0,2-1 0,14-22 0,-17 24 0,1 0 0,-1 0 0,0 0 0,1 1 0,-1-1 0,0 0 0,0 0 0,0 0 0,0 0 0,0 0 0,0 0 0,0 0 0,0 0 0,0 0 0,0 0 0,0 0 0,-1 0 0,1 0 0,0 0 0,-1 0 0,1 0 0,-1 0 0,1 0 0,-1 0 0,1 1 0,-1-1 0,0 0 0,1 0 0,-1 1 0,0-1 0,0 0 0,1 1 0,-1-1 0,0 1 0,0-1 0,0 1 0,0-1 0,0 1 0,-1 0 0,-5-3 0,0 1 0,0 0 0,0 0 0,-10 0 0,17 1 0,-56-5 0,0 3 0,-59 3 0,-119 16 0,190-12 0,37-4 0,3 1 0,1 0 0,-1-1 0,1 0 0,-1 1 0,1-1 0,-1-1 0,1 1 0,0 0 0,-1-1 0,1 0 0,-1 0 0,1 0 0,0 0 0,0 0 0,-5-3 0,3 2 0,9 10 0,12 16 0,-16-24 0,109 166 0,18 25 0,-125-187 0,1 1 0,0-1 0,1 0 0,-1 0 0,1-1 0,-1 1 0,1-1 0,0 0 0,1 0 0,-1 0 0,0 0 0,1-1 0,-1 0 0,1 0 0,0 0 0,0 0 0,0-1 0,0 0 0,0 0 0,0 0 0,6 0 0,17-2 0,0 0 0,0-2 0,-1-1 0,0-1 0,1-1 0,27-11 0,155-69 0,-204 84 0,17-9 0,-6 3 0,0 0 0,0 2 0,23-7 0,-38 13 0,0-1 0,-1 1 0,1 0 0,0 0 0,-1 0 0,1 0 0,0 0 0,-1 0 0,1 0 0,-1 1 0,1-1 0,0 1 0,-1-1 0,1 1 0,-1-1 0,1 1 0,-1 0 0,1 0 0,-1 0 0,0 0 0,1 0 0,0 1 0,0 1 0,1 0 0,-1-1 0,-1 1 0,1 0 0,0 0 0,-1 0 0,1 1 0,-1-1 0,0 0 0,1 5 0,-1 0 0,0 0 0,0-1 0,0 1 0,-1 0 0,0 0 0,-1-1 0,1 1 0,-2 0 0,-1 9 0,-3-4 0,0 0 0,-1 0 0,0 0 0,-1-1 0,0 0 0,-11 12 0,-64 63 0,43-47 0,-43 54-1365,59-62-5461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8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24575,'12'12'0,"31"28"0,26 19 0,16 20 0,14 20 0,6 13 0,1 8 0,-9-8 0,-18-16 0,-17-24 0,-20-20 0,-17-19-8191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9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1 24575,'-4'6'0,"-1"1"0,0 0 0,0-1 0,0 0 0,-1 0 0,0 0 0,-12 8 0,-6 7 0,12-9 0,1 0 0,0 1 0,1 0 0,0 1 0,1 0 0,1 1 0,0 0 0,1 0 0,1 1 0,0-1 0,1 1 0,1 1 0,0-1 0,2 1 0,-1-1 0,2 1 0,0 0 0,2 19 0,0-32 0,-1-1 0,0 1 0,1-1 0,0 0 0,0 1 0,0-1 0,0 0 0,0 1 0,1-1 0,-1 0 0,1 0 0,0 0 0,0 0 0,0-1 0,5 6 0,-3-5 0,0 0 0,0 0 0,0-1 0,0 1 0,1-1 0,-1 0 0,1 0 0,0 0 0,9 2 0,3-2 0,0 0 0,0-1 0,0 0 0,0-1 0,23-4 0,-15 1 0,-1-1 0,0-1 0,0-2 0,0 0 0,-1-1 0,35-18 0,-45 19 0,0 0 0,-1-1 0,0 0 0,-1-1 0,0-1 0,0 1 0,-1-2 0,0 1 0,0-2 0,-2 1 0,1-1 0,9-20 0,-12 19 0,-4 8 0,0 0 0,0 1 0,0-1 0,0 1 0,5-6 0,-6 9 0,-1 0 0,1 1 0,-1-1 0,1 1 0,-1-1 0,1 1 0,0 0 0,-1-1 0,1 1 0,0-1 0,-1 1 0,1 0 0,0 0 0,0-1 0,-1 1 0,1 0 0,0 0 0,0 0 0,-1 0 0,1 0 0,0 0 0,0 0 0,0 0 0,-1 0 0,1 0 0,0 1 0,0-1 0,-1 0 0,1 0 0,0 1 0,-1-1 0,1 0 0,0 1 0,-1-1 0,1 1 0,0-1 0,-1 1 0,1-1 0,-1 1 0,1 0 0,24 24 0,-1 1 0,27 37 0,-34-41 0,-22-37 0,-9-16 0,1 7 0,8 16 0,0-2 0,0 1 0,0-1 0,1 1 0,1-1 0,0 0 0,0-1 0,-1-13 0,3 24 0,1-1 0,0 0 0,0 1 0,0-1 0,0 0 0,0 1 0,0-1 0,1 0 0,-1 1 0,0-1 0,0 0 0,0 1 0,1-1 0,-1 0 0,0 1 0,0-1 0,1 1 0,-1-1 0,1 0 0,-1 1 0,0-1 0,1 1 0,-1 0 0,1-1 0,0 1 0,-1-1 0,1 1 0,-1 0 0,1-1 0,-1 1 0,1 0 0,0-1 0,-1 1 0,1 0 0,0 0 0,-1 0 0,1 0 0,0 0 0,-1 0 0,1 0 0,0 0 0,-1 0 0,1 0 0,0 0 0,-1 0 0,1 0 0,0 0 0,-1 1 0,1-1 0,0 0 0,0 1 0,5 2 0,0-1 0,0 1 0,0 0 0,5 5 0,70 57 0,-20-15 0,-61-49 0,1 0 0,0-1 0,-1 1 0,1-1 0,-1 1 0,1-1 0,0 1 0,-1-1 0,1 1 0,0-1 0,-1 0 0,1 1 0,0-1 0,0 0 0,-1 0 0,1 1 0,0-1 0,0 0 0,0 0 0,-1 0 0,1 0 0,0 0 0,0 0 0,0 0 0,-1 0 0,1 0 0,0-1 0,1 1 0,-1-2 0,0 1 0,-1-1 0,1 0 0,0 1 0,0-1 0,-1 0 0,1 1 0,-1-1 0,0 0 0,0 0 0,1 0 0,-1-3 0,0-29 0,-1-1 0,-9-61 0,2 31 0,7 62 0,1 0 0,-1 0 0,1 1 0,0-1 0,0 0 0,0 0 0,1 1 0,-1-1 0,1 0 0,-1 0 0,2-3 0,-2 6 0,0 0 0,1 0 0,-1 0 0,0-1 0,0 1 0,1 0 0,-1 0 0,0 0 0,0 0 0,1-1 0,-1 1 0,0 0 0,0 0 0,1 0 0,-1 0 0,0 0 0,1 0 0,-1 0 0,0 0 0,0 0 0,1 0 0,-1 0 0,0 0 0,1 0 0,-1 0 0,0 0 0,0 0 0,1 0 0,-1 0 0,0 0 0,1 1 0,15 11 0,14 27-23,-25-32-99,0 0 0,0-1 0,0 1 0,1-1 0,0 0 0,0 0 0,1-1 0,-1 0 0,1 0 0,11 6 0,1-4-6704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0.1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1225 24575,'-1'0'0,"1"0"0,-1 0 0,0 0 0,0 0 0,0 0 0,0 0 0,1 0 0,-1 0 0,0 0 0,0 0 0,0 0 0,0 0 0,1 1 0,-1-1 0,0 0 0,0 0 0,0 1 0,1-1 0,-1 1 0,0-1 0,1 1 0,-1-1 0,0 1 0,1-1 0,-1 2 0,1-1 0,0 0 0,0-1 0,0 1 0,1 0 0,-1 0 0,0 0 0,1 0 0,-1-1 0,1 1 0,-1 0 0,1-1 0,-1 1 0,1 0 0,-1-1 0,1 1 0,0 0 0,0-1 0,1 2 0,7 4 0,0 0 0,19 10 0,10 0 0,0-2 0,1-2 0,41 8 0,123 14 0,-119-23 0,141 0 0,-211-11 0,0-2 0,0 0 0,0 0 0,0-2 0,0 0 0,17-7 0,3-5 0,33-21 0,-36 20 0,-19 12 0,-1 0 0,0 1 0,1 0 0,0 1 0,0 1 0,0 0 0,0 0 0,0 1 0,0 1 0,22 1 0,25-1 0,-52-1 0,-1 0 0,1-1 0,-1 0 0,1 0 0,-1 0 0,0-1 0,0 1 0,0-1 0,8-6 0,5-4 0,23-21 0,-38 30 0,0-1 0,0 0 0,0 0 0,0 0 0,-1-1 0,0 1 0,0-1 0,-1 1 0,1-1 0,-1 0 0,-1 0 0,3-8 0,0-12 0,3-41 0,-6 58 0,3-376 0,-6 221 0,3 84 0,-3-88 0,-1 146 0,3 22 0,0-1 0,0 1 0,0 0 0,-1 0 0,1 0 0,0-1 0,0 1 0,0 0 0,0 0 0,0 0 0,0 0 0,0-1 0,0 1 0,0 0 0,0 0 0,-1 0 0,1 0 0,0 0 0,0-1 0,0 1 0,0 0 0,0 0 0,-1 0 0,1 0 0,0 0 0,0 0 0,0 0 0,0 0 0,-1 0 0,1 0 0,0 0 0,0-1 0,0 1 0,-1 0 0,1 0 0,0 0 0,0 0 0,0 0 0,0 1 0,-1-1 0,1 0 0,-7 7 0,-4 13 0,-66 155 0,77-174 0,0-1 0,0 1 0,-1 0 0,1 0 0,0 0 0,-1-1 0,1 1 0,-1 0 0,1 0 0,-1-1 0,1 1 0,-1 0 0,1-1 0,-1 1 0,0-1 0,1 1 0,-2 0 0,2-1 0,-1 0 0,1-1 0,0 1 0,-1 0 0,1 0 0,0-1 0,-1 1 0,1 0 0,0-1 0,0 1 0,-1 0 0,1-1 0,0 1 0,0 0 0,0-1 0,0 1 0,-1-1 0,1 1 0,0 0 0,0-1 0,0 1 0,0-1 0,0 1 0,0-1 0,-2-39 0,2 35 0,0-41 0,4-212 0,-4 256 0,0 0 0,0 0 0,1 0 0,-1-1 0,1 1 0,-1 0 0,1 0 0,0 0 0,0 0 0,-1 0 0,2 0 0,-1 0 0,0 0 0,0 0 0,1 1 0,-1-1 0,0 0 0,1 1 0,0-1 0,1 0 0,0 0 0,0 1 0,0 0 0,-1 0 0,1 0 0,0 0 0,0 0 0,0 1 0,1-1 0,-1 1 0,0 0 0,0 0 0,5 0 0,7 3 0,-1 0 0,1 1 0,-1 0 0,25 11 0,-14-3-682,38 24-1,-48-27-6143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1.8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0 761 24575,'83'4'0,"230"14"0,81-13-877,176-30-2633,191-56 1792,79-40-1642,-52-12 2108,-134 11-399,-165 23 1239,-163 28 412,-142 25 0,-169 43 111,-1-2 0,1 0 0,14-7 0,-29 12-85,-1 0 1,1 0-1,0 0 1,0 0-1,-1 0 1,1 0-1,0 0 1,-1 0-1,1 0 1,0-1-1,0 1 1,-1 0-1,1 0 1,0 0-1,-1 0 1,1 0-1,0-1 1,0 1-1,-1 0 1,1 0-1,0 0 1,0-1-1,0 1 1,-1 0-1,1 0 1,0-1-1,0 1 1,0 0-1,0 0 1,0-1-1,0 1 1,0 0-1,-1-1 1,1 1 0,0 0-1,0-1 1,0 1-1,0 0 1,0 0-1,0-1 1,0 1-1,0 0 1,0-1-1,1 1 1,-1 0-1,0-1 1,0 1-1,0 0 1,0 0-1,0-1 1,0 1-1,1 0 1,-1 0-1,0-1 1,0 1-1,0 0 1,1 0-1,-1-1 1,0 1-1,0 0 1,1 0-1,-1 0 1,0 0-1,0 0 1,1-1-1,-1 1 1,-18-4 943,0 1 0,-1 1 1,1 1-1,-31 1 0,-16-1 587,-16-9 2062,30-2-4451,1-6-5994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3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309 433 24575,'20'5'0,"-19"-5"0,1 1 0,-1-1 0,0 1 0,0-1 0,1 1 0,-1-1 0,0 0 0,0 0 0,1 1 0,-1-1 0,0 0 0,1 0 0,-1 0 0,0-1 0,1 1 0,-1 0 0,0 0 0,0-1 0,1 1 0,-1-1 0,0 1 0,0-1 0,0 1 0,0-1 0,1 0 0,-1 1 0,0-1 0,0 0 0,0 0 0,0 0 0,0-1 0,28-31 0,46-67 0,-38 47 0,-25 38 0,0-4 0,2 2 0,0 0 0,1 0 0,22-18 0,-35 33 0,0 0 0,1 0 0,-1 1 0,0-1 0,1 1 0,-1 0 0,1-1 0,0 1 0,0 0 0,-1 1 0,1-1 0,0 0 0,0 1 0,0 0 0,-1-1 0,1 1 0,0 0 0,0 1 0,0-1 0,0 0 0,0 1 0,-1 0 0,1-1 0,0 1 0,0 0 0,-1 1 0,1-1 0,-1 0 0,3 2 0,4 4 0,-1-1 0,-1 1 0,1 1 0,-1-1 0,0 1 0,-1 1 0,6 8 0,8 16 0,-1 1 0,-2 0 0,-1 1 0,16 55 0,27 154 0,-47-185 0,-3 0 0,-3 0 0,-2 97 0,-5-133 0,-1 0 0,-1 0 0,-1-1 0,-1 1 0,-1-1 0,-1 0 0,0-1 0,-2 0 0,-1 0 0,0-1 0,-2 0 0,-19 26 0,20-32 0,-1-1 0,0 0 0,0-1 0,-1-1 0,-1 0 0,0-1 0,0 0 0,-1-1 0,0 0 0,-1-2 0,0 0 0,0 0 0,0-2 0,-1 0 0,0 0 0,0-2 0,0 0 0,-1-1 0,1-1 0,0-1 0,-1 0 0,1-1 0,0-1 0,-27-6 0,12-2 0,0-1 0,1-2 0,1-1 0,0-1 0,-33-23 0,25 12 0,1-2 0,1-1 0,-36-39 0,68 64 0,-1-1 0,1 1 0,0-1 0,0 0 0,1-1 0,-5-7 0,8 12 0,0 1 0,0 0 0,0-1 0,-1 1 0,1-1 0,0 1 0,0 0 0,0-1 0,0 1 0,0-1 0,0 1 0,0-1 0,0 1 0,0 0 0,0-1 0,0 1 0,1-1 0,-1 1 0,0 0 0,0-1 0,0 1 0,0-1 0,1 1 0,-1 0 0,0-1 0,0 1 0,1-1 0,0 1 0,0-1 0,0 1 0,0 0 0,0-1 0,0 1 0,0 0 0,0-1 0,0 1 0,0 0 0,0 0 0,0 0 0,0 0 0,0 0 0,2 0 0,22 5 0,0 0 0,0 1 0,39 16 0,-5-1 0,465 113-467,-478-125 448,1-2-1,0-2 1,0-2 0,1-2-1,46-6 1,-75 3 20,-1-1 1,0 0-1,0-1 0,-1-1 1,1-1-1,-1-1 1,-1 0-1,1-1 1,-1-1-1,0 0 1,-1-2-1,0 1 1,-1-2-1,0 0 1,24-27-1,-24 20-1,-1-1 0,-1 0 0,-1 0 0,-1-1 0,-1-1 0,0 0 0,-2 0 0,-1-1 0,0 1 0,-2-1 0,0-1 0,0-25 0,-3 7 0,-1-1 0,-2 1 0,-3-1 0,-1 1 0,-19-73 0,11 69 78,-1 0 0,-2 1-1,-3 1 1,-1 1 0,-37-57 0,54 95-66,1 0-1,-1 0 1,1 1 0,-1-1-1,0 1 1,-1 0 0,-5-4-1,9 7-11,0 1 0,1 0 0,-1-1 0,1 1 0,-1 0 0,0-1 0,1 1 0,-1 0 0,0 0 0,1 0 0,-1 0 0,0 0 0,1 0 0,-1 0 0,0 0 0,0 0 0,1 0 0,-1 0 0,0 0 0,1 0 0,-1 0 0,0 1 0,1-1 0,-1 0 0,1 0 0,-1 1 0,0-1 0,1 1 0,-1-1 0,1 0 0,-1 1 0,1-1 0,-1 1 0,1-1 0,-1 1 0,1 0 0,0-1 0,-1 1 0,1-1 0,0 1 0,-1 0 0,1 0 0,-3 6 0,1 0 0,0 0 0,1-1 0,0 2 0,0-1 0,0 0 0,1 0 0,0 9 0,8 68 0,-6-73 0,11 79 0,4-1 0,4-2 0,4 0 0,4-1 0,49 101 0,-72-173 0,5 9 0,19 28 0,-26-45 0,-1 0 0,2-1 0,-1 0 0,1 0 0,0 0 0,0-1 0,0 1 0,0-1 0,12 6 0,-15-9 0,0 0 0,0 0 0,0 0 0,0-1 0,1 1 0,-1-1 0,0 1 0,0-1 0,0 0 0,0 0 0,1 0 0,-1 0 0,0 0 0,0-1 0,0 1 0,0 0 0,3-2 0,0 0 0,-1 0 0,0-1 0,1 1 0,-1-1 0,-1 0 0,1 0 0,6-6 0,6-11 0,-1 0 0,0-1 0,-1 0 0,-1-1 0,-2-1 0,14-34 0,1-8 0,-2-1 0,-4-2 0,-2 0 0,-4-1 0,-2 0 0,4-122 0,-16 163 0,-1 0 0,-1 0 0,-10-47 0,10 65 0,-1 1 0,1 1 0,-1-1 0,-1 0 0,0 1 0,0 0 0,-1 0 0,0 0 0,0 0 0,-1 1 0,1-1 0,-2 2 0,1-1 0,-15-10 0,9 9 14,-1 1-1,0 1 0,0 0 0,0 1 1,-1 1-1,0 0 0,0 0 1,-25-2-1,20 5-225,1 0 0,-1 0 0,0 2-1,0 0 1,1 2 0,-24 4 0,4 6-6614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3.5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24575,'4'0'0,"13"8"0,16 15 0,26 35 0,28 36 0,22 38 0,9 16 0,0 11-832,-7 7 832,-8-5 0,-12-18 0,-18-25 0,-18-25 0,-14-20 0,-13-19 0,-9-38 0,-2-50 0,-5-19-7359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44.4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0 24575,'-1'38'0,"-2"-1"0,-1 0 0,-10 37 0,-35 107 0,-2 5 0,49-175 0,-5 19 0,2-1 0,-4 58 0,9-84 0,0 0 0,0-1 0,1 1 0,-1-1 0,1 1 0,-1-1 0,1 1 0,0-1 0,-1 1 0,2-1 0,-1 0 0,0 1 0,0-1 0,1 0 0,-1 0 0,1 0 0,-1 0 0,1 0 0,0 0 0,0-1 0,0 1 0,0 0 0,0-1 0,0 0 0,0 1 0,1-1 0,-1 0 0,0 0 0,1 0 0,-1-1 0,1 1 0,2 0 0,4 0 0,-1 0 0,0 0 0,1-1 0,-1 0 0,0 0 0,1-1 0,-1-1 0,14-3 0,-3-1 0,0-2 0,-1 0 0,1-1 0,-2-1 0,1 0 0,-1-2 0,-1 0 0,0-1 0,-1 0 0,0-1 0,-1-1 0,-1 0 0,16-24 0,-23 28 0,0 0 0,-1 0 0,6-19 0,-11 29 0,0 0 0,0 1 0,0-1 0,1 0 0,-1 0 0,0 1 0,0-1 0,1 0 0,-1 0 0,1 1 0,-1-1 0,1 0 0,-1 1 0,1-1 0,-1 1 0,1-1 0,-1 1 0,1-1 0,0 1 0,-1-1 0,1 1 0,0-1 0,0 1 0,-1 0 0,1 0 0,0-1 0,0 1 0,-1 0 0,1 0 0,0 0 0,0 0 0,-1 0 0,1 0 0,0 0 0,0 0 0,0 0 0,-1 0 0,1 0 0,0 0 0,0 0 0,0 1 0,-1-1 0,1 0 0,0 1 0,0 0 0,5 2 0,-1 0 0,0 1 0,0 0 0,8 9 0,-7-7 0,10 11 0,29 39 0,-6-7 0,-39-48 0,1 0 0,-1-1 0,1 1 0,-1 0 0,1-1 0,-1 1 0,1 0 0,-1-1 0,1 1 0,0 0 0,-1-1 0,1 1 0,0-1 0,0 0 0,-1 1 0,1-1 0,0 0 0,0 1 0,0-1 0,0 0 0,-1 0 0,1 1 0,0-1 0,0 0 0,0 0 0,0 0 0,0 0 0,0 0 0,-1-1 0,2 1 0,0-1 0,-1 0 0,0-1 0,-1 1 0,1 0 0,0-1 0,0 1 0,0-1 0,-1 1 0,1-1 0,-1 1 0,1-1 0,-1 0 0,0 1 0,1-1 0,-1 0 0,0-2 0,0-32 0,-2-1 0,-1 1 0,-1 1 0,-17-64 0,-1-5 0,22 103 0,-1 0 0,1-1 0,0 1 0,0 0 0,0 0 0,0-1 0,0 1 0,0 0 0,0 0 0,0-1 0,0 1 0,0 0 0,1 0 0,-1-1 0,0 1 0,1 0 0,-1 0 0,2-2 0,-1 3 0,-1-1 0,1 1 0,0 0 0,-1-1 0,1 1 0,0 0 0,-1 0 0,1-1 0,0 1 0,-1 0 0,1 0 0,0 0 0,0 0 0,-1 0 0,1 0 0,0 0 0,-1 0 0,1 0 0,0 1 0,-1-1 0,1 0 0,0 0 0,0 1 0,7 2 0,-1 1 0,-1 0 0,1 0 0,11 10 0,39 38 0,78 92 0,-111-116 0,112 145 0,-134-171 0,-1 1 0,1-1 0,0 0 0,0 0 0,0 1 0,0-2 0,4 4 0,-6-5 0,0 0 0,0 0 0,1 0 0,-1 0 0,0 0 0,1 1 0,-1-1 0,0 0 0,0 0 0,1 0 0,-1 0 0,0 0 0,1 0 0,-1 0 0,0 0 0,0 0 0,1 0 0,-1-1 0,0 1 0,1 0 0,-1 0 0,0 0 0,0 0 0,1 0 0,-1 0 0,0-1 0,0 1 0,1 0 0,-1 0 0,6-16 0,-1-34 0,-2 1 0,-5-61 0,1 43 0,0 26 0,2-61 0,-1 100 0,0 0 0,0 0 0,0 0 0,1 1 0,-1-1 0,1 0 0,-1 0 0,1 0 0,-1 0 0,1 1 0,0-1 0,0 0 0,0 1 0,0-1 0,0 0 0,0 1 0,1-1 0,-1 1 0,0 0 0,3-2 0,-3 3 0,1-1 0,-1 0 0,1 1 0,0 0 0,-1-1 0,1 1 0,0 0 0,-1 0 0,1 0 0,0 0 0,-1 0 0,1 1 0,0-1 0,-1 0 0,1 1 0,-1-1 0,1 1 0,1 0 0,9 5 0,-1 1 0,-1 0 0,1 0 0,15 15 0,-24-21 0,49 47 0,-33-30 0,1 0 0,1-2 0,27 19 0,-45-34 5,-1 0 0,1 0-1,0 0 1,-1 0 0,1 0 0,0-1-1,-1 1 1,1-1 0,0 1 0,0-1-1,0 1 1,0-1 0,0 0-1,-1 0 1,1 0 0,0 0 0,0 0-1,0 0 1,0-1 0,2 0 0,-2 0-92,0 0 1,0-1 0,-1 1 0,1-1 0,0 1 0,-1-1-1,1 0 1,-1 1 0,0-1 0,0 0 0,1 0 0,-1 0 0,0 0-1,-1 0 1,1 0 0,1-4 0,7-29-6740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1:53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340 403 24575,'0'3'0,"-1"0"0,0 0 0,0 0 0,-1 0 0,1 0 0,0 0 0,-1 0 0,0 0 0,0 0 0,0-1 0,0 1 0,0-1 0,-4 4 0,-1 2 0,-41 41 0,39-36 0,9-13 0,0 1 0,0-1 0,0 0 0,0 1 0,0-1 0,0 0 0,0 1 0,0-1 0,0 0 0,0 1 0,0-1 0,0 0 0,0 1 0,1-1 0,-1 0 0,0 1 0,0-1 0,0 0 0,0 1 0,1-1 0,-1 0 0,0 0 0,0 1 0,0-1 0,1 0 0,-1 1 0,4 0 0,-1 1 0,0-1 0,1 0 0,-1 0 0,0 0 0,1-1 0,-1 1 0,1-1 0,5 0 0,26 0 0,49-5 0,408-84-525,-3-41-728,-485 128 1247,880-256-2014,-782 228 1976,-63 15 30,-39 15 15,0 0-1,0 0 1,0 0-1,0 0 1,0 0 0,0 0-1,0 0 1,0 0-1,0 0 1,-1 0 0,1 0-1,0 0 1,0 0-1,0 0 1,0 0 0,0 0-1,0 0 1,0 0-1,0 0 1,0 0 0,0 0-1,0 0 1,-1-1-1,1 1 1,0 0 0,0 0-1,0 0 1,0 0-1,0 0 1,0 0 0,0 0-1,0 0 1,0 0-1,0 0 1,0 0 0,0 0-1,0-1 1,0 1-1,0 0 1,0 0 0,0 0-1,0 0 1,0 0-1,0 0 1,0 0 0,0 0-1,0 0 1,0-1-1,0 1 1,0 0 0,0 0-1,0 0 1,0 0-1,0 0 1,0 0 0,0 0-1,0 0 1,0 0-1,-25 1 186,-32 7 152,1 2-1,-87 29 0,106-28-313,-226 72 106,-1210 522-1505,1288-516 1368,59-20-22,119-65 28,0 0 0,1 0 0,-1 1 0,1 0 0,0 0 0,-6 9 0,11-14 1,1 1 0,-1-1 0,1 1 0,0-1 0,-1 1 0,1-1 0,0 1 0,0 0 0,-1-1 0,1 1 0,0 0 0,0-1 0,0 1 0,0 0 0,0-1 0,0 1 0,0 0 0,0-1 0,0 1 0,0 0 0,0-1 0,0 1 0,1-1 0,-1 1 0,0 0 0,0-1 0,1 1 0,0 0 0,0 1 0,1-1 0,0 1 0,0-1 0,0 0 0,0 0 0,0 0 0,0 0 0,0 0 0,0 0 0,0-1 0,0 1 0,1-1 0,2 1 0,11 1 0,0-1 0,1-1 0,-1 0 0,0-1 0,23-4 0,194-45 0,89-43-287,1213-489-1437,-1392 519-563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2:00.3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2:25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535 289 24575,'5'0'0,"1"1"0,0 0 0,-1 0 0,1 1 0,9 3 0,11 4 0,33 2 0,0-2 0,0-3 0,101-3 0,-156-3 0,0 0 0,-1 0 0,1 0 0,0 0 0,0-1 0,-1 0 0,1 0 0,0 0 0,-1 0 0,1 0 0,-1-1 0,6-3 0,-9 5 0,0-1 0,0 1 0,0 0 0,0-1 0,0 1 0,1 0 0,-1-1 0,0 1 0,0-1 0,0 1 0,0 0 0,0-1 0,-1 1 0,1-1 0,0 1 0,0 0 0,0-1 0,0 1 0,0-1 0,0 1 0,-1 0 0,1-1 0,0 1 0,0 0 0,-1-1 0,1 1 0,0 0 0,0 0 0,-1-1 0,1 1 0,0 0 0,-1 0 0,1-1 0,0 1 0,-1 0 0,1 0 0,0 0 0,-1 0 0,1-1 0,-1 1 0,1 0 0,0 0 0,-1 0 0,0 0 0,-22-7 0,-14 1 0,0 1 0,-63 1 0,-79 12 0,27 7 0,-267 61 0,384-65 0,34-11 0,1 0 0,0 0 0,0 0 0,0 0 0,0 0 0,0 0 0,0 0 0,0 0 0,0 0 0,0 0 0,0 0 0,-1 0 0,1 0 0,0 1 0,0-1 0,0 0 0,0 0 0,0 0 0,0 0 0,0 0 0,0 0 0,0 0 0,0 0 0,0 0 0,0 0 0,0 0 0,0 0 0,0 0 0,0 0 0,-1 1 0,1-1 0,0 0 0,0 0 0,0 0 0,0 0 0,0 0 0,0 0 0,0 0 0,0 0 0,0 0 0,0 0 0,0 1 0,0-1 0,0 0 0,0 0 0,1 0 0,-1 0 0,0 0 0,0 0 0,0 0 0,0 0 0,0 0 0,0 0 0,0 0 0,0 1 0,0-1 0,0 0 0,0 0 0,0 0 0,0 0 0,13 1 0,36-5 0,57-12 0,-70 9 0,200-41 0,230-80 0,-410 108 0,-44 12 0,-12 8 0,0 0 0,0 0 0,0-1 0,0 1 0,0 0 0,0 0 0,0 0 0,0 0 0,0-1 0,0 1 0,0 0 0,0 0 0,0 0 0,0-1 0,0 1 0,0 0 0,0 0 0,-1 0 0,1 0 0,0 0 0,0-1 0,0 1 0,0 0 0,0 0 0,-1 0 0,1 0 0,0 0 0,0 0 0,0 0 0,0 0 0,-1 0 0,1 0 0,0-1 0,0 1 0,0 0 0,0 0 0,-1 0 0,1 0 0,-32-3 0,29 3 0,-380 15 0,312-9 0,-269 30 0,292-27 0,40-5 0,13-2 0,17 2 0,0-2 0,42-1 0,-24-1 0,30 1 0,65 1 0,194-20 0,-315 15 0,-17 0 0,-26 1 0,-58 0 0,0 4 0,1 4 0,-113 21 0,151-15 0,37-5 0,16-2 0,24 1 0,53 0 0,-1-4 0,1-2 0,-1-5 0,0-3 0,102-23 0,-175 29 0,33-9 0,-39 10 0,0 1 0,0-1 0,-1 0 0,1 0 0,0 1 0,-1-1 0,1 0 0,-1-1 0,1 1 0,-1 0 0,0 0 0,1 0 0,-1-1 0,0 1 0,0-1 0,0 1 0,1-2 0,-2 2 0,0 0 0,0 1 0,0-1 0,0 0 0,0 1 0,0-1 0,0 1 0,0-1 0,0 0 0,-1 1 0,1-1 0,0 1 0,0-1 0,-1 1 0,1-1 0,0 1 0,-1-1 0,1 1 0,0-1 0,-1 1 0,1-1 0,-1 1 0,1-1 0,-1 1 0,1 0 0,-1-1 0,1 1 0,-1 0 0,1-1 0,-1 1 0,1 0 0,-1 0 0,0-1 0,-14-3 0,0-1 0,0 2 0,0 0 0,-1 0 0,-23 1 0,36 1 0,-89-4 0,0 4 0,1 4 0,-97 15 0,111-3 0,65-10 0,20-2 0,33-4 0,0-2 0,46-10 0,-42 6 0,100-14 0,-1-7 0,184-61 0,-255 60 0,-56 18 0,-17 11 0,1-1 0,-1 1 0,0 0 0,0 0 0,0 0 0,0 0 0,1 0 0,-1-1 0,0 1 0,0 0 0,0 0 0,0 0 0,0 0 0,1-1 0,-1 1 0,0 0 0,0 0 0,0 0 0,0-1 0,0 1 0,0 0 0,0 0 0,0-1 0,0 1 0,0 0 0,0 0 0,0 0 0,0-1 0,0 1 0,0 0 0,0 0 0,0-1 0,0 1 0,-2-1 0,0 0 0,0 1 0,1-1 0,-1 1 0,0-1 0,0 1 0,0 0 0,1 0 0,-1 0 0,0 0 0,0 0 0,0 0 0,-2 1 0,-71 8 0,-94 23 0,78-13 0,-549 123 0,598-130 0,37-9 0,10 0 0,31 0 0,-1-1 0,51-3 0,-25-1 0,199-2 0,-238 4 0,-19 2 0,-30 5 0,11-4 0,-30 6 0,30-6 0,0-1 0,-1 2 0,1 0 0,1 1 0,-26 12 0,41-17 0,-1 0 0,1 0 0,0 0 0,0 0 0,0 1 0,-1-1 0,1 0 0,0 0 0,0 0 0,0 0 0,0 0 0,-1 1 0,1-1 0,0 0 0,0 0 0,0 0 0,0 0 0,0 1 0,0-1 0,-1 0 0,1 0 0,0 0 0,0 1 0,0-1 0,0 0 0,0 0 0,0 1 0,0-1 0,0 0 0,0 0 0,0 0 0,0 1 0,0-1 0,0 0 0,0 0 0,0 0 0,0 1 0,1-1 0,12 6 0,4-4 0,0-1 0,0 0 0,24-3 0,62-8 0,-10-3 0,1-4 0,142-44 0,-194 43 0,-41 18 0,-1-1 0,1 1 0,-1 0 0,1 0 0,-1 0 0,0-1 0,1 1 0,-1 0 0,1-1 0,-1 1 0,0 0 0,1-1 0,-1 1 0,0-1 0,0 1 0,1 0 0,-1-1 0,0 1 0,0-1 0,1 1 0,-1-1 0,0 1 0,0-1 0,-8-4 0,-25 3 0,-25 6 0,-88 19 0,-57 24 0,177-41 0,10-3 0,1 1 0,-1 0 0,1 2 0,-25 11 0,39-17 0,1 0 0,0 0 0,0 0 0,-1 0 0,1 0 0,0 0 0,-1 0 0,1 0 0,0 0 0,0 1 0,-1-1 0,1 0 0,0 0 0,-1 0 0,1 0 0,0 1 0,0-1 0,0 0 0,-1 0 0,1 0 0,0 1 0,0-1 0,0 0 0,-1 0 0,1 1 0,0-1 0,0 0 0,0 1 0,0-1 0,0 0 0,0 0 0,0 1 0,0-1 0,0 0 0,0 1 0,0-1 0,0 0 0,0 1 0,0-1 0,0 0 0,0 0 0,0 1 0,0-1 0,0 0 0,0 1 0,0-1 0,0 0 0,1 0 0,-1 1 0,0-1 0,0 0 0,0 0 0,1 1 0,-1-1 0,0 0 0,0 0 0,0 0 0,1 1 0,-1-1 0,0 0 0,0 0 0,1 0 0,-1 0 0,0 0 0,1 1 0,-1-1 0,0 0 0,1 0 0,21 4 0,9-3-424,0-2 0,49-7 0,-78 7 331,34-4-6733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2:30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 1 24575,'0'1'0,"1"1"0,0-1 0,0 1 0,0-1 0,0 1 0,0-1 0,0 0 0,0 1 0,0-1 0,1 0 0,-1 0 0,0 0 0,1 0 0,-1 0 0,1 0 0,-1 0 0,1-1 0,-1 1 0,1-1 0,3 2 0,-5-2 0,24 9 0,0-1 0,0-2 0,1 0 0,41 3 0,105 0 0,-149-8 0,33-1 0,-27-1 0,33 4 0,-60-3 0,-1 0 0,1-1 0,-1 1 0,0 0 0,1 0 0,-1 0 0,1 0 0,-1 0 0,1 1 0,-1-1 0,1 0 0,-1 0 0,1 0 0,-1 0 0,1 0 0,-1 1 0,1-1 0,-1 0 0,0 0 0,1 1 0,-1-1 0,1 0 0,-1 1 0,0-1 0,1 0 0,-1 1 0,0-1 0,0 1 0,1-1 0,-1 1 0,0 0 0,0-1 0,-1 1 0,1 0 0,-1 0 0,0-1 0,1 1 0,-1-1 0,0 1 0,0 0 0,1-1 0,-1 1 0,0-1 0,0 0 0,0 1 0,0-1 0,1 0 0,-3 1 0,-26 8 0,-2-1 0,-46 6 0,-69 0 0,124-12 0,-25 1 0,7-1 0,76-1 0,175-3 0,-248 3 0,0 3 0,-39 7 0,-2 1 0,-13-4 0,46-5 0,-52 10 0,84-7 0,18-2 0,23 1 0,55-3 0,-62-3 0,0 2 0,0-1 0,-1 2 0,1 1 0,0 1 0,28 8 0,-47-11 0,-1-1 0,1 1 0,-1-1 0,0 1 0,1-1 0,-1 1 0,0 0 0,0 0 0,1 0 0,-1 0 0,0-1 0,0 1 0,0 1 0,0-1 0,0 0 0,0 0 0,0 0 0,-1 0 0,1 1 0,0-1 0,0 3 0,-1-3 0,0 0 0,0 1 0,0-1 0,0 0 0,-1 1 0,1-1 0,0 0 0,-1 1 0,1-1 0,-1 0 0,0 0 0,1 0 0,-1 1 0,0-1 0,0 0 0,1 0 0,-1 0 0,-2 1 0,-4 5 0,0-1 0,-1-1 0,0 1 0,0-1 0,-12 5 0,-27 10-91,-1-3 0,-76 18-1,72-22-999,47-11-5735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2:55.9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3:01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2188 16 24575,'-2'-2'0,"0"0"0,0 1 0,0 0 0,0-1 0,-1 1 0,1 0 0,-1 0 0,1 0 0,-1 0 0,1 1 0,-1-1 0,1 0 0,-1 1 0,1 0 0,-1 0 0,0 0 0,1 0 0,-1 0 0,1 0 0,-1 1 0,0-1 0,1 1 0,-1 0 0,1 0 0,-4 2 0,-7 2 0,1 2 0,0-1 0,-17 14 0,23-16 0,-43 33 0,-81 82 0,56-49 0,-116 90 0,104-90 0,-141 144 0,211-196 0,2 0 0,0 1 0,1 0 0,1 1 0,0 0 0,-12 33 0,19-39 0,1 0 0,0 0 0,1 1 0,1-1 0,0 0 0,1 1 0,1-1 0,0 1 0,1 0 0,0-1 0,6 24 0,2-6 0,22 52 0,-23-65 0,-3-4 0,-1-1 0,0 0 0,-1 1 0,-1 0 0,0 0 0,0 16 0,-3 10 0,-5 43 0,-2-29-60,-3-1 0,-1 0-1,-4-1 1,-1-1 0,-40 83 0,-153 238-451,134-248 457,39-61 54,-130 226 0,121-202 0,-46 127 0,85-197-5,1 0-11,-10 37 0,15-50 31,0 1 0,0-1-1,1 0 1,0 0 0,0 0-1,0 0 1,1 0 0,0 0 0,0 0-1,0 0 1,0 0 0,3 6-1,7 13 547,-3-9-519,-1 1 1,-1 0-1,0 0 0,4 26 0,4 47-42,4 147 0,-17-77-267,-7 0-1,-6 0 0,-41 193 1,5-138-269,-133 372 1,-22-123 535,191-437 0,7-17 0,0 0 0,0 1 0,1-1 0,1 1 0,0 0 0,0 0 0,-2 15 0,5-23-4,0 1 1,1-1-1,-1 1 0,0-1 1,1 0-1,-1 1 0,1-1 1,0 0-1,0 1 0,0-1 1,0 0-1,0 0 0,1 0 0,-1 1 1,1-2-1,-1 1 0,1 0 1,0 0-1,0 0 0,0-1 1,0 1-1,0-1 0,3 2 0,4 3 96,1-2-1,1 1 0,19 5 0,-26-9-10,93 25 1662,-64-18-1735,-1 0 0,1 2 1,-2 2-1,36 18 0,-55-23-8,0 1 0,-1 1 0,0 0 0,-1 0 0,0 1 0,0 1 0,-1 0 0,0 0 0,7 14 0,10 19 0,24 57 0,-33-64 0,64 146 0,67 229 0,22 203 0,-158-566 0,30 105 0,-34-133 0,0-1 0,1 0 0,1 0 0,0-1 0,17 21 0,-22-34-227,0 0-1,0-1 1,1 1-1,0-1 1,9 7-1,3-1-6598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3:44.4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2238 0 24575,'-4'1'0,"0"1"0,1-1 0,-1 1 0,1 0 0,0 0 0,0 0 0,0 1 0,0-1 0,0 1 0,0-1 0,0 1 0,-2 4 0,-3 1 0,1-2 0,0-1 0,0 0 0,-1 0 0,0 0 0,0-1 0,-14 6 0,-57 15 0,54-18 0,-104 30 0,-84 26 0,9-7 0,-29 10 0,-97 69 0,271-106 0,1 2 0,1 4 0,-74 57 0,-77 87 0,157-129 0,-83 103 0,120-134 0,-86 124 0,88-124 0,2 1 0,0 0 0,1 1 0,1 0 0,-9 39 0,6 6 0,-6 124 0,21 68 0,-1-213 0,3 1 0,1-1 0,3 0 0,19 56 0,79 168 0,-1 7 0,-23-51 0,35 34 0,-37-72 0,-30-63 0,-48-116 0,-2-3 0,0 0 0,0 0 0,0-1 0,1 1 0,0-1 0,3 5 0,-6-9 0,1 0 0,-1 0 0,0 1 0,0-1 0,1 0 0,-1 0 0,0 0 0,0 0 0,1 0 0,-1 1 0,0-1 0,0 0 0,1 0 0,-1 0 0,0 0 0,0 0 0,1 0 0,-1 0 0,0 0 0,1 0 0,-1 0 0,0 0 0,1 0 0,-1 0 0,0 0 0,0 0 0,1 0 0,-1 0 0,0-1 0,0 1 0,1 0 0,-1 0 0,0 0 0,0 0 0,1 0 0,-1-1 0,0 1 0,0 0 0,0 0 0,1-1 0,0-2 0,1 1 0,-1-1 0,0 1 0,0-1 0,0 0 0,0 0 0,0 0 0,0-3 0,12-86-1365,1-26-5461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3:56.7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5082 213 24575,'-95'0'0,"-475"19"0,-284 95 0,-136 100 0,135 39-729,762-219 729,-126 67 0,158-68 0,1 4 0,-100 80 0,74-41 104,4 2 0,3 5 1,4 2-1,4 4 0,4 3 0,-71 129 0,83-113-104,-46 131 0,13 31 0,33-90 0,13-47 0,-33 178 0,58-206 0,4 1 0,2 142 0,-5 159 0,9-343 0,-40 635 0,49 167 0,18-563 0,23-5 0,-25-177 0,96 432 0,-82-413 0,43 157 0,94 227 0,-36-239 0,-9-24 0,-80-145 0,50 122 0,-81-210 0,1 0 0,1 0 0,35 48 0,106 122 0,51 61 0,-77-113 0,281 242 0,-379-362 0,182 142 0,-159-129 0,1-3 0,68 32 0,19-8 0,255 72 0,346 48 0,-502-127 0,76 11-541,3-15-1,413 11 0,623-54 542,-485-56-1533,-5-39-987,-322 31 1831,188-8 23,-5 1-3,-473 32 688,-2-10 1,-2-11-1,-3-12 1,-3-10-1,-3-10 1,-5-12-1,399-225 1,-509 247 219,-3-6 0,116-99 1,-184 132-61,-2-2 0,-2-2 1,-2-2-1,-3-3 0,-3-2 1,40-69-1,-49 63-179,-2-2 0,-4-1 0,-2-1 0,29-126 0,61-490 0,-67 348 0,77-273 0,-101 498 876,14-144-1,-37 210-313,-1 0 0,-2-1 0,-2 1-1,-3 0 1,-20-91 0,-8 28-388,-5 2 0,-81-165-1,-141-184-1594,33 115 203,-469-539 0,-221-119 1218,543 634 0,-15 16 0,-449-308 0,554 463-409,-9 12-1,-7 14 1,-8 13 0,-6 13-1,-346-106 1,-427-59 14,852 247 593,156 41 1307,-2 4 0,0 3 0,-88-2 0,105 14-1421,0 3 0,1 2 0,-1 3 0,-86 21 0,120-21-84,1 1 0,0 2 0,0 0 0,-26 15 0,-4 5 0,32-16 0,-1 0 0,2 1 0,0 2 0,-29 24 0,6-2 0,-1-2 0,-101 55 0,67-43 0,73-42 0,0 0 0,-1-1 0,0-1 0,0 1 0,0-2 0,-1 0 0,1 0 0,-1-2 0,0 1 0,0-1 0,-26 0 0,-107-5-1365,91 2-5461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00.8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2731 1 24575,'-166'3'0,"-314"46"0,435-42 0,1 0 0,-63 18 0,-127 36 0,78-35 0,-15 4 0,137-22 0,1 1 0,0 2 0,-32 15 0,-216 130 0,233-127 0,-2 3 0,2 2 0,0 2 0,3 2 0,1 1 0,2 3 0,-55 70 0,-3 10 0,42-54 0,4 1 0,-55 93 0,92-131 0,2 1 0,2 1 0,1 1 0,-14 64 0,-11 144 0,34-216 0,-10 133 0,10 184 0,5-191 0,-3 25 0,3 146 0,23-2 0,-18-286 0,2 0 0,1-1 0,19 43 0,16 52 0,-8 53 0,16 55 0,114 265 0,-132-402 0,67 129 0,66 86 0,39 79 0,-171-315 0,4-1 0,95 140 0,-17-68 0,76 107 0,-157-204 0,3-1 0,2-2 0,2-1 0,80 67 0,221 146 0,-323-246 0,113 74 0,3-6 0,271 120 0,-331-172 0,3-4 0,0-3 0,88 14 0,-54-20 0,196 6 0,504-26 0,-353-4 0,-364 5 0,360-11 0,-369 4 0,1-5 0,-2-3 0,94-29 0,-79 9 1,-1-4 1,128-70-1,182-128-1,-70 37-668,130-33 139,14 23-137,-69 31 396,-136 45 270,-229 106 0,0-3 0,-2-2 0,50-44 0,-83 62 62,-1 0 0,0-2 0,-1 0 0,-1-1 0,-1 0 0,0-1 0,-1 0 0,-1-1 0,15-41 0,107-315 1511,-80 219-1637,-46 139 64,89-284 0,-81 241 0,-2-2 0,-3 1 0,2-66 0,-17-170 0,-1 242 0,-2-1 0,-3 1 0,-21-66 0,-5 20 0,-81-159 0,-77-85 0,195 346 0,-257-414 43,179 303-572,-146-159 0,121 165 438,-5 6-1,-194-140 0,146 135-55,-271-134-1,-198-23-32,-19 61 251,449 149 603,-82-23 346,215 56-1020,-173-48 0,-5 21 0,-125 18 0,-60-8 0,347 23 0,0-2 0,1-5 0,-104-38 0,144 42 0,0-1 0,-67-41 0,74 40 0,0 1 0,-1 1 0,-41-12 0,18 7 0,-121-39 0,-3-2 0,-96-23 0,229 73 0,14 3 0,-1 3 0,-58-4 0,-65 8 0,130 2 0,22-2 5,0 1 1,1 0-1,-1 1 0,0-1 0,0 0 1,1 1-1,-1-1 0,0 1 0,1 0 1,-1 0-1,1 0 0,-5 3 0,5-2-107,1 0 0,-1 0-1,0 0 1,1 0-1,-1 0 1,1 1 0,0-1-1,0 0 1,0 1 0,0-1-1,0 1 1,1-1-1,-1 3 1,-9 41-6724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03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1464 45 24575,'0'-1'0,"-1"0"0,1 0 0,0 0 0,-1 0 0,1 1 0,-1-1 0,1 0 0,-1 0 0,1 0 0,-1 1 0,0-1 0,1 0 0,-1 0 0,0 1 0,0-1 0,1 1 0,-1-1 0,0 1 0,0-1 0,0 1 0,0-1 0,0 1 0,0 0 0,0 0 0,0-1 0,0 1 0,0 0 0,-1 0 0,-36-4 0,32 4 0,-74-2 0,0 3 0,0 4 0,1 3 0,0 3 0,-95 28 0,90-15 0,0 4 0,2 4 0,1 3 0,-117 70 0,168-86 0,1 0 0,0 2 0,1 2 0,2 0 0,-29 32 0,44-41 0,0-1 0,1 2 0,0-1 0,2 1 0,-1 1 0,2-1 0,0 1 0,1 1 0,1-1 0,0 1 0,1 0 0,-2 25 0,6 234 0,4-139 0,-5 22 0,7 164 0,-2-283 0,1 0 0,2-1 0,2 0 0,17 46 0,-16-58 0,2 0 0,0-1 0,2 0 0,1-1 0,1-1 0,28 33 0,-25-38 0,0-1 0,2-1 0,0-1 0,36 21 0,-19-12 0,4 0 0,1-1 0,71 29 0,97 23 0,-158-58 0,135 40-22,2-8 0,2-8 1,2-9-1,228 10 0,147-28-385,-158-6 266,-338-7 141,0-4 0,0-2 0,0-4 0,130-30 0,2-24-6,-3-8-1,293-147 1,-343 140 6,-2-7 0,202-150 0,-324 211 0,0 0 0,-2-1 0,37-45 0,-50 52 0,-1 0 0,0-1 0,-2-1 0,0 1 0,-1-2 0,-1 1 0,8-27 0,-7 7 78,-1-1 0,-2-1-1,2-49 1,-9-123 282,0 189-355,-2-25-5,-2 1 0,-2 0 0,-3 0 0,-1 0 0,-3 1 0,-1 1 0,-3 0 0,-1 2 0,-3 0 0,-1 1 0,-2 1 0,-32-39 0,28 44 0,-1 0 0,-2 3 0,-2 0 0,-1 2 0,-1 2 0,-2 1 0,-1 2 0,-1 1 0,-1 3 0,-1 1 0,-1 2 0,-68-22 0,70 32 0,-1 1 0,-71-6 0,-87 7 0,155 7 0,-594 40 0,331-10 0,307-29 0,-533 54 0,-422 107 0,908-152 0,-26 4 0,1 3 0,-119 43 0,170-48 0,0 1 0,0 0 0,-27 22 0,-23 14 0,64-44 0,0 0 0,0-1 0,-1 0 0,0-1 0,1 0 0,-1 0 0,0-1 0,0 0 0,0-1 0,0 0 0,0 0 0,0-1 0,0 0 0,0-1 0,1 1 0,-1-2 0,0 1 0,1-1 0,-1-1 0,1 1 0,-13-10 0,-11-9-682,-31-28-1,-42-42-6143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06.7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1 613 24575,'5'1'0,"0"-1"0,0 1 0,0 0 0,-1 0 0,1 1 0,0 0 0,0-1 0,-1 1 0,1 1 0,5 3 0,40 31 0,-45-33 0,49 41 0,57 60 0,-108-102 0,-1 0 0,1 0 0,-1-1 0,1 1 0,0-1 0,-1 1 0,7 2 0,-9-5 0,0 1 0,1-1 0,-1 0 0,0 0 0,1 0 0,-1 0 0,0 0 0,1 0 0,-1 0 0,0 0 0,1 0 0,-1 0 0,0 0 0,1 0 0,-1 0 0,0 0 0,1 0 0,-1 0 0,0 0 0,1-1 0,-1 1 0,0 0 0,0 0 0,1 0 0,-1 0 0,0-1 0,1 1 0,-1 0 0,0 0 0,1-1 0,-1-1 0,1 1 0,0-1 0,-1 1 0,1-1 0,-1 1 0,1-1 0,-1 0 0,0 1 0,0-1 0,0-3 0,-1-69 0,-13-80 0,4 46 0,4 49 0,2 27 0,1 0 0,4-61 0,-1 91 0,1 0 0,-1 0 0,1 0 0,-1 0 0,1 0 0,0 0 0,0 0 0,-1 1 0,2-1 0,-1 0 0,0 0 0,0 1 0,0-1 0,1 1 0,-1-1 0,1 1 0,-1 0 0,1-1 0,0 1 0,-1 0 0,1 0 0,0 0 0,0 0 0,0 1 0,0-1 0,0 0 0,3 0 0,4-1 0,-1 1 0,1 0 0,0 1 0,0 0 0,11 1 0,0 1 0,1 2 0,-1 0 0,0 1 0,33 13 0,76 40 0,-106-46 0,37 17 0,76 50 0,-128-73 0,-3-2 0,0-1 0,0 1 0,1-1 0,-1 0 0,7 2 0,-11-5 0,0 1 0,0-1 0,0 0 0,0 0 0,0 1 0,-1-1 0,1 0 0,0 0 0,0 0 0,0 0 0,0 0 0,0 0 0,0-1 0,0 1 0,0 0 0,0 0 0,0-1 0,0 1 0,0 0 0,-1-1 0,1 1 0,0-1 0,0 1 0,0-1 0,-1 0 0,1 1 0,0-1 0,-1 0 0,1 1 0,-1-1 0,1 0 0,0 0 0,-1 0 0,0 1 0,1-1 0,-1 0 0,0 0 0,1 0 0,-1 0 0,0-1 0,4-15 0,-1 0 0,0 0 0,-2-1 0,0 1 0,-1-20 0,0-25 0,1 37 0,1 0 0,2 0 0,0 1 0,1-1 0,1 1 0,2 0 0,13-30 0,-20 52 0,0-1 0,0 1 0,1-1 0,0 1 0,-1-1 0,1 1 0,0 0 0,0 0 0,0 0 0,0 0 0,0 0 0,1 0 0,-1 1 0,1-1 0,-1 1 0,1-1 0,0 1 0,4-2 0,-2 3 0,0 0 0,0-1 0,-1 1 0,1 1 0,0-1 0,0 1 0,0 0 0,-1 0 0,1 0 0,8 4 0,7 4 0,0 0 0,0 1 0,-1 1 0,33 26 0,68 67 0,-73-61 0,-24-24 0,0 2 0,-2 0 0,0 2 0,-2 0 0,27 41 0,-46-63-13,1 0 21,0 1-1,-1 0 0,1-1 0,0 0 1,0 1-1,0-1 0,0 1 0,0-1 0,0 0 1,1 0-1,1 2 0,-2-4-72,0 1-1,-1-1 1,1 1-1,0-1 1,0 1 0,-1-1-1,1 0 1,0 1-1,-1-1 1,1 0 0,-1 1-1,1-1 1,-1 0-1,1 0 1,-1 0-1,0 0 1,1 1 0,-1-1-1,0 0 1,1 0-1,-1-2 1,11-27-6761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07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 24575,'1'-1'0,"-1"0"0,0 0 0,0 0 0,1 0 0,-1 1 0,0-1 0,1 0 0,-1 0 0,1 1 0,-1-1 0,1 0 0,-1 1 0,1-1 0,0 1 0,-1-1 0,1 0 0,0 1 0,-1-1 0,1 1 0,0 0 0,0-1 0,0 1 0,-1 0 0,1-1 0,0 1 0,0 0 0,1 0 0,26-5 0,-26 4 0,5 1 0,0 0 0,0 1 0,1 0 0,-1 0 0,0 0 0,0 1 0,0 0 0,0 0 0,-1 1 0,1 0 0,-1 0 0,1 0 0,-1 1 0,9 6 0,8 9 0,-1 0 0,24 26 0,-46-45 0,43 47 0,-2 2 0,-2 1 0,39 67 0,76 177 0,-149-284 0,2 5 0,1 1 0,16 23 0,-22-35 0,1 0 0,0-1 0,0 1 0,1-1 0,-1 0 0,1 0 0,-1 0 0,1 0 0,0-1 0,0 1 0,0-1 0,0 0 0,1 0 0,-1-1 0,5 2 0,6-1 0,-1 0 0,1-1 0,-1-1 0,1 0 0,0-1 0,23-4 0,86-27 0,-100 25 0,305-102 0,-93 29 0,-171 59 0,231-63 0,-272 81-273,0 1 0,0 0 0,0 2 0,31 4 0,-31-2-6553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09.2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24575,'28'34'0,"34"53"0,-35-48 0,45 67 0,109 216 0,-166-284 0,-15-38 0,0 1 0,1-1 0,-1 1 0,0-1 0,0 1 0,0 0 0,1-1 0,-1 1 0,0-1 0,0 1 0,0-1 0,0 1 0,0 0 0,0-1 0,0 1 0,0-1 0,-1 1 0,1-1 0,0 1 0,0-1 0,0 1 0,-1 0 0,1-1 0,0 1 0,-1 0 0,0-1 0,1 0 0,-1 0 0,0 1 0,1-1 0,-1 0 0,0 0 0,1 0 0,-1 0 0,1 0 0,-1-1 0,0 1 0,1 0 0,-1 0 0,0 0 0,1 0 0,-1-1 0,0 1 0,0-1 0,-31-20 0,31 21 0,-31-27 0,1 0 0,-32-38 0,-51-69 0,104 120 0,1 0 0,0 0 0,1-1 0,0 0 0,2-1 0,0 0 0,0 0 0,1 0 0,1-1 0,1 0 0,1 1 0,0-1 0,1 0 0,0 0 0,4-31 0,-2 43 0,0 1 0,0 0 0,1 0 0,-1 0 0,1-1 0,0 2 0,0-1 0,0 0 0,1 0 0,-1 1 0,1-1 0,0 1 0,0 0 0,0 0 0,0 0 0,0 0 0,1 0 0,0 1 0,-1-1 0,1 1 0,0 0 0,7-2 0,9-4 0,0 1 0,1 1 0,27-5 0,-44 10 0,57-8 0,0 3 0,0 2 0,105 6 0,-116 3 0,-1 2 0,1 2 0,-1 2 0,75 27 0,-108-32 0,-1 0 0,-1 1 0,1 0 0,-1 1 0,13 11 0,-21-15 0,0 0 0,-1 1 0,0 0 0,0 1 0,-1-1 0,1 1 0,-1-1 0,0 2 0,-1-1 0,1 0 0,-1 0 0,-1 1 0,4 12 0,1 8 0,-1 1 0,-2 0 0,-1-1 0,-1 1 0,-2 34 0,-1-51 0,0-1 0,-1 0 0,1 0 0,-2 0 0,0 0 0,0 0 0,0 0 0,-2-1 0,1 0 0,-1 0 0,0 0 0,-1 0 0,0-1 0,0 0 0,-1 0 0,0 0 0,-11 8 0,5-7 0,0 0 0,-1-1 0,0-1 0,0 0 0,-1-1 0,1-1 0,-18 4 0,-107 17 0,136-25 0,-160 15 0,141-15 0,0-1 0,0-1 0,0-1 0,1-2 0,-31-7 0,42 7-21,0-1-1,0 0 1,0 0-1,1-1 1,-1 0-1,1-1 1,1 0-1,0-1 1,0 1-1,-13-17 1,-4-3-1108,13 16-5697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10.0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12 200 24575,'-1'-1'0,"0"1"0,1-1 0,-1 1 0,0 0 0,1-1 0,-1 1 0,0-1 0,1 0 0,-1 1 0,1-1 0,-1 0 0,1 1 0,-1-1 0,1 0 0,-1 1 0,1-1 0,0 0 0,-1 0 0,1 1 0,0-1 0,0 0 0,0 0 0,-1 0 0,1 0 0,0 1 0,0-1 0,0 0 0,0 0 0,0 0 0,1 0 0,-1 1 0,0-2 0,4-33 0,-3 33 0,1-12 0,2 1 0,-1 0 0,11-22 0,-12 30 0,0-1 0,1 1 0,0 0 0,0 1 0,0-1 0,1 0 0,-1 1 0,1 0 0,0 0 0,1 0 0,7-5 0,-11 8 0,1 1 0,-1-1 0,1 1 0,-1-1 0,1 1 0,-1 0 0,1 0 0,-1-1 0,1 1 0,-1 0 0,1 0 0,-1 1 0,1-1 0,0 0 0,-1 1 0,1-1 0,-1 0 0,0 1 0,1 0 0,-1-1 0,1 1 0,-1 0 0,2 1 0,2 2 0,1 0 0,-1 0 0,0 1 0,6 5 0,14 19 0,-2 0 0,-1 2 0,29 51 0,43 108 0,-65-127 0,49 104 0,-76-163 0,1 0 0,-1 0 0,1-1 0,0 0 0,0 1 0,1-1 0,-1 0 0,0-1 0,1 1 0,0 0 0,0-1 0,0 0 0,0 0 0,0 0 0,0-1 0,0 1 0,1-1 0,-1 0 0,0 0 0,1 0 0,-1-1 0,9 0 0,9 1 0,0-2 0,0-1 0,29-6 0,61-17 0,124-45 0,-20 5 0,-209 63-227,0 0-1,1-1 1,-1 1-1,0-1 1,9-6-1,-3-1-6598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04.1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1502 24575,'1'12'0,"0"0"0,1-1 0,1 1 0,0 0 0,1-1 0,0 0 0,0 1 0,10 15 0,-14-27 0,0-1 0,0 1 0,0 0 0,0-1 0,1 1 0,-1 0 0,0-1 0,0 1 0,0 0 0,0-1 0,0 1 0,0 0 0,1-1 0,-1 1 0,0 0 0,0 0 0,0-1 0,1 1 0,-1 0 0,0 0 0,0 0 0,1-1 0,-1 1 0,0 0 0,0 0 0,1 0 0,-1 0 0,0-1 0,1 1 0,-1 0 0,0 0 0,1 0 0,-1 0 0,0 0 0,1 0 0,-1 0 0,0 0 0,1 0 0,-1 0 0,0 0 0,1 0 0,-1 0 0,0 0 0,1 1 0,-1-1 0,0 0 0,0 0 0,1 0 0,-1 0 0,0 0 0,1 1 0,-1-1 0,0 0 0,0 0 0,0 1 0,1-1 0,-1 0 0,0 0 0,0 1 0,0-1 0,1 0 0,-1 0 0,0 1 0,0-1 0,0 0 0,0 1 0,6-38 0,-4-17 0,-2 0 0,-3-1 0,-17-88 0,4 31 0,-30-355-319,42-2 0,5 439 319,1 1 0,2-1 0,1 1 0,11-39 0,-15 65 0,0 0 0,0 0 0,1 1 0,-1-1 0,0 1 0,1-1 0,0 1 0,-1-1 0,1 1 0,0 0 0,0 0 0,4-3 0,-4 4 0,0 0 0,0 0 0,0 0 0,-1 0 0,1 1 0,0-1 0,0 1 0,0-1 0,0 1 0,0 0 0,0 0 0,0 0 0,0 0 0,4 0 0,1 2 0,1 1 0,-1 0 0,1 0 0,-1 0 0,0 1 0,0 0 0,0 0 0,7 7 0,59 47 303,114 122-1,-149-140-269,167 156-33,-157-155 0,2-2 0,79 47 0,-121-81 0,1 0 0,0-1 0,0 0 0,0 0 0,0-1 0,1 0 0,0-1 0,-1 0 0,1-1 0,0 0 0,0 0 0,0-1 0,13-1 0,-10 0-227,0 0-1,0 2 1,-1-1-1,1 2 1,18 3-1,1 4-6598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04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24575,'1'2'0,"0"-1"0,0 1 0,0 0 0,1 0 0,-1-1 0,0 1 0,1-1 0,-1 1 0,1-1 0,-1 1 0,1-1 0,0 0 0,-1 0 0,1 0 0,0 0 0,0 0 0,0 0 0,3 1 0,-3-2 0,21 10 0,1-1 0,0-1 0,1-1 0,32 4 0,104 7 0,-112-15 0,-1-2 0,1-2 0,0-2 0,92-19 0,119-56-1365,-234 69-5461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05.2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24575,'12'8'0,"12"14"0,13 20 0,18 11 0,6 8 0,6 2 0,-2-6 0,-7-1 0,-9-9 0,-10-14 0,-11-7 0,-10-9-8191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12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1474 24575,'-11'-2'0,"13"-2"0,22-8 0,-19 9 0,208-93 0,-8 8-435,-28 15 183,698-300-1028,-25-54 637,-839 421 643,23-12 0,-1-2 0,0-2 0,29-26 0,-58 45 0,0 0 0,0-1 0,-1 0 0,0 0 0,0 0 0,0 0 0,3-7 0,-5 10 0,0 0 0,-1-1 0,0 1 0,1-1 0,-1 1 0,0-1 0,0 1 0,1 0 0,-1-1 0,0 1 0,-1-1 0,1 1 0,0-1 0,0 1 0,0-1 0,-1 1 0,1 0 0,-1-1 0,1 1 0,-1 0 0,0-1 0,0 1 0,1 0 0,-1 0 0,0-1 0,0 1 0,-2-1 0,-14-14 654,-1 2 0,-28-18 0,6 4-6,24 16-648,0 1 0,-1 1 0,-33-15 0,40 21 0,-1 0 0,-1 1 0,1 0 0,0 1 0,-1 0 0,0 1 0,-20 0 0,15 2 0,0 0 0,0 2 0,-30 7 0,41-8 0,1-1 0,0 1 0,0 0 0,0 0 0,0 1 0,0-1 0,0 1 0,0 0 0,1 1 0,-1-1 0,1 1 0,0 0 0,0 0 0,1 0 0,-6 8 0,8-11 0,1 0 0,-1 0 0,1 0 0,-1-1 0,1 2 0,0-1 0,-1 0 0,1 0 0,0 0 0,0 0 0,0 0 0,0 0 0,0 0 0,0 0 0,0 0 0,0 0 0,0 0 0,0 0 0,1 0 0,-1 0 0,0 0 0,1 0 0,-1 0 0,1 0 0,-1 0 0,1 0 0,-1 0 0,1 0 0,0 0 0,-1 0 0,1-1 0,0 1 0,0 0 0,0-1 0,0 1 0,-1 0 0,1-1 0,0 1 0,0-1 0,0 1 0,2-1 0,2 2 0,1 0 0,-1 0 0,1-1 0,-1 0 0,1 0 0,0 0 0,7-1 0,9 0 0,1-2 0,0-1 0,34-8 0,71-27 0,-40 11 0,18 2 0,166-20 0,-260 44 0,0 0 0,0 0 0,0 1 0,0 0 0,0 1 0,24 5 0,-31-4 0,1 0 0,-1 0 0,0 0 0,0 1 0,0-1 0,-1 1 0,1 1 0,-1-1 0,1 0 0,-1 1 0,0 0 0,0 0 0,-1 0 0,1 1 0,-1-1 0,0 1 0,4 8 0,0 4 17,0 0 0,-1 1 1,0 0-1,-2 0 0,0 1 0,1 28 0,-2 114-1502,-5-126-5341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47.7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3162 24575,'3'-1'0,"-1"0"0,1 0 0,-1 0 0,1 0 0,-1-1 0,1 0 0,-1 1 0,0-1 0,1 0 0,-1 0 0,0 0 0,0 0 0,2-5 0,9-8 0,155-168 0,-11 20 0,46-31-753,37-15-1287,384-256 1,-385 312 2211,477-224 0,-468 276-40,-148 67-121,2 4-1,172-29 1,-208 47-11,-1-3 0,0-3 0,-1-3 0,-1-2 0,-1-3 0,-1-3 0,70-45 0,-29 7-155,-3-5 0,-3-3 0,-4-5-1,143-159 1,-122 96 1561,-103 129-1123,-2 0 1,0 0-1,0-1 1,-2 0-1,0 0 1,0-1 0,-1 0-1,4-26 1,-9 35-389,1 0 1,-1 0 0,-1 0 0,1 0-1,-1 0 1,0 0 0,-1 0 0,0 0-1,-4-10 1,-1 0-5902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4:48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24575,'0'1'0,"0"0"0,0-1 0,1 1 0,-1 0 0,1 0 0,-1 0 0,0-1 0,1 1 0,0 0 0,-1-1 0,1 1 0,-1 0 0,1-1 0,0 1 0,-1-1 0,1 1 0,0-1 0,0 1 0,-1-1 0,1 0 0,1 1 0,20 8 0,-20-9 0,22 7 0,0-1 0,0-1 0,0-1 0,28 0 0,102-4 0,-100-1 0,-48 1 0,0 0 0,-1 1 0,1-1 0,0 1 0,-1 0 0,1 0 0,-1 1 0,11 4 0,-13-4 0,1 0 0,-1 0 0,0 0 0,1 1 0,-1-1 0,-1 1 0,1 0 0,0 0 0,-1 0 0,1 0 0,-1 1 0,0-1 0,2 6 0,4 8 0,-1 0 0,-1 1 0,-1 0 0,0 0 0,2 32 0,1 95 0,-6-59 0,1-60-1365,2-5-5461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5:44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1882 24575,'23'-11'0,"2"2"0,-1 0 0,43-8 0,-15 5 0,127-33 0,76-16-618,91-22-1853,67-16 1853,78-20 618,87-25-722,-447 111-139,1233-318-1885,-16-50 1177,-1020 286 1088,-78 19-188,-216 83 750,191-81 117,-164 65 2281,85-54-1,-133 74-1790,0-1 0,17-16 1,-18 14-5426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5:44.7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24575,'0'2'0,"0"0"0,0 0 0,1 0 0,-1 1 0,1-1 0,0 0 0,0 0 0,-1 0 0,1 0 0,1 0 0,-1 0 0,0 0 0,0 0 0,1-1 0,-1 1 0,1 0 0,-1-1 0,1 1 0,0-1 0,0 0 0,0 1 0,-1-1 0,5 1 0,4 3 0,1 0 0,0-1 0,16 3 0,-13-3 0,14 4 0,-13-5 0,0 1 0,0 1 0,0 1 0,0 0 0,-1 1 0,15 9 0,-26-13 0,0 0 0,0 0 0,0 0 0,0 0 0,-1 1 0,1-1 0,-1 1 0,0 0 0,0-1 0,-1 1 0,1 0 0,1 6 0,9 52 0,-11-59 0,9 108-51,-7 197 0,-5-175-1212,1-104-5563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0.4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141 691 24575,'0'127'0,"8"308"0,-1-351 0,3-1 0,3 0 0,29 92 0,-36-158 0,-4-13 0,-1-5 0,-42-154 0,22 90 0,-34-112 0,-25-94 0,75 257 0,-10-38 0,-9-85 0,21 134 0,1 1 0,0-1 0,0 0 0,0 0 0,0 0 0,1 0 0,-1 0 0,1 1 0,-1-1 0,1 0 0,2-4 0,-2 6 0,0 0 0,0 0 0,-1 1 0,1-1 0,0 0 0,0 0 0,0 1 0,0-1 0,0 1 0,1-1 0,-1 1 0,0-1 0,0 1 0,0 0 0,0-1 0,0 1 0,1 0 0,-1 0 0,0 0 0,0 0 0,0 0 0,1 0 0,-1 0 0,0 1 0,0-1 0,0 0 0,0 1 0,0-1 0,1 0 0,-1 1 0,1 0 0,161 68 0,-26-10 0,-59-32 0,1-4 0,1-4 0,86 11 0,-161-29 0,7 1 0,1-1 0,-1 0 0,22-2 0,-30 1 0,-1 0 0,0-1 0,1 0 0,-1 0 0,0 0 0,0 0 0,0 0 0,0-1 0,0 1 0,0-1 0,0 0 0,0 0 0,0 0 0,-1 0 0,1 0 0,-1-1 0,0 1 0,4-5 0,-2 0 0,-1 1 0,1-1 0,-1 0 0,-1 0 0,1-1 0,-1 1 0,-1 0 0,3-16 0,-3-4 0,-1-32 0,0 47 0,-11-153 0,-42-220 0,-4 152-1365,50 212-5461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2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117 334 24575,'-5'1'0,"0"0"0,0 0 0,0 0 0,0 0 0,-7 4 0,7-2 0,-1-1 0,0 0 0,1-1 0,-11 2 0,15-3 0,0 0 0,0 0 0,0 0 0,0 0 0,-1 0 0,1 0 0,0 0 0,0 0 0,0-1 0,0 1 0,0 0 0,0-1 0,0 1 0,0-1 0,0 1 0,0-1 0,1 1 0,-1-1 0,0 0 0,0 0 0,0 1 0,1-1 0,-1 0 0,0 0 0,1 0 0,-1 0 0,1 0 0,-1 0 0,0-1 0,-1-4 0,1 1 0,0-1 0,0 0 0,0 0 0,0 0 0,1 1 0,0-1 0,1 0 0,-1 0 0,1 0 0,0 1 0,3-11 0,4-9 0,17-37 0,-14 39 0,-5 8 0,14-36 0,-19 46 0,1 1 0,-1 0 0,-1 0 0,1-1 0,-1 1 0,1-1 0,-1 1 0,0-1 0,-1-5 0,0 9 0,1-1 0,-1 1 0,1-1 0,-1 1 0,1-1 0,-1 1 0,0 0 0,0 0 0,0-1 0,0 1 0,0 0 0,0 0 0,0 0 0,0 0 0,0 0 0,0 0 0,0 0 0,-1 0 0,1 1 0,0-1 0,-1 0 0,1 1 0,0-1 0,-1 1 0,1-1 0,-1 1 0,1 0 0,-1 0 0,1 0 0,-1 0 0,1 0 0,-4 0 0,3 0 0,0 0 0,0 1 0,-1-1 0,1 1 0,0 0 0,0-1 0,0 1 0,0 0 0,0 0 0,0 0 0,0 0 0,0 1 0,0-1 0,1 1 0,-1-1 0,0 1 0,1-1 0,-1 1 0,1 0 0,0 0 0,-3 3 0,3 1 0,-1 0 0,1 0 0,0 0 0,0 0 0,1 0 0,-1 0 0,1 0 0,1 0 0,-1 0 0,1 0 0,0 0 0,1 0 0,-1-1 0,1 1 0,0 0 0,0-1 0,5 8 0,3 7 0,2-1 0,0 1 0,18 19 0,-20-26 14,0-1-1,1-1 0,1 0 0,0 0 1,0-2-1,1 1 0,0-1 1,23 11-1,-29-17-91,1 1 0,0-2 0,0 1-1,0-1 1,0 0 0,0-1 0,0 0 0,0 0 0,0-1-1,1 1 1,-1-2 0,0 0 0,0 0 0,0 0 0,0-1-1,0 0 1,0 0 0,9-5 0,6-5-6748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2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1 556 24575,'2'1'0,"0"-1"0,0 1 0,0 0 0,0 0 0,-1 0 0,1 0 0,0 0 0,0 0 0,-1 1 0,1-1 0,-1 1 0,3 2 0,8 7 0,1-4 0,0-1 0,0 0 0,0-1 0,1-1 0,0 0 0,-1 0 0,1-2 0,1 0 0,27 1 0,-39-3 0,-1 0 0,1 0 0,-1 0 0,1 0 0,-1-1 0,0 1 0,1-1 0,-1 0 0,0 1 0,1-1 0,-1 0 0,0-1 0,0 1 0,0 0 0,0 0 0,0-1 0,0 1 0,0-1 0,0 0 0,-1 0 0,1 1 0,0-1 0,-1 0 0,0 0 0,1-1 0,-1 1 0,0 0 0,0 0 0,0-1 0,-1 1 0,2-3 0,0-8 0,0 0 0,-1 1 0,0-1 0,-2-25 0,0 16 0,-14-204 120,10 188-491,-3 0-1,-1 0 1,-26-67 0,24 79-6455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3.1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0 473 24575,'10'0'0,"-1"1"0,1 0 0,-1 1 0,1 0 0,-1 0 0,0 1 0,0 1 0,0-1 0,-1 1 0,1 1 0,9 6 0,9 8 0,46 44 0,-30-25 0,-7-9 0,-19-15 0,31 29 0,-73-77 0,1-1 0,2-1 0,-32-68 0,47 88 0,-54-110 0,-48-150 0,105 267-227,2 0-1,-1 0 1,1 0-1,1 0 1,-2-17-1,6 7-6598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3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0 24575,'-2'0'0,"1"0"0,-1 1 0,0-1 0,1 0 0,-1 1 0,1-1 0,-1 1 0,1-1 0,-1 1 0,1 0 0,0 0 0,-1 0 0,1 0 0,0 0 0,0 0 0,-1 0 0,1 0 0,0 0 0,0 0 0,0 1 0,0-1 0,1 0 0,-1 1 0,0-1 0,0 3 0,-3 4 0,1 0 0,1 1 0,-3 13 0,2-9 0,-10 48 0,3 1 0,-4 95 0,14-113 0,1-1 0,2 1 0,2-1 0,15 62 0,-14-82 0,1 0 0,12 23 0,-16-38 0,1 0 0,0-1 0,0 0 0,1 0 0,0-1 0,0 1 0,1-1 0,0 0 0,8 7 0,-13-12 0,1 0 0,-1 0 0,1 0 0,-1 0 0,1 0 0,-1 0 0,1 0 0,0-1 0,-1 1 0,1-1 0,0 1 0,0-1 0,-1 0 0,1 0 0,0 1 0,0-1 0,-1-1 0,1 1 0,0 0 0,3-1 0,-3 0 0,0 0 0,0 0 0,0 0 0,0 0 0,0-1 0,0 1 0,0-1 0,-1 0 0,1 1 0,0-1 0,-1 0 0,1 0 0,1-3 0,2-5 0,0 0 0,-1 0 0,0 0 0,0-1 0,2-16 0,4-33 0,-2-1 0,-3-1 0,-6-110 0,-11 110 0,14 69 0,0 0 0,0 0 0,1 1 0,0-2 0,0 1 0,1 0 0,5 8 0,1-1 0,0 0 0,16 15 0,-21-24 0,-1-1 0,1 1 0,0-1 0,0-1 0,0 1 0,0-1 0,1 1 0,0-2 0,-1 1 0,1 0 0,0-1 0,0-1 0,0 1 0,13 1 0,-14-3 0,-1 0 0,1 0 0,-1-1 0,0 0 0,1 1 0,-1-2 0,0 1 0,1 0 0,-1-1 0,0 0 0,0 0 0,0 0 0,0-1 0,-1 1 0,1-1 0,-1 0 0,1 0 0,-1 0 0,0 0 0,0 0 0,4-8 0,17-29-1365,-6-3-5461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4.1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24575,'0'8'0,"0"11"0,0 9 0,8 13 0,11 8 0,9 2 0,9 1 0,14 4 0,6-7 0,2-9 0,-2-7 0,-6-9 0,-8-8 0,-7-8 0,-6-4 0,-8-4-8191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5.3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1505 24575,'20'39'0,"33"43"0,-18-29 0,185 266 0,-216-314 0,0 0 0,0 0 0,1 0 0,0-1 0,7 6 0,-11-9 0,-1-1 0,0 0 0,1 0 0,-1 0 0,0 1 0,1-1 0,-1 0 0,1 0 0,-1 0 0,0 0 0,1 0 0,-1 0 0,1 1 0,-1-1 0,1 0 0,-1 0 0,1 0 0,-1-1 0,0 1 0,1 0 0,-1 0 0,1 0 0,-1 0 0,0 0 0,1 0 0,-1-1 0,1 1 0,-1 0 0,0 0 0,1-1 0,-1 1 0,0 0 0,1 0 0,-1-1 0,0 1 0,1 0 0,-1-1 0,0 1 0,0-1 0,0 1 0,1 0 0,-1-1 0,0 1 0,0-1 0,0 1 0,0 0 0,0-1 0,0 1 0,1-1 0,-1 1 0,0-1 0,-1 0 0,3-12 0,-2-1 0,0 0 0,-1 0 0,0 1 0,-1-1 0,0 0 0,-7-20 0,0-5 0,-41-191-85,-76-391-610,93 416 454,-5-221 0,37 418 241,1 0 0,0 0 0,0-1 0,3-12 0,-3 21 0,0-1 0,0 1 0,0-1 0,1 0 0,-1 1 0,0-1 0,1 1 0,-1-1 0,0 1 0,1-1 0,-1 1 0,0 0 0,1-1 0,-1 1 0,1-1 0,-1 1 0,1 0 0,-1-1 0,1 1 0,-1 0 0,1 0 0,-1-1 0,1 1 0,0 0 0,-1 0 0,1 0 0,-1 0 0,1 0 0,0-1 0,-1 1 0,1 0 0,-1 1 0,1-1 0,-1 0 0,1 0 0,0 0 0,-1 0 0,1 0 0,-1 1 0,1-1 0,-1 0 0,1 0 0,-1 1 0,1-1 0,-1 0 0,2 1 0,9 7 0,0 0 0,20 18 0,201 184 175,275 230 368,-491-427-543,10 8 0,0-2 0,2 0 0,37 19 0,-63-37 0,0 0 0,1 0 0,-1 0 0,1 0 0,-1 0 0,1-1 0,-1 1 0,1-1 0,0 1 0,-1-1 0,1 0 0,0 0 0,-1-1 0,1 1 0,2-1 0,-3 0 0,-1 1 0,0-1 0,1 0 0,-1 0 0,0 0 0,1 0 0,-1-1 0,0 1 0,0 0 0,0 0 0,0-1 0,0 1 0,-1-1 0,1 1 0,0-1 0,0 1 0,-1-1 0,1 1 0,-1-1 0,0 0 0,1 1 0,-1-1 0,0 1 0,0-4 0,0-7 0,0 0 0,0 0 0,-2 0 0,1 0 0,-5-14 0,-22-69 0,-124-276 242,-28 6 52,151 308-286,-6-8-1373,10 21-5461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5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1780 24575,'29'-29'0,"-2"-2"0,37-49 0,-53 62 0,-1 1 0,0-2 0,-1 1 0,-1-1 0,-1 0 0,10-40 0,-7 7 0,6-102 0,-15 129 0,-2-1 0,0 1 0,-2-1 0,0 1 0,-2 0 0,-8-26 0,9 41 0,0-1 0,-1 1 0,0 0 0,-7-11 0,10 19 0,1-1 0,-1 1 0,0 0 0,0-1 0,0 1 0,0 0 0,0 0 0,0 0 0,0 1 0,-1-1 0,1 1 0,-1-1 0,1 1 0,-1 0 0,1-1 0,-1 2 0,0-1 0,0 0 0,0 0 0,-4 0 0,6 1 0,-1 1 0,1-1 0,-1 0 0,1 1 0,-1-1 0,1 1 0,-1-1 0,1 1 0,-1-1 0,1 1 0,0 0 0,-1 0 0,1 0 0,0 0 0,0 0 0,0 0 0,0 0 0,0 0 0,0 0 0,0 1 0,-1 1 0,-1 3 0,0 0 0,0-1 0,1 1 0,-3 9 0,-1 13 0,0 2 0,1-1 0,2 1 0,2-1 0,0 1 0,2 0 0,1-1 0,6 32 0,2-9 0,3-1 0,1 0 0,36 81 0,-42-112 0,19 30 0,-24-44 0,1-1 0,0 1 0,0-1 0,1 0 0,0 0 0,0-1 0,0 1 0,0-1 0,9 5 0,-13-8 0,1 0 0,1 0 0,-1 0 0,0 0 0,0-1 0,0 1 0,0-1 0,1 1 0,-1-1 0,0 0 0,0 0 0,1 0 0,-1 0 0,4 0 0,-2-2 0,1 1 0,-1-1 0,1 0 0,-1 0 0,0 0 0,7-5 0,12-9 0,-2-2 0,0-1 0,-2 0 0,0-2 0,20-26 0,-36 42 0,68-84-150,-4-4 0,57-106-1,-81 117 48,-3-1-1,-3-2 1,26-94-1,-50 133 104,-1-1 0,-3 0 0,5-63 0,-13 88 0,-1 0 0,0 0 0,-2 0 0,0 0 0,-2 0 0,0 0 0,-2 0 0,0 1 0,-13-29 0,4 22 90,-1 0 0,-1 2 1,-1 0-1,-1 0 0,-2 2 0,0 1 0,-43-37 0,60 57-68,0 0-1,0-1 1,0 1 0,-1 1 0,0-1-1,-6-2 1,10 4-22,0 1-1,0 0 1,0 0 0,0-1 0,0 1 0,0 0-1,-1 0 1,1 0 0,0 0 0,0 0 0,0 1-1,0-1 1,0 0 0,0 0 0,0 1 0,0-1-1,0 0 1,0 1 0,0-1 0,0 1 0,0 0-1,0-1 1,1 1 0,-1 0 0,0-1 0,0 1-1,1 0 1,-1 0 0,0 0 0,1-1 0,-1 1-1,0 0 1,1 0 0,0 0 0,-1 0 0,1 0-1,-1 2 1,-2 7 0,0 0 0,1 0 0,0 0 0,0 0 0,1 1 0,1 18 0,8 64 0,-3-55 0,2 1 0,2-1 0,2 0 0,1-1 0,1 0 0,3-1 0,1-1 0,1 0 0,32 45 0,-41-70 0,-1 1 0,2-1 0,-1-1 0,2 0 0,18 14 0,-24-20 0,0 0 0,0 0 0,0 0 0,0-1 0,1 1 0,-1-1 0,1-1 0,-1 1 0,1-1 0,0 0 0,0 0 0,-1-1 0,1 0 0,0 0 0,10-1 0,6-8-1365,-6-5-5461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1912 24575,'19'-6'0,"0"-1"0,0 0 0,-1-2 0,0 0 0,22-16 0,-13 8 0,49-30-102,-2-4 0,-3-3 0,117-115-1,-139 118-14,-3-2 0,-2-2 0,-2-2 0,-3-2 0,46-90 0,-65 105 119,-1-1 1,-3 0-1,-1-2 0,-3 1 1,-2-2-1,-1 1 0,-3-1 1,-2-1-1,-3-86 0,-2 127 76,1 0-1,-1-1 0,0 1 0,-1 0 0,0 0 0,0 0 0,-1 0 0,-4-8 0,7 16-74,0 0 0,0-1 0,0 1 0,0 0 0,0 0 0,0 0 1,-1 0-1,1-1 0,0 1 0,0 0 0,0 0 0,0 0 0,-1 0 0,1 0 0,0-1 0,0 1 0,0 0 0,-1 0 0,1 0 0,0 0 1,0 0-1,0 0 0,-1 0 0,1 0 0,0 0 0,0 0 0,0 0 0,-1 0 0,1 0 0,0 0 0,0 0 0,-1 0 0,1 0 0,0 0 1,0 0-1,0 0 0,-1 0 0,1 1 0,0-1 0,0 0 0,0 0 0,0 0 0,-1 0 0,1 0 0,0 1 0,0-1 0,0 0 0,0 0 1,0 0-1,-1 0 0,1 1 0,0-1 0,0 0 0,0 0 0,0 0 0,0 1 0,0-1 0,0 0 0,-2 7 15,0-1 0,1 0 0,0 1-1,0-1 1,0 1 0,1-1 0,0 1-1,0-1 1,1 1 0,0-1-1,2 10 1,2 8-18,2 1 0,0-1 0,2 0 0,0 0 0,18 29 0,-6-16 0,2-1 0,37 46 0,-57-79 0,26 29 0,-27-30 0,0 0 0,0-1 0,0 1 0,0 0 0,1-1 0,-1 0 0,0 1 0,1-1 0,-1 0 0,1 0 0,0 0 0,2 0 0,-4-1 0,0 0 0,0 0 0,0 0 0,0 0 0,0 0 0,0 0 0,0-1 0,0 1 0,0 0 0,0 0 0,0-1 0,0 1 0,0-1 0,0 1 0,0-1 0,-1 1 0,1-1 0,0 1 0,0-1 0,-1 0 0,1 0 0,0 1 0,-1-1 0,1 0 0,-1 0 0,1 0 0,0-1 0,8-27 0,-5 7 0,-2 1 0,0-1 0,-2 0 0,0 1 0,-6-37 0,-3 5 0,-18-57 0,5 38 0,-33-78 0,49 135 0,6 15 0,0 0 0,0 0 0,0 0 0,0 0 0,0 0 0,0 0 0,0-1 0,0 1 0,0 0 0,0 0 0,0 0 0,0 0 0,0 0 0,0 0 0,0 0 0,0 0 0,0 0 0,0 0 0,0 0 0,0-1 0,0 1 0,0 0 0,0 0 0,0 0 0,0 0 0,0 0 0,0 0 0,1 0 0,-1 0 0,0 0 0,0 0 0,0 0 0,0 0 0,0 0 0,0 0 0,0 0 0,0 0 0,0-1 0,0 1 0,0 0 0,0 0 0,0 0 0,0 0 0,1 0 0,-1 0 0,0 0 0,0 0 0,0 0 0,0 0 0,0 0 0,0 0 0,0 0 0,0 0 0,0 0 0,0 0 0,0 0 0,1 0 0,-1 1 0,0-1 0,0 0 0,0 0 0,0 0 0,0 0 0,0 0 0,0 0 0,18 17 0,-8-7 0,4 3 0,5 7 0,1-2 0,1 0 0,0-2 0,38 23 0,-58-38 0,1 0 0,0 0 0,0 0 0,0-1 0,0 1 0,0 0 0,0-1 0,0 0 0,0 1 0,0-1 0,0 0 0,0 0 0,0 0 0,0 0 0,0 0 0,0-1 0,0 1 0,4-2 0,-5 2 0,0-1 0,0 0 0,0 0 0,0 0 0,0-1 0,0 1 0,0 0 0,-1 0 0,1 0 0,0-1 0,-1 1 0,1 0 0,-1 0 0,1-1 0,-1 1 0,0-1 0,1 1 0,-1 0 0,0-1 0,0 1 0,0-1 0,0 1 0,0 0 0,0-1 0,-1 1 0,1-1 0,-1-2 0,-3-13 0,-1-1 0,-1 1 0,0 0 0,-1 1 0,-11-18 0,-52-78 0,53 85 0,-63-98-1365,53 80-5461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6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1 496 24575,'19'20'0,"2"-1"0,0-1 0,39 26 0,-49-38 0,0 0 0,0-1 0,1 0 0,-1-1 0,1 0 0,0-1 0,0 0 0,1-1 0,-1 0 0,23 0 0,-25-2 0,0-1 0,1 0 0,-1-1 0,0 0 0,0 0 0,0-1 0,-1 0 0,1-1 0,-1 0 0,1 0 0,-1-1 0,-1-1 0,1 1 0,9-9 0,-8 4 0,0 0 0,0 0 0,-1-1 0,0 0 0,-1-1 0,0 0 0,-1-1 0,0 1 0,8-22 0,-9 16 0,0-1 0,-2 1 0,0-1 0,0 0 0,-2 0 0,0-38 0,-2 41 0,-2 1 0,1 0 0,-2 0 0,0 1 0,-1-1 0,0 0 0,-1 1 0,-13-25 0,11 29 0,0 1 0,0 0 0,-1 0 0,0 1 0,0 0 0,-1 0 0,0 1 0,-1 0 0,0 0 0,0 1 0,0 1 0,0 0 0,-1 0 0,0 1 0,0 0 0,-12-2 0,20 5 6,0 1 0,0-1 0,0 1 0,1-1 0,-1 1 0,0 0 0,0 0 0,0 0-1,0 0 1,0 1 0,1-1 0,-1 1 0,0 0 0,0 0 0,1 0 0,-1 0 0,0 0 0,-3 3 0,3-1-120,0-1 0,0 1 1,0 0-1,1 1 0,-1-1 1,1 0-1,0 1 0,0-1 1,0 1-1,1 0 0,-1 0 1,-1 5-1,-8 32-6712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7.3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122 417 24575,'0'-4'0,"8"7"0,11 18 0,9 11 0,5-1 0,1-2 0,-6-9 0,-24-21 0,-16-21 0,-14-16 0,-11-21 0,-11-16 0,-1-8 0,7 2 0,12 8 0,10 7 0,8 15-8191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7.7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24575,'0'8'0,"4"19"0,9 17 0,11 8 0,17 12 0,21 15 0,9 2 0,8-5 0,-10-11 0,-12-13 0,-12-11 0,-10-13 0,-6-6 0,-5-8 0,-2-6 0,-4 0 0,-7-2-8191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6:08.2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193 14 24575,'0'-1'0,"0"1"0,1-1 0,-1 1 0,0-1 0,-1 1 0,1-1 0,0 1 0,0-1 0,0 1 0,0-1 0,0 1 0,0-1 0,-1 1 0,1-1 0,0 1 0,0-1 0,-1 1 0,1 0 0,0-1 0,-1 1 0,1-1 0,0 1 0,-1 0 0,1-1 0,0 1 0,-1 0 0,1 0 0,-1-1 0,0 1 0,-16 2 0,12 0 0,1 0 0,-1 0 0,0 1 0,1 0 0,-5 3 0,-1 4 0,1 0 0,0 0 0,1 1 0,0 0 0,1 1 0,0-1 0,1 1 0,0 1 0,-5 16 0,-2 8 0,-13 76 0,20-82 0,1 1 0,0 59 0,5-88 0,0-1 0,0 0 0,0 0 0,0 1 0,0-1 0,1 0 0,-1 0 0,1 0 0,0 1 0,0-1 0,-1 0 0,1 0 0,1 0 0,-1 0 0,0 0 0,0-1 0,1 1 0,-1 0 0,1-1 0,-1 1 0,1-1 0,3 3 0,-3-3 0,1 0 0,0 0 0,0 0 0,0-1 0,0 1 0,0-1 0,0 1 0,0-1 0,0 0 0,0 0 0,0-1 0,0 1 0,0-1 0,0 1 0,0-1 0,4-2 0,5-1 20,-1-1-1,0 0 0,0 0 1,-1-1-1,15-12 0,46-41-1373,-69 57 1227,26-24-6699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29:17.0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76 24575,'143'10'0,"-35"-1"0,635-2 0,-479-9 0,-31 1-110,367 7-357,-541-3 467,0 4 0,-1 1 0,-1 4 0,104 33 0,-103-25 73,0-4-1,2-1 0,84 8 0,183-9 216,-246-15-288,519-30 0,503-131 0,-555 93-1365,-483 65-5461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31:08.7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3460 967 24575,'-22'-1'0,"-32"-5"0,-4-1 0,-469-39 0,-49 35 0,392 12 0,-19 12 0,101-4 0,-141 17 0,63-4 0,95-12 0,-83 5 0,136-14 0,0 3 0,0 0 0,-32 9 0,-93 33 0,46-13 0,-39 2 0,128-31 0,0-1 0,0-2 0,0 0 0,-43-5 0,48 1 0,0 0 0,0-2 0,0 0 0,1 0 0,0-2 0,-21-10 0,31 12 0,0 1 0,0-1 0,0-1 0,0 1 0,1-1 0,0 0 0,0 0 0,0-1 0,1 1 0,-4-9 0,-5-11 0,-12-39 0,16 41 0,-8-20 0,2 0 0,1-2 0,3 1 0,-9-83 0,17-177 0,5 175 0,-2 127 0,0 0 0,0 0 0,0 1 0,0-1 0,1 0 0,-1 0 0,1 0 0,-1 1 0,1-1 0,0 0 0,1 1 0,1-5 0,-1 5 0,0 0 0,1 0 0,-1 0 0,1 0 0,-1 0 0,1 1 0,-1-1 0,1 1 0,0 0 0,0 0 0,-1 0 0,7-1 0,91-23 4,2 4 0,136-9 1,206 11-151,-433 19 136,685-4-455,-3 57 214,-639-45 258,616 83 702,-147-50-566,87-43-143,-605 2 0,0 1 0,-1-1 0,1 1 0,-1 0 0,1 0 0,-1 0 0,1 1 0,-1 0 0,0 0 0,0 0 0,0 0 0,0 0 0,0 1 0,0 0 0,-1 0 0,1 0 0,-1 0 0,0 0 0,0 1 0,3 4 0,5 8 0,-2 0 0,0 0 0,12 31 0,-13-28 0,68 178 0,-67-165 0,0-1 0,-2 2 0,-2-1 0,3 48 0,-8-74 0,0-1 0,-1 1 0,0-1 0,0 0 0,0 1 0,0-1 0,-1 0 0,0 0 0,0 1 0,-1-2 0,1 1 0,-1 0 0,0 0 0,0-1 0,-1 0 0,-3 5 0,-7 5 0,-1-2 0,0 1 0,-20 11 0,22-14 0,-302 189 0,300-191 0,0-1 0,-1 0 0,-32 10 0,41-16 0,1 1 0,-1-1 0,0 0 0,0-1 0,0 0 0,0 0 0,0 0 0,0-1 0,1 0 0,-1 0 0,0-1 0,-10-3 0,-75-39-37,-13-4 163,89 42-417,0 1 0,0 0 0,0 2 1,-34-4-1,29 6-6535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31:45.5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24575,'16'9'0,"-1"-1"0,2 0 0,-1-1 0,1-1 0,33 8 0,-33-10 0,77 17 0,2-4 0,106 6 0,115-1-992,86-6-2976,949 3 2889,8-23 1235,-566 1-225,1568 0-3097,-1715-5 2671,-3-48 2416,-590 48-889,86-23 0,-95 14-3595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31:48.3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24575,'0'4'0,"4"9"0,37 19 0,56 15 0,83 9 0,100-6 0,49-12-2351,89-11 2351,89-12-3766,91-15 3766,24-12-4060,29-12 4060,-31-14 0,-70 0 0,-72-2 0,-101 6-1035,-107 8 1035,-99 10 3021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31:50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0 641 24575,'259'0'0,"18"-1"-1257,182-8-3771,199-13 3085,213-14-804,165-18 1804,2986-255-2857,-3388 251 3370,-185 15 672,-167 12 1153,-130 7-1047,-145 23-273,1 0-1,-1-1 1,0 0-1,0-1 1,0 1-1,10-7 1,-17 9-22,1 0 1,-1 0-1,0-1 0,1 1 1,-1 0-1,0 0 0,1-1 1,-1 1-1,0 0 0,1-1 1,-1 1-1,0 0 0,0-1 0,1 1 1,-1-1-1,0 1 0,0-1 1,0 1-1,0 0 0,0-1 1,0 1-1,1-1 0,-1 1 1,0-1-1,0 1 0,0 0 1,0-1-1,0 1 0,-1-1 1,1 1-1,0-1 0,0 1 1,0-1-1,0 1 0,0 0 1,-1-1-1,1 1 0,0-1 1,0 1-1,-1 0 0,1-1 1,0 1-1,0 0 0,-1-1 1,1 1-1,0 0 0,-1-1 1,-27-14 2836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2:19.878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2 24575,'107'-1'0,"119"3"0,-90 19 0,28 0 0,46 5 0,954 20-675,-1136-46-578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2T06:42:34.773"/>
    </inkml:context>
    <inkml:brush xml:id="br0">
      <inkml:brushProperty name="width" value="0.035" units="cm"/>
      <inkml:brushProperty name="height" value="0.035" units="cm"/>
      <inkml:brushProperty name="color" value="#00A0D7"/>
    </inkml:brush>
  </inkml:definitions>
  <inkml:trace contextRef="#ctx0" brushRef="#br0">1 210 24575,'20'0'0,"41"5"0,-18 1 0,1326 68-3549,-1307-73 3617,2 1 360,86-8 0,-130 1-254,-20 5-172,1 0 0,-1 0 0,0 0-1,0-1 1,0 1 0,0 0 0,0 0 0,0 0 0,0 0-1,1 0 1,-1-1 0,0 1 0,0 0 0,0 0 0,0 0-1,0 0 1,0 0 0,0-1 0,0 1 0,0 0 0,0 0-1,0 0 1,0-1 0,0 1 0,0 0 0,0 0 0,0 0-1,0 0 1,0-1 0,0 1 0,0 0 0,0 0-1,0 0 1,-1 0 0,1 0 0,0-1 0,0 1 0,0 0-1,0 0 1,0 0 0,0 0 0,0 0 0,-1 0 0,1-1-1,0 1 1,0 0 0,0 0 0,0 0 0,-1 0 0,1 0-1,0 0 1,0 0 0,0 0 0,0 0 0,-1 0 0,1 0-1,0 0 1,0 0 0,-14-6 95,0 2 0,-1-1 0,-23-2 0,-140-21-1,-622-61-1625,602 69 1355,59 4 455,88 6 634,50 10-908,1 0 0,0 0 0,0 0 0,0 0 0,-1 0 0,1 0 0,0 0 0,0 0 0,0 0 0,-1 0 0,1 0 0,0 0 0,0 0 1,0-1-1,0 1 0,-1 0 0,1 0 0,0 0 0,0 0 0,0 0 0,0 0 0,-1-1 0,1 1 0,0 0 0,0 0 0,0 0 0,0 0 0,0-1 0,0 1 0,0 0 0,-1 0 0,1 0 0,0 0 0,0-1 0,0 1 0,0 0 0,0 0 0,0 0 0,0-1 0,0 1 1,0 0-1,0 0 0,0 0 0,0-1 0,0 1 0,0 0 0,0 0 0,0 0 0,1-1 0,22-6 134,479-43-141,-435 46 0,322-14 1561,-463 19-1421,-256-5-1333,240-1-5633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48411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[INTRO]
Welcome students. Set the tone: this is not an API course and not a long lecture course. They will build something every session. Ask everyone to type one thing they think an AI system can do besides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[PROGRAM MAP]
Use this for the opening overview. Do not dwell. Emphasize progression: search before learning, scratch code before libraries, models before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[ONLINE NORMS]
ASK STUDENTS: What makes an online coding lesson boring? What should we avoid today? Put two answers in chat, then connect their answers to the rhythm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[ASK STUDENTS]
Poll: Is a maze solver AI if it does not learn? Options: yes, no, depends. Do not resolve fully yet; return to this in the 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[LET STUDENTS PREDICT]
Ask students to privately sketch or type the information the robot needs. Expected: current location, walls, visited cells, path so far, possible next cells,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[QUICK RECAP]
Do a tiny prediction: From (2,3), what is the coordinate one step left? Have students answer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[ASK STUDENTS]
Expected answer: the last item, which is often the current cell if the list stores the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[DEMO]
Show a tiny loop: A -&gt; B -&gt; A. Ask: What single memory prevents this loop? Expected: visited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[QUICK RECAP]
Connect to family-tree style arrows: if came_from[B] = A, then A is the parent of B in the discovered search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[CHECKPOINT]
Expected answer: no. If neighbors returns walls, the search loop becomes harder and more bug-prone.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[CONCEPT]
Ask: What is the state if the robot also has a battery level? Expected: cell plus battery. This previews that modeling choices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[VISUAL EXPLANATION]
Emphasize: a graph is just a way to talk about choices. Students do not need formal graph algorithms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[ASK STUDENTS]
Expected answer: no solution was found, if the algorithm was correct and explored all reachable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[DATA STRUCTURE INTRO]
Make this physical: hold up a stack of sticky notes or ask students to imagine browser tabs piled on top. Then connect append/pop to newest-first.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[DATA STRUCTURE INTRO]
Clarify that deque is a Python tool that efficiently acts like a queue. Students do not need to master deque; they only need popleft and append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[ASK STUDENTS]
Expected: not always. It might dive into a long dead end. Good moment to explain that intelligent does not mean perfect.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[ASK STUDENTS]
Expected: BFS. Use the phrase “wavefront from the start.”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[CHECKPOINT]
Expected: pop versus popleft, and the data structure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[CODE LIVE]
Students type with you. Keep pace slow. Ask: What is MAZE[1][1]? Expected: S. What is MAZE[0][0]? Expected: #.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[CODE LIVE]
This is a quick Python recap of nested loops. Expected answer: return None, then the solver should fail gracefully.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[PAUSE FOR EXERCISE]
Students answer in chat. For this walled maze, legal neighbors from (1,1) are (2,1) and (1,2).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[CONCEPT]
Have students say the loop aloud. This reduces cognitive load before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[CODE LIVE]
Students can copy this skeleton but leave reconstruct_path for the lab. Stop and ask what each data structure remembers.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[CODE LIVE]
Point out exactly one conceptual change from DFS: queue behavior. Do not turn this into a deque tutorial.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[LET STUDENTS PREDICT]
Collect answers visibly in chat or poll. After the run, compare evidence to predictions.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[PAUSE FOR EXERCISE]
Give 7-10 minutes. Students run DFS and BFS, fill table, then compare in breakout rooms.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[DEMO]
Temporarily comment out visited in a tiny controlled example or show pseudocode. Do not let the class get stuck in an infinite loop; use a max step limit.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[CONCEPT]
Students often think the path is automatically available. Explain that the search only knows current cells unless we store parent links.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[MATH CONNECTION]
Connect b to branching factor and d to depth. Avoid formal proof; use a quick calculator or mental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[CONCEPT]
Ask: Why not use straight-line distance in a maze? Expected: walls can block straight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[OPTIONAL]
Only implement A* if the group is moving quickly. The main objective is BFS/DFS and the concept of heuristic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[DEBUGGING GUIDANCE]
Encourage students to share one line of output, not just “it does not work.” Demonstrate printing frontier and visited sizes.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[WRAP-UP]
Return to the opening poll. Ask whether their answer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[EXIT TICKET]
Collect via chat, form, or notebook markdown cell. Use answers to decide whether to start next session with a mini-remediation on frontier/visited.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7.png"/><Relationship Id="rId21" Type="http://schemas.openxmlformats.org/officeDocument/2006/relationships/customXml" Target="../ink/ink10.xml"/><Relationship Id="rId42" Type="http://schemas.openxmlformats.org/officeDocument/2006/relationships/image" Target="../media/image20.png"/><Relationship Id="rId63" Type="http://schemas.openxmlformats.org/officeDocument/2006/relationships/customXml" Target="../ink/ink3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78.png"/><Relationship Id="rId170" Type="http://schemas.openxmlformats.org/officeDocument/2006/relationships/customXml" Target="../ink/ink85.xml"/><Relationship Id="rId191" Type="http://schemas.openxmlformats.org/officeDocument/2006/relationships/image" Target="../media/image94.png"/><Relationship Id="rId205" Type="http://schemas.openxmlformats.org/officeDocument/2006/relationships/image" Target="../media/image101.png"/><Relationship Id="rId226" Type="http://schemas.openxmlformats.org/officeDocument/2006/relationships/customXml" Target="../ink/ink113.xml"/><Relationship Id="rId107" Type="http://schemas.openxmlformats.org/officeDocument/2006/relationships/image" Target="../media/image52.png"/><Relationship Id="rId11" Type="http://schemas.openxmlformats.org/officeDocument/2006/relationships/customXml" Target="../ink/ink5.xml"/><Relationship Id="rId32" Type="http://schemas.openxmlformats.org/officeDocument/2006/relationships/image" Target="../media/image15.png"/><Relationship Id="rId53" Type="http://schemas.openxmlformats.org/officeDocument/2006/relationships/customXml" Target="../ink/ink26.xml"/><Relationship Id="rId74" Type="http://schemas.openxmlformats.org/officeDocument/2006/relationships/image" Target="../media/image36.png"/><Relationship Id="rId128" Type="http://schemas.openxmlformats.org/officeDocument/2006/relationships/customXml" Target="../ink/ink64.xml"/><Relationship Id="rId149" Type="http://schemas.openxmlformats.org/officeDocument/2006/relationships/image" Target="../media/image73.png"/><Relationship Id="rId5" Type="http://schemas.openxmlformats.org/officeDocument/2006/relationships/customXml" Target="../ink/ink2.xml"/><Relationship Id="rId95" Type="http://schemas.openxmlformats.org/officeDocument/2006/relationships/image" Target="../media/image46.png"/><Relationship Id="rId160" Type="http://schemas.openxmlformats.org/officeDocument/2006/relationships/customXml" Target="../ink/ink80.xml"/><Relationship Id="rId181" Type="http://schemas.openxmlformats.org/officeDocument/2006/relationships/image" Target="../media/image89.png"/><Relationship Id="rId216" Type="http://schemas.openxmlformats.org/officeDocument/2006/relationships/customXml" Target="../ink/ink108.xml"/><Relationship Id="rId22" Type="http://schemas.openxmlformats.org/officeDocument/2006/relationships/image" Target="../media/image10.png"/><Relationship Id="rId43" Type="http://schemas.openxmlformats.org/officeDocument/2006/relationships/customXml" Target="../ink/ink21.xml"/><Relationship Id="rId64" Type="http://schemas.openxmlformats.org/officeDocument/2006/relationships/image" Target="../media/image31.png"/><Relationship Id="rId118" Type="http://schemas.openxmlformats.org/officeDocument/2006/relationships/customXml" Target="../ink/ink59.xml"/><Relationship Id="rId139" Type="http://schemas.openxmlformats.org/officeDocument/2006/relationships/image" Target="../media/image68.png"/><Relationship Id="rId85" Type="http://schemas.openxmlformats.org/officeDocument/2006/relationships/image" Target="../media/image41.png"/><Relationship Id="rId150" Type="http://schemas.openxmlformats.org/officeDocument/2006/relationships/customXml" Target="../ink/ink75.xml"/><Relationship Id="rId171" Type="http://schemas.openxmlformats.org/officeDocument/2006/relationships/image" Target="../media/image84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2.png"/><Relationship Id="rId12" Type="http://schemas.openxmlformats.org/officeDocument/2006/relationships/image" Target="../media/image5.png"/><Relationship Id="rId33" Type="http://schemas.openxmlformats.org/officeDocument/2006/relationships/customXml" Target="../ink/ink16.xml"/><Relationship Id="rId108" Type="http://schemas.openxmlformats.org/officeDocument/2006/relationships/customXml" Target="../ink/ink54.xml"/><Relationship Id="rId129" Type="http://schemas.openxmlformats.org/officeDocument/2006/relationships/image" Target="../media/image63.png"/><Relationship Id="rId54" Type="http://schemas.openxmlformats.org/officeDocument/2006/relationships/image" Target="../media/image26.png"/><Relationship Id="rId75" Type="http://schemas.openxmlformats.org/officeDocument/2006/relationships/customXml" Target="../ink/ink37.xml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79.png"/><Relationship Id="rId182" Type="http://schemas.openxmlformats.org/officeDocument/2006/relationships/customXml" Target="../ink/ink91.xml"/><Relationship Id="rId217" Type="http://schemas.openxmlformats.org/officeDocument/2006/relationships/image" Target="../media/image107.png"/><Relationship Id="rId6" Type="http://schemas.openxmlformats.org/officeDocument/2006/relationships/image" Target="../media/image2.png"/><Relationship Id="rId23" Type="http://schemas.openxmlformats.org/officeDocument/2006/relationships/customXml" Target="../ink/ink11.xml"/><Relationship Id="rId119" Type="http://schemas.openxmlformats.org/officeDocument/2006/relationships/image" Target="../media/image58.png"/><Relationship Id="rId44" Type="http://schemas.openxmlformats.org/officeDocument/2006/relationships/image" Target="../media/image21.png"/><Relationship Id="rId65" Type="http://schemas.openxmlformats.org/officeDocument/2006/relationships/customXml" Target="../ink/ink32.xml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4.png"/><Relationship Id="rId172" Type="http://schemas.openxmlformats.org/officeDocument/2006/relationships/customXml" Target="../ink/ink86.xml"/><Relationship Id="rId193" Type="http://schemas.openxmlformats.org/officeDocument/2006/relationships/image" Target="../media/image95.png"/><Relationship Id="rId207" Type="http://schemas.openxmlformats.org/officeDocument/2006/relationships/image" Target="../media/image102.png"/><Relationship Id="rId228" Type="http://schemas.openxmlformats.org/officeDocument/2006/relationships/customXml" Target="../ink/ink114.xml"/><Relationship Id="rId13" Type="http://schemas.openxmlformats.org/officeDocument/2006/relationships/customXml" Target="../ink/ink6.xml"/><Relationship Id="rId109" Type="http://schemas.openxmlformats.org/officeDocument/2006/relationships/image" Target="../media/image53.png"/><Relationship Id="rId34" Type="http://schemas.openxmlformats.org/officeDocument/2006/relationships/image" Target="../media/image16.png"/><Relationship Id="rId55" Type="http://schemas.openxmlformats.org/officeDocument/2006/relationships/customXml" Target="../ink/ink27.xml"/><Relationship Id="rId76" Type="http://schemas.openxmlformats.org/officeDocument/2006/relationships/image" Target="../media/image37.png"/><Relationship Id="rId97" Type="http://schemas.openxmlformats.org/officeDocument/2006/relationships/image" Target="../media/image47.png"/><Relationship Id="rId120" Type="http://schemas.openxmlformats.org/officeDocument/2006/relationships/customXml" Target="../ink/ink60.xml"/><Relationship Id="rId141" Type="http://schemas.openxmlformats.org/officeDocument/2006/relationships/image" Target="../media/image69.png"/><Relationship Id="rId7" Type="http://schemas.openxmlformats.org/officeDocument/2006/relationships/customXml" Target="../ink/ink3.xml"/><Relationship Id="rId162" Type="http://schemas.openxmlformats.org/officeDocument/2006/relationships/customXml" Target="../ink/ink81.xml"/><Relationship Id="rId183" Type="http://schemas.openxmlformats.org/officeDocument/2006/relationships/image" Target="../media/image90.png"/><Relationship Id="rId218" Type="http://schemas.openxmlformats.org/officeDocument/2006/relationships/customXml" Target="../ink/ink109.xml"/><Relationship Id="rId24" Type="http://schemas.openxmlformats.org/officeDocument/2006/relationships/image" Target="../media/image11.png"/><Relationship Id="rId45" Type="http://schemas.openxmlformats.org/officeDocument/2006/relationships/customXml" Target="../ink/ink22.xml"/><Relationship Id="rId66" Type="http://schemas.openxmlformats.org/officeDocument/2006/relationships/image" Target="../media/image32.png"/><Relationship Id="rId87" Type="http://schemas.openxmlformats.org/officeDocument/2006/relationships/image" Target="../media/image42.png"/><Relationship Id="rId110" Type="http://schemas.openxmlformats.org/officeDocument/2006/relationships/customXml" Target="../ink/ink55.xml"/><Relationship Id="rId131" Type="http://schemas.openxmlformats.org/officeDocument/2006/relationships/image" Target="../media/image64.png"/><Relationship Id="rId152" Type="http://schemas.openxmlformats.org/officeDocument/2006/relationships/customXml" Target="../ink/ink76.xml"/><Relationship Id="rId173" Type="http://schemas.openxmlformats.org/officeDocument/2006/relationships/image" Target="../media/image85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3.png"/><Relationship Id="rId14" Type="http://schemas.openxmlformats.org/officeDocument/2006/relationships/image" Target="../media/image6.png"/><Relationship Id="rId35" Type="http://schemas.openxmlformats.org/officeDocument/2006/relationships/customXml" Target="../ink/ink17.xml"/><Relationship Id="rId56" Type="http://schemas.openxmlformats.org/officeDocument/2006/relationships/image" Target="../media/image27.png"/><Relationship Id="rId77" Type="http://schemas.openxmlformats.org/officeDocument/2006/relationships/customXml" Target="../ink/ink38.xml"/><Relationship Id="rId100" Type="http://schemas.openxmlformats.org/officeDocument/2006/relationships/customXml" Target="../ink/ink50.xml"/><Relationship Id="rId8" Type="http://schemas.openxmlformats.org/officeDocument/2006/relationships/image" Target="../media/image3.png"/><Relationship Id="rId98" Type="http://schemas.openxmlformats.org/officeDocument/2006/relationships/customXml" Target="../ink/ink49.xml"/><Relationship Id="rId121" Type="http://schemas.openxmlformats.org/officeDocument/2006/relationships/image" Target="../media/image59.png"/><Relationship Id="rId142" Type="http://schemas.openxmlformats.org/officeDocument/2006/relationships/customXml" Target="../ink/ink71.xml"/><Relationship Id="rId163" Type="http://schemas.openxmlformats.org/officeDocument/2006/relationships/image" Target="../media/image80.png"/><Relationship Id="rId184" Type="http://schemas.openxmlformats.org/officeDocument/2006/relationships/customXml" Target="../ink/ink92.xml"/><Relationship Id="rId219" Type="http://schemas.openxmlformats.org/officeDocument/2006/relationships/image" Target="../media/image108.png"/><Relationship Id="rId230" Type="http://schemas.openxmlformats.org/officeDocument/2006/relationships/customXml" Target="../ink/ink115.xml"/><Relationship Id="rId25" Type="http://schemas.openxmlformats.org/officeDocument/2006/relationships/customXml" Target="../ink/ink12.xml"/><Relationship Id="rId46" Type="http://schemas.openxmlformats.org/officeDocument/2006/relationships/image" Target="../media/image22.png"/><Relationship Id="rId67" Type="http://schemas.openxmlformats.org/officeDocument/2006/relationships/customXml" Target="../ink/ink33.xml"/><Relationship Id="rId116" Type="http://schemas.openxmlformats.org/officeDocument/2006/relationships/customXml" Target="../ink/ink58.xml"/><Relationship Id="rId137" Type="http://schemas.openxmlformats.org/officeDocument/2006/relationships/image" Target="../media/image67.png"/><Relationship Id="rId158" Type="http://schemas.openxmlformats.org/officeDocument/2006/relationships/customXml" Target="../ink/ink79.xml"/><Relationship Id="rId20" Type="http://schemas.openxmlformats.org/officeDocument/2006/relationships/image" Target="../media/image9.png"/><Relationship Id="rId41" Type="http://schemas.openxmlformats.org/officeDocument/2006/relationships/customXml" Target="../ink/ink20.xml"/><Relationship Id="rId62" Type="http://schemas.openxmlformats.org/officeDocument/2006/relationships/image" Target="../media/image30.png"/><Relationship Id="rId83" Type="http://schemas.openxmlformats.org/officeDocument/2006/relationships/image" Target="../media/image40.png"/><Relationship Id="rId88" Type="http://schemas.openxmlformats.org/officeDocument/2006/relationships/customXml" Target="../ink/ink44.xml"/><Relationship Id="rId111" Type="http://schemas.openxmlformats.org/officeDocument/2006/relationships/image" Target="../media/image54.png"/><Relationship Id="rId132" Type="http://schemas.openxmlformats.org/officeDocument/2006/relationships/customXml" Target="../ink/ink66.xml"/><Relationship Id="rId153" Type="http://schemas.openxmlformats.org/officeDocument/2006/relationships/image" Target="../media/image75.png"/><Relationship Id="rId174" Type="http://schemas.openxmlformats.org/officeDocument/2006/relationships/customXml" Target="../ink/ink87.xml"/><Relationship Id="rId179" Type="http://schemas.openxmlformats.org/officeDocument/2006/relationships/image" Target="../media/image88.png"/><Relationship Id="rId195" Type="http://schemas.openxmlformats.org/officeDocument/2006/relationships/image" Target="../media/image96.png"/><Relationship Id="rId209" Type="http://schemas.openxmlformats.org/officeDocument/2006/relationships/image" Target="../media/image103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0" Type="http://schemas.openxmlformats.org/officeDocument/2006/relationships/customXml" Target="../ink/ink110.xml"/><Relationship Id="rId225" Type="http://schemas.openxmlformats.org/officeDocument/2006/relationships/image" Target="../media/image111.png"/><Relationship Id="rId15" Type="http://schemas.openxmlformats.org/officeDocument/2006/relationships/customXml" Target="../ink/ink7.xml"/><Relationship Id="rId36" Type="http://schemas.openxmlformats.org/officeDocument/2006/relationships/image" Target="../media/image17.png"/><Relationship Id="rId57" Type="http://schemas.openxmlformats.org/officeDocument/2006/relationships/customXml" Target="../ink/ink28.xml"/><Relationship Id="rId106" Type="http://schemas.openxmlformats.org/officeDocument/2006/relationships/customXml" Target="../ink/ink53.xml"/><Relationship Id="rId127" Type="http://schemas.openxmlformats.org/officeDocument/2006/relationships/image" Target="../media/image62.png"/><Relationship Id="rId10" Type="http://schemas.openxmlformats.org/officeDocument/2006/relationships/image" Target="../media/image4.png"/><Relationship Id="rId31" Type="http://schemas.openxmlformats.org/officeDocument/2006/relationships/customXml" Target="../ink/ink15.xml"/><Relationship Id="rId52" Type="http://schemas.openxmlformats.org/officeDocument/2006/relationships/image" Target="../media/image25.png"/><Relationship Id="rId73" Type="http://schemas.openxmlformats.org/officeDocument/2006/relationships/customXml" Target="../ink/ink36.xml"/><Relationship Id="rId78" Type="http://schemas.openxmlformats.org/officeDocument/2006/relationships/image" Target="../media/image38.png"/><Relationship Id="rId94" Type="http://schemas.openxmlformats.org/officeDocument/2006/relationships/customXml" Target="../ink/ink47.xml"/><Relationship Id="rId99" Type="http://schemas.openxmlformats.org/officeDocument/2006/relationships/image" Target="../media/image48.png"/><Relationship Id="rId101" Type="http://schemas.openxmlformats.org/officeDocument/2006/relationships/image" Target="../media/image49.png"/><Relationship Id="rId122" Type="http://schemas.openxmlformats.org/officeDocument/2006/relationships/customXml" Target="../ink/ink61.xml"/><Relationship Id="rId143" Type="http://schemas.openxmlformats.org/officeDocument/2006/relationships/image" Target="../media/image70.png"/><Relationship Id="rId148" Type="http://schemas.openxmlformats.org/officeDocument/2006/relationships/customXml" Target="../ink/ink74.xml"/><Relationship Id="rId164" Type="http://schemas.openxmlformats.org/officeDocument/2006/relationships/customXml" Target="../ink/ink82.xml"/><Relationship Id="rId169" Type="http://schemas.openxmlformats.org/officeDocument/2006/relationships/image" Target="../media/image83.png"/><Relationship Id="rId185" Type="http://schemas.openxmlformats.org/officeDocument/2006/relationships/image" Target="../media/image91.png"/><Relationship Id="rId4" Type="http://schemas.openxmlformats.org/officeDocument/2006/relationships/image" Target="../media/image1.png"/><Relationship Id="rId9" Type="http://schemas.openxmlformats.org/officeDocument/2006/relationships/customXml" Target="../ink/ink4.xml"/><Relationship Id="rId180" Type="http://schemas.openxmlformats.org/officeDocument/2006/relationships/customXml" Target="../ink/ink90.xml"/><Relationship Id="rId210" Type="http://schemas.openxmlformats.org/officeDocument/2006/relationships/customXml" Target="../ink/ink105.xml"/><Relationship Id="rId215" Type="http://schemas.openxmlformats.org/officeDocument/2006/relationships/image" Target="../media/image106.png"/><Relationship Id="rId26" Type="http://schemas.openxmlformats.org/officeDocument/2006/relationships/image" Target="../media/image12.png"/><Relationship Id="rId231" Type="http://schemas.openxmlformats.org/officeDocument/2006/relationships/image" Target="../media/image114.png"/><Relationship Id="rId47" Type="http://schemas.openxmlformats.org/officeDocument/2006/relationships/customXml" Target="../ink/ink23.xml"/><Relationship Id="rId68" Type="http://schemas.openxmlformats.org/officeDocument/2006/relationships/image" Target="../media/image33.png"/><Relationship Id="rId89" Type="http://schemas.openxmlformats.org/officeDocument/2006/relationships/image" Target="../media/image43.png"/><Relationship Id="rId112" Type="http://schemas.openxmlformats.org/officeDocument/2006/relationships/customXml" Target="../ink/ink56.xml"/><Relationship Id="rId133" Type="http://schemas.openxmlformats.org/officeDocument/2006/relationships/image" Target="../media/image65.png"/><Relationship Id="rId154" Type="http://schemas.openxmlformats.org/officeDocument/2006/relationships/customXml" Target="../ink/ink77.xml"/><Relationship Id="rId175" Type="http://schemas.openxmlformats.org/officeDocument/2006/relationships/image" Target="../media/image86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image" Target="../media/image7.png"/><Relationship Id="rId221" Type="http://schemas.openxmlformats.org/officeDocument/2006/relationships/image" Target="../media/image109.png"/><Relationship Id="rId37" Type="http://schemas.openxmlformats.org/officeDocument/2006/relationships/customXml" Target="../ink/ink18.xml"/><Relationship Id="rId58" Type="http://schemas.openxmlformats.org/officeDocument/2006/relationships/image" Target="../media/image28.png"/><Relationship Id="rId79" Type="http://schemas.openxmlformats.org/officeDocument/2006/relationships/customXml" Target="../ink/ink39.xml"/><Relationship Id="rId102" Type="http://schemas.openxmlformats.org/officeDocument/2006/relationships/customXml" Target="../ink/ink51.xml"/><Relationship Id="rId123" Type="http://schemas.openxmlformats.org/officeDocument/2006/relationships/image" Target="../media/image60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1.png"/><Relationship Id="rId186" Type="http://schemas.openxmlformats.org/officeDocument/2006/relationships/customXml" Target="../ink/ink93.xml"/><Relationship Id="rId211" Type="http://schemas.openxmlformats.org/officeDocument/2006/relationships/image" Target="../media/image104.png"/><Relationship Id="rId27" Type="http://schemas.openxmlformats.org/officeDocument/2006/relationships/customXml" Target="../ink/ink13.xml"/><Relationship Id="rId48" Type="http://schemas.openxmlformats.org/officeDocument/2006/relationships/image" Target="../media/image23.png"/><Relationship Id="rId69" Type="http://schemas.openxmlformats.org/officeDocument/2006/relationships/customXml" Target="../ink/ink34.xml"/><Relationship Id="rId113" Type="http://schemas.openxmlformats.org/officeDocument/2006/relationships/image" Target="../media/image55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6.png"/><Relationship Id="rId176" Type="http://schemas.openxmlformats.org/officeDocument/2006/relationships/customXml" Target="../ink/ink88.xml"/><Relationship Id="rId197" Type="http://schemas.openxmlformats.org/officeDocument/2006/relationships/image" Target="../media/image97.png"/><Relationship Id="rId201" Type="http://schemas.openxmlformats.org/officeDocument/2006/relationships/image" Target="../media/image99.png"/><Relationship Id="rId222" Type="http://schemas.openxmlformats.org/officeDocument/2006/relationships/customXml" Target="../ink/ink111.xml"/><Relationship Id="rId17" Type="http://schemas.openxmlformats.org/officeDocument/2006/relationships/customXml" Target="../ink/ink8.xml"/><Relationship Id="rId38" Type="http://schemas.openxmlformats.org/officeDocument/2006/relationships/image" Target="../media/image18.png"/><Relationship Id="rId59" Type="http://schemas.openxmlformats.org/officeDocument/2006/relationships/customXml" Target="../ink/ink29.xml"/><Relationship Id="rId103" Type="http://schemas.openxmlformats.org/officeDocument/2006/relationships/image" Target="../media/image50.png"/><Relationship Id="rId124" Type="http://schemas.openxmlformats.org/officeDocument/2006/relationships/customXml" Target="../ink/ink62.xml"/><Relationship Id="rId70" Type="http://schemas.openxmlformats.org/officeDocument/2006/relationships/image" Target="../media/image34.png"/><Relationship Id="rId91" Type="http://schemas.openxmlformats.org/officeDocument/2006/relationships/image" Target="../media/image44.png"/><Relationship Id="rId145" Type="http://schemas.openxmlformats.org/officeDocument/2006/relationships/image" Target="../media/image71.png"/><Relationship Id="rId166" Type="http://schemas.openxmlformats.org/officeDocument/2006/relationships/customXml" Target="../ink/ink83.xml"/><Relationship Id="rId187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6.xml"/><Relationship Id="rId28" Type="http://schemas.openxmlformats.org/officeDocument/2006/relationships/image" Target="../media/image13.png"/><Relationship Id="rId49" Type="http://schemas.openxmlformats.org/officeDocument/2006/relationships/customXml" Target="../ink/ink24.xml"/><Relationship Id="rId114" Type="http://schemas.openxmlformats.org/officeDocument/2006/relationships/customXml" Target="../ink/ink57.xml"/><Relationship Id="rId60" Type="http://schemas.openxmlformats.org/officeDocument/2006/relationships/image" Target="../media/image29.png"/><Relationship Id="rId81" Type="http://schemas.openxmlformats.org/officeDocument/2006/relationships/image" Target="../media/image39.png"/><Relationship Id="rId135" Type="http://schemas.openxmlformats.org/officeDocument/2006/relationships/image" Target="../media/image66.png"/><Relationship Id="rId156" Type="http://schemas.openxmlformats.org/officeDocument/2006/relationships/customXml" Target="../ink/ink78.xml"/><Relationship Id="rId177" Type="http://schemas.openxmlformats.org/officeDocument/2006/relationships/image" Target="../media/image87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0.png"/><Relationship Id="rId18" Type="http://schemas.openxmlformats.org/officeDocument/2006/relationships/image" Target="../media/image8.png"/><Relationship Id="rId39" Type="http://schemas.openxmlformats.org/officeDocument/2006/relationships/customXml" Target="../ink/ink19.xml"/><Relationship Id="rId50" Type="http://schemas.openxmlformats.org/officeDocument/2006/relationships/image" Target="../media/image24.png"/><Relationship Id="rId104" Type="http://schemas.openxmlformats.org/officeDocument/2006/relationships/customXml" Target="../ink/ink52.xml"/><Relationship Id="rId125" Type="http://schemas.openxmlformats.org/officeDocument/2006/relationships/image" Target="../media/image61.png"/><Relationship Id="rId146" Type="http://schemas.openxmlformats.org/officeDocument/2006/relationships/customXml" Target="../ink/ink73.xml"/><Relationship Id="rId167" Type="http://schemas.openxmlformats.org/officeDocument/2006/relationships/image" Target="../media/image82.png"/><Relationship Id="rId188" Type="http://schemas.openxmlformats.org/officeDocument/2006/relationships/customXml" Target="../ink/ink94.xml"/><Relationship Id="rId71" Type="http://schemas.openxmlformats.org/officeDocument/2006/relationships/customXml" Target="../ink/ink35.xml"/><Relationship Id="rId92" Type="http://schemas.openxmlformats.org/officeDocument/2006/relationships/customXml" Target="../ink/ink46.xml"/><Relationship Id="rId213" Type="http://schemas.openxmlformats.org/officeDocument/2006/relationships/image" Target="../media/image105.png"/><Relationship Id="rId2" Type="http://schemas.openxmlformats.org/officeDocument/2006/relationships/notesSlide" Target="../notesSlides/notesSlide6.xml"/><Relationship Id="rId29" Type="http://schemas.openxmlformats.org/officeDocument/2006/relationships/customXml" Target="../ink/ink14.xml"/><Relationship Id="rId40" Type="http://schemas.openxmlformats.org/officeDocument/2006/relationships/image" Target="../media/image19.png"/><Relationship Id="rId115" Type="http://schemas.openxmlformats.org/officeDocument/2006/relationships/image" Target="../media/image56.png"/><Relationship Id="rId136" Type="http://schemas.openxmlformats.org/officeDocument/2006/relationships/customXml" Target="../ink/ink68.xml"/><Relationship Id="rId157" Type="http://schemas.openxmlformats.org/officeDocument/2006/relationships/image" Target="../media/image77.png"/><Relationship Id="rId178" Type="http://schemas.openxmlformats.org/officeDocument/2006/relationships/customXml" Target="../ink/ink89.xml"/><Relationship Id="rId61" Type="http://schemas.openxmlformats.org/officeDocument/2006/relationships/customXml" Target="../ink/ink30.xml"/><Relationship Id="rId82" Type="http://schemas.openxmlformats.org/officeDocument/2006/relationships/customXml" Target="../ink/ink41.xml"/><Relationship Id="rId199" Type="http://schemas.openxmlformats.org/officeDocument/2006/relationships/image" Target="../media/image98.png"/><Relationship Id="rId203" Type="http://schemas.openxmlformats.org/officeDocument/2006/relationships/image" Target="../media/image100.png"/><Relationship Id="rId19" Type="http://schemas.openxmlformats.org/officeDocument/2006/relationships/customXml" Target="../ink/ink9.xml"/><Relationship Id="rId224" Type="http://schemas.openxmlformats.org/officeDocument/2006/relationships/customXml" Target="../ink/ink112.xml"/><Relationship Id="rId30" Type="http://schemas.openxmlformats.org/officeDocument/2006/relationships/image" Target="../media/image14.png"/><Relationship Id="rId105" Type="http://schemas.openxmlformats.org/officeDocument/2006/relationships/image" Target="../media/image51.png"/><Relationship Id="rId126" Type="http://schemas.openxmlformats.org/officeDocument/2006/relationships/customXml" Target="../ink/ink63.xml"/><Relationship Id="rId147" Type="http://schemas.openxmlformats.org/officeDocument/2006/relationships/image" Target="../media/image72.png"/><Relationship Id="rId168" Type="http://schemas.openxmlformats.org/officeDocument/2006/relationships/customXml" Target="../ink/ink84.xml"/><Relationship Id="rId51" Type="http://schemas.openxmlformats.org/officeDocument/2006/relationships/customXml" Target="../ink/ink25.xml"/><Relationship Id="rId72" Type="http://schemas.openxmlformats.org/officeDocument/2006/relationships/image" Target="../media/image35.png"/><Relationship Id="rId93" Type="http://schemas.openxmlformats.org/officeDocument/2006/relationships/image" Target="../media/image45.png"/><Relationship Id="rId189" Type="http://schemas.openxmlformats.org/officeDocument/2006/relationships/image" Target="../media/image93.png"/><Relationship Id="rId3" Type="http://schemas.openxmlformats.org/officeDocument/2006/relationships/customXml" Target="../ink/ink1.xml"/><Relationship Id="rId214" Type="http://schemas.openxmlformats.org/officeDocument/2006/relationships/customXml" Target="../ink/ink107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3.png"/><Relationship Id="rId18" Type="http://schemas.openxmlformats.org/officeDocument/2006/relationships/customXml" Target="../ink/ink124.xml"/><Relationship Id="rId26" Type="http://schemas.openxmlformats.org/officeDocument/2006/relationships/customXml" Target="../ink/ink128.xml"/><Relationship Id="rId39" Type="http://schemas.openxmlformats.org/officeDocument/2006/relationships/image" Target="../media/image125.png"/><Relationship Id="rId21" Type="http://schemas.openxmlformats.org/officeDocument/2006/relationships/image" Target="../media/image116.png"/><Relationship Id="rId34" Type="http://schemas.openxmlformats.org/officeDocument/2006/relationships/customXml" Target="../ink/ink132.xml"/><Relationship Id="rId7" Type="http://schemas.openxmlformats.org/officeDocument/2006/relationships/image" Target="../media/image13.png"/><Relationship Id="rId12" Type="http://schemas.openxmlformats.org/officeDocument/2006/relationships/customXml" Target="../ink/ink121.xml"/><Relationship Id="rId17" Type="http://schemas.openxmlformats.org/officeDocument/2006/relationships/image" Target="../media/image65.png"/><Relationship Id="rId25" Type="http://schemas.openxmlformats.org/officeDocument/2006/relationships/image" Target="../media/image118.png"/><Relationship Id="rId33" Type="http://schemas.openxmlformats.org/officeDocument/2006/relationships/image" Target="../media/image122.png"/><Relationship Id="rId38" Type="http://schemas.openxmlformats.org/officeDocument/2006/relationships/customXml" Target="../ink/ink134.xml"/><Relationship Id="rId2" Type="http://schemas.openxmlformats.org/officeDocument/2006/relationships/customXml" Target="../ink/ink116.xml"/><Relationship Id="rId16" Type="http://schemas.openxmlformats.org/officeDocument/2006/relationships/customXml" Target="../ink/ink123.xml"/><Relationship Id="rId20" Type="http://schemas.openxmlformats.org/officeDocument/2006/relationships/customXml" Target="../ink/ink125.xml"/><Relationship Id="rId29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8.xml"/><Relationship Id="rId11" Type="http://schemas.openxmlformats.org/officeDocument/2006/relationships/image" Target="../media/image59.png"/><Relationship Id="rId24" Type="http://schemas.openxmlformats.org/officeDocument/2006/relationships/customXml" Target="../ink/ink127.xml"/><Relationship Id="rId32" Type="http://schemas.openxmlformats.org/officeDocument/2006/relationships/customXml" Target="../ink/ink131.xml"/><Relationship Id="rId37" Type="http://schemas.openxmlformats.org/officeDocument/2006/relationships/image" Target="../media/image124.png"/><Relationship Id="rId5" Type="http://schemas.openxmlformats.org/officeDocument/2006/relationships/image" Target="../media/image12.png"/><Relationship Id="rId15" Type="http://schemas.openxmlformats.org/officeDocument/2006/relationships/image" Target="../media/image64.png"/><Relationship Id="rId23" Type="http://schemas.openxmlformats.org/officeDocument/2006/relationships/image" Target="../media/image117.png"/><Relationship Id="rId28" Type="http://schemas.openxmlformats.org/officeDocument/2006/relationships/customXml" Target="../ink/ink129.xml"/><Relationship Id="rId36" Type="http://schemas.openxmlformats.org/officeDocument/2006/relationships/customXml" Target="../ink/ink133.xml"/><Relationship Id="rId10" Type="http://schemas.openxmlformats.org/officeDocument/2006/relationships/customXml" Target="../ink/ink120.xml"/><Relationship Id="rId19" Type="http://schemas.openxmlformats.org/officeDocument/2006/relationships/image" Target="../media/image115.png"/><Relationship Id="rId31" Type="http://schemas.openxmlformats.org/officeDocument/2006/relationships/image" Target="../media/image121.png"/><Relationship Id="rId4" Type="http://schemas.openxmlformats.org/officeDocument/2006/relationships/customXml" Target="../ink/ink117.xml"/><Relationship Id="rId9" Type="http://schemas.openxmlformats.org/officeDocument/2006/relationships/image" Target="../media/image14.png"/><Relationship Id="rId14" Type="http://schemas.openxmlformats.org/officeDocument/2006/relationships/customXml" Target="../ink/ink122.xml"/><Relationship Id="rId22" Type="http://schemas.openxmlformats.org/officeDocument/2006/relationships/customXml" Target="../ink/ink126.xml"/><Relationship Id="rId27" Type="http://schemas.openxmlformats.org/officeDocument/2006/relationships/image" Target="../media/image119.png"/><Relationship Id="rId30" Type="http://schemas.openxmlformats.org/officeDocument/2006/relationships/customXml" Target="../ink/ink130.xml"/><Relationship Id="rId35" Type="http://schemas.openxmlformats.org/officeDocument/2006/relationships/image" Target="../media/image123.png"/><Relationship Id="rId8" Type="http://schemas.openxmlformats.org/officeDocument/2006/relationships/customXml" Target="../ink/ink119.xml"/><Relationship Id="rId3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customXml" Target="../ink/ink140.xml"/><Relationship Id="rId18" Type="http://schemas.openxmlformats.org/officeDocument/2006/relationships/image" Target="../media/image133.png"/><Relationship Id="rId26" Type="http://schemas.openxmlformats.org/officeDocument/2006/relationships/image" Target="../media/image137.png"/><Relationship Id="rId3" Type="http://schemas.openxmlformats.org/officeDocument/2006/relationships/customXml" Target="../ink/ink135.xml"/><Relationship Id="rId21" Type="http://schemas.openxmlformats.org/officeDocument/2006/relationships/customXml" Target="../ink/ink144.xml"/><Relationship Id="rId7" Type="http://schemas.openxmlformats.org/officeDocument/2006/relationships/customXml" Target="../ink/ink137.xml"/><Relationship Id="rId12" Type="http://schemas.openxmlformats.org/officeDocument/2006/relationships/image" Target="../media/image130.png"/><Relationship Id="rId17" Type="http://schemas.openxmlformats.org/officeDocument/2006/relationships/customXml" Target="../ink/ink142.xml"/><Relationship Id="rId25" Type="http://schemas.openxmlformats.org/officeDocument/2006/relationships/customXml" Target="../ink/ink146.xml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32.png"/><Relationship Id="rId20" Type="http://schemas.openxmlformats.org/officeDocument/2006/relationships/image" Target="../media/image134.png"/><Relationship Id="rId29" Type="http://schemas.openxmlformats.org/officeDocument/2006/relationships/customXml" Target="../ink/ink1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7.png"/><Relationship Id="rId11" Type="http://schemas.openxmlformats.org/officeDocument/2006/relationships/customXml" Target="../ink/ink139.xml"/><Relationship Id="rId24" Type="http://schemas.openxmlformats.org/officeDocument/2006/relationships/image" Target="../media/image136.png"/><Relationship Id="rId5" Type="http://schemas.openxmlformats.org/officeDocument/2006/relationships/customXml" Target="../ink/ink136.xml"/><Relationship Id="rId15" Type="http://schemas.openxmlformats.org/officeDocument/2006/relationships/customXml" Target="../ink/ink141.xml"/><Relationship Id="rId23" Type="http://schemas.openxmlformats.org/officeDocument/2006/relationships/customXml" Target="../ink/ink145.xml"/><Relationship Id="rId28" Type="http://schemas.openxmlformats.org/officeDocument/2006/relationships/image" Target="../media/image138.png"/><Relationship Id="rId10" Type="http://schemas.openxmlformats.org/officeDocument/2006/relationships/image" Target="../media/image129.png"/><Relationship Id="rId19" Type="http://schemas.openxmlformats.org/officeDocument/2006/relationships/customXml" Target="../ink/ink143.xml"/><Relationship Id="rId4" Type="http://schemas.openxmlformats.org/officeDocument/2006/relationships/image" Target="../media/image126.png"/><Relationship Id="rId9" Type="http://schemas.openxmlformats.org/officeDocument/2006/relationships/customXml" Target="../ink/ink138.xml"/><Relationship Id="rId14" Type="http://schemas.openxmlformats.org/officeDocument/2006/relationships/image" Target="../media/image131.png"/><Relationship Id="rId22" Type="http://schemas.openxmlformats.org/officeDocument/2006/relationships/image" Target="../media/image135.png"/><Relationship Id="rId27" Type="http://schemas.openxmlformats.org/officeDocument/2006/relationships/customXml" Target="../ink/ink147.xml"/><Relationship Id="rId30" Type="http://schemas.openxmlformats.org/officeDocument/2006/relationships/image" Target="../media/image13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54.xml"/><Relationship Id="rId18" Type="http://schemas.openxmlformats.org/officeDocument/2006/relationships/image" Target="../media/image147.png"/><Relationship Id="rId26" Type="http://schemas.openxmlformats.org/officeDocument/2006/relationships/image" Target="../media/image151.png"/><Relationship Id="rId3" Type="http://schemas.openxmlformats.org/officeDocument/2006/relationships/customXml" Target="../ink/ink149.xml"/><Relationship Id="rId21" Type="http://schemas.openxmlformats.org/officeDocument/2006/relationships/customXml" Target="../ink/ink158.xml"/><Relationship Id="rId34" Type="http://schemas.openxmlformats.org/officeDocument/2006/relationships/image" Target="../media/image155.png"/><Relationship Id="rId7" Type="http://schemas.openxmlformats.org/officeDocument/2006/relationships/customXml" Target="../ink/ink151.xml"/><Relationship Id="rId12" Type="http://schemas.openxmlformats.org/officeDocument/2006/relationships/image" Target="../media/image144.png"/><Relationship Id="rId17" Type="http://schemas.openxmlformats.org/officeDocument/2006/relationships/customXml" Target="../ink/ink156.xml"/><Relationship Id="rId25" Type="http://schemas.openxmlformats.org/officeDocument/2006/relationships/customXml" Target="../ink/ink160.xml"/><Relationship Id="rId33" Type="http://schemas.openxmlformats.org/officeDocument/2006/relationships/customXml" Target="../ink/ink164.xml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46.png"/><Relationship Id="rId20" Type="http://schemas.openxmlformats.org/officeDocument/2006/relationships/image" Target="../media/image148.png"/><Relationship Id="rId29" Type="http://schemas.openxmlformats.org/officeDocument/2006/relationships/customXml" Target="../ink/ink1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11" Type="http://schemas.openxmlformats.org/officeDocument/2006/relationships/customXml" Target="../ink/ink153.xml"/><Relationship Id="rId24" Type="http://schemas.openxmlformats.org/officeDocument/2006/relationships/image" Target="../media/image150.png"/><Relationship Id="rId32" Type="http://schemas.openxmlformats.org/officeDocument/2006/relationships/image" Target="../media/image154.png"/><Relationship Id="rId5" Type="http://schemas.openxmlformats.org/officeDocument/2006/relationships/customXml" Target="../ink/ink150.xml"/><Relationship Id="rId15" Type="http://schemas.openxmlformats.org/officeDocument/2006/relationships/customXml" Target="../ink/ink155.xml"/><Relationship Id="rId23" Type="http://schemas.openxmlformats.org/officeDocument/2006/relationships/customXml" Target="../ink/ink159.xml"/><Relationship Id="rId28" Type="http://schemas.openxmlformats.org/officeDocument/2006/relationships/image" Target="../media/image152.png"/><Relationship Id="rId36" Type="http://schemas.openxmlformats.org/officeDocument/2006/relationships/image" Target="../media/image156.png"/><Relationship Id="rId10" Type="http://schemas.openxmlformats.org/officeDocument/2006/relationships/image" Target="../media/image143.png"/><Relationship Id="rId19" Type="http://schemas.openxmlformats.org/officeDocument/2006/relationships/customXml" Target="../ink/ink157.xml"/><Relationship Id="rId31" Type="http://schemas.openxmlformats.org/officeDocument/2006/relationships/customXml" Target="../ink/ink163.xml"/><Relationship Id="rId4" Type="http://schemas.openxmlformats.org/officeDocument/2006/relationships/image" Target="../media/image140.png"/><Relationship Id="rId9" Type="http://schemas.openxmlformats.org/officeDocument/2006/relationships/customXml" Target="../ink/ink152.xml"/><Relationship Id="rId14" Type="http://schemas.openxmlformats.org/officeDocument/2006/relationships/image" Target="../media/image145.png"/><Relationship Id="rId22" Type="http://schemas.openxmlformats.org/officeDocument/2006/relationships/image" Target="../media/image149.png"/><Relationship Id="rId27" Type="http://schemas.openxmlformats.org/officeDocument/2006/relationships/customXml" Target="../ink/ink161.xml"/><Relationship Id="rId30" Type="http://schemas.openxmlformats.org/officeDocument/2006/relationships/image" Target="../media/image153.png"/><Relationship Id="rId35" Type="http://schemas.openxmlformats.org/officeDocument/2006/relationships/customXml" Target="../ink/ink165.xml"/><Relationship Id="rId8" Type="http://schemas.openxmlformats.org/officeDocument/2006/relationships/image" Target="../media/image14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3" Type="http://schemas.openxmlformats.org/officeDocument/2006/relationships/customXml" Target="../ink/ink166.xml"/><Relationship Id="rId7" Type="http://schemas.openxmlformats.org/officeDocument/2006/relationships/customXml" Target="../ink/ink168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8.png"/><Relationship Id="rId5" Type="http://schemas.openxmlformats.org/officeDocument/2006/relationships/customXml" Target="../ink/ink167.xml"/><Relationship Id="rId10" Type="http://schemas.openxmlformats.org/officeDocument/2006/relationships/image" Target="../media/image160.png"/><Relationship Id="rId4" Type="http://schemas.openxmlformats.org/officeDocument/2006/relationships/image" Target="../media/image157.png"/><Relationship Id="rId9" Type="http://schemas.openxmlformats.org/officeDocument/2006/relationships/customXml" Target="../ink/ink16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70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7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510.png"/><Relationship Id="rId117" Type="http://schemas.openxmlformats.org/officeDocument/2006/relationships/customXml" Target="../ink/ink212.xml"/><Relationship Id="rId21" Type="http://schemas.openxmlformats.org/officeDocument/2006/relationships/customXml" Target="../ink/ink179.xml"/><Relationship Id="rId63" Type="http://schemas.openxmlformats.org/officeDocument/2006/relationships/customXml" Target="../ink/ink185.xml"/><Relationship Id="rId68" Type="http://schemas.openxmlformats.org/officeDocument/2006/relationships/image" Target="../media/image1530.png"/><Relationship Id="rId84" Type="http://schemas.openxmlformats.org/officeDocument/2006/relationships/image" Target="../media/image1610.png"/><Relationship Id="rId89" Type="http://schemas.openxmlformats.org/officeDocument/2006/relationships/customXml" Target="../ink/ink198.xml"/><Relationship Id="rId112" Type="http://schemas.openxmlformats.org/officeDocument/2006/relationships/image" Target="../media/image177.png"/><Relationship Id="rId133" Type="http://schemas.openxmlformats.org/officeDocument/2006/relationships/customXml" Target="../ink/ink220.xml"/><Relationship Id="rId138" Type="http://schemas.openxmlformats.org/officeDocument/2006/relationships/image" Target="../media/image190.png"/><Relationship Id="rId154" Type="http://schemas.openxmlformats.org/officeDocument/2006/relationships/image" Target="../media/image198.png"/><Relationship Id="rId159" Type="http://schemas.openxmlformats.org/officeDocument/2006/relationships/customXml" Target="../ink/ink233.xml"/><Relationship Id="rId107" Type="http://schemas.openxmlformats.org/officeDocument/2006/relationships/customXml" Target="../ink/ink207.xml"/><Relationship Id="rId11" Type="http://schemas.openxmlformats.org/officeDocument/2006/relationships/customXml" Target="../ink/ink175.xml"/><Relationship Id="rId58" Type="http://schemas.openxmlformats.org/officeDocument/2006/relationships/image" Target="../media/image167.png"/><Relationship Id="rId74" Type="http://schemas.openxmlformats.org/officeDocument/2006/relationships/image" Target="../media/image1560.png"/><Relationship Id="rId79" Type="http://schemas.openxmlformats.org/officeDocument/2006/relationships/customXml" Target="../ink/ink193.xml"/><Relationship Id="rId102" Type="http://schemas.openxmlformats.org/officeDocument/2006/relationships/image" Target="../media/image172.png"/><Relationship Id="rId123" Type="http://schemas.openxmlformats.org/officeDocument/2006/relationships/customXml" Target="../ink/ink215.xml"/><Relationship Id="rId128" Type="http://schemas.openxmlformats.org/officeDocument/2006/relationships/image" Target="../media/image185.png"/><Relationship Id="rId144" Type="http://schemas.openxmlformats.org/officeDocument/2006/relationships/image" Target="../media/image193.png"/><Relationship Id="rId149" Type="http://schemas.openxmlformats.org/officeDocument/2006/relationships/customXml" Target="../ink/ink228.xml"/><Relationship Id="rId90" Type="http://schemas.openxmlformats.org/officeDocument/2006/relationships/image" Target="../media/image164.png"/><Relationship Id="rId95" Type="http://schemas.openxmlformats.org/officeDocument/2006/relationships/customXml" Target="../ink/ink201.xml"/><Relationship Id="rId160" Type="http://schemas.openxmlformats.org/officeDocument/2006/relationships/image" Target="../media/image201.png"/><Relationship Id="rId22" Type="http://schemas.openxmlformats.org/officeDocument/2006/relationships/image" Target="../media/image1490.png"/><Relationship Id="rId27" Type="http://schemas.openxmlformats.org/officeDocument/2006/relationships/customXml" Target="../ink/ink182.xml"/><Relationship Id="rId64" Type="http://schemas.openxmlformats.org/officeDocument/2006/relationships/image" Target="../media/image1460.png"/><Relationship Id="rId69" Type="http://schemas.openxmlformats.org/officeDocument/2006/relationships/customXml" Target="../ink/ink188.xml"/><Relationship Id="rId113" Type="http://schemas.openxmlformats.org/officeDocument/2006/relationships/customXml" Target="../ink/ink210.xml"/><Relationship Id="rId118" Type="http://schemas.openxmlformats.org/officeDocument/2006/relationships/image" Target="../media/image180.png"/><Relationship Id="rId134" Type="http://schemas.openxmlformats.org/officeDocument/2006/relationships/image" Target="../media/image188.png"/><Relationship Id="rId139" Type="http://schemas.openxmlformats.org/officeDocument/2006/relationships/customXml" Target="../ink/ink223.xml"/><Relationship Id="rId80" Type="http://schemas.openxmlformats.org/officeDocument/2006/relationships/image" Target="../media/image1590.png"/><Relationship Id="rId85" Type="http://schemas.openxmlformats.org/officeDocument/2006/relationships/customXml" Target="../ink/ink196.xml"/><Relationship Id="rId150" Type="http://schemas.openxmlformats.org/officeDocument/2006/relationships/image" Target="../media/image196.png"/><Relationship Id="rId155" Type="http://schemas.openxmlformats.org/officeDocument/2006/relationships/customXml" Target="../ink/ink231.xml"/><Relationship Id="rId12" Type="http://schemas.openxmlformats.org/officeDocument/2006/relationships/image" Target="../media/image1440.png"/><Relationship Id="rId59" Type="http://schemas.openxmlformats.org/officeDocument/2006/relationships/customXml" Target="../ink/ink183.xml"/><Relationship Id="rId103" Type="http://schemas.openxmlformats.org/officeDocument/2006/relationships/customXml" Target="../ink/ink205.xml"/><Relationship Id="rId108" Type="http://schemas.openxmlformats.org/officeDocument/2006/relationships/image" Target="../media/image175.png"/><Relationship Id="rId124" Type="http://schemas.openxmlformats.org/officeDocument/2006/relationships/image" Target="../media/image183.png"/><Relationship Id="rId129" Type="http://schemas.openxmlformats.org/officeDocument/2006/relationships/customXml" Target="../ink/ink218.xml"/><Relationship Id="rId70" Type="http://schemas.openxmlformats.org/officeDocument/2006/relationships/image" Target="../media/image1540.png"/><Relationship Id="rId75" Type="http://schemas.openxmlformats.org/officeDocument/2006/relationships/customXml" Target="../ink/ink191.xml"/><Relationship Id="rId91" Type="http://schemas.openxmlformats.org/officeDocument/2006/relationships/customXml" Target="../ink/ink199.xml"/><Relationship Id="rId96" Type="http://schemas.openxmlformats.org/officeDocument/2006/relationships/image" Target="../media/image169.png"/><Relationship Id="rId140" Type="http://schemas.openxmlformats.org/officeDocument/2006/relationships/image" Target="../media/image191.png"/><Relationship Id="rId145" Type="http://schemas.openxmlformats.org/officeDocument/2006/relationships/customXml" Target="../ink/ink2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0.png"/><Relationship Id="rId23" Type="http://schemas.openxmlformats.org/officeDocument/2006/relationships/customXml" Target="../ink/ink180.xml"/><Relationship Id="rId114" Type="http://schemas.openxmlformats.org/officeDocument/2006/relationships/image" Target="../media/image178.png"/><Relationship Id="rId119" Type="http://schemas.openxmlformats.org/officeDocument/2006/relationships/customXml" Target="../ink/ink213.xml"/><Relationship Id="rId60" Type="http://schemas.openxmlformats.org/officeDocument/2006/relationships/image" Target="../media/image168.png"/><Relationship Id="rId65" Type="http://schemas.openxmlformats.org/officeDocument/2006/relationships/customXml" Target="../ink/ink186.xml"/><Relationship Id="rId81" Type="http://schemas.openxmlformats.org/officeDocument/2006/relationships/customXml" Target="../ink/ink194.xml"/><Relationship Id="rId86" Type="http://schemas.openxmlformats.org/officeDocument/2006/relationships/image" Target="../media/image1620.png"/><Relationship Id="rId130" Type="http://schemas.openxmlformats.org/officeDocument/2006/relationships/image" Target="../media/image186.png"/><Relationship Id="rId135" Type="http://schemas.openxmlformats.org/officeDocument/2006/relationships/customXml" Target="../ink/ink221.xml"/><Relationship Id="rId151" Type="http://schemas.openxmlformats.org/officeDocument/2006/relationships/customXml" Target="../ink/ink229.xml"/><Relationship Id="rId156" Type="http://schemas.openxmlformats.org/officeDocument/2006/relationships/image" Target="../media/image199.png"/><Relationship Id="rId13" Type="http://schemas.openxmlformats.org/officeDocument/2006/relationships/customXml" Target="../ink/ink176.xml"/><Relationship Id="rId18" Type="http://schemas.openxmlformats.org/officeDocument/2006/relationships/image" Target="../media/image1470.png"/><Relationship Id="rId109" Type="http://schemas.openxmlformats.org/officeDocument/2006/relationships/customXml" Target="../ink/ink208.xml"/><Relationship Id="rId76" Type="http://schemas.openxmlformats.org/officeDocument/2006/relationships/image" Target="../media/image1570.png"/><Relationship Id="rId97" Type="http://schemas.openxmlformats.org/officeDocument/2006/relationships/customXml" Target="../ink/ink202.xml"/><Relationship Id="rId104" Type="http://schemas.openxmlformats.org/officeDocument/2006/relationships/image" Target="../media/image173.png"/><Relationship Id="rId120" Type="http://schemas.openxmlformats.org/officeDocument/2006/relationships/image" Target="../media/image181.png"/><Relationship Id="rId125" Type="http://schemas.openxmlformats.org/officeDocument/2006/relationships/customXml" Target="../ink/ink216.xml"/><Relationship Id="rId141" Type="http://schemas.openxmlformats.org/officeDocument/2006/relationships/customXml" Target="../ink/ink224.xml"/><Relationship Id="rId146" Type="http://schemas.openxmlformats.org/officeDocument/2006/relationships/image" Target="../media/image194.png"/><Relationship Id="rId7" Type="http://schemas.openxmlformats.org/officeDocument/2006/relationships/customXml" Target="../ink/ink173.xml"/><Relationship Id="rId71" Type="http://schemas.openxmlformats.org/officeDocument/2006/relationships/customXml" Target="../ink/ink189.xml"/><Relationship Id="rId92" Type="http://schemas.openxmlformats.org/officeDocument/2006/relationships/image" Target="../media/image165.png"/><Relationship Id="rId2" Type="http://schemas.openxmlformats.org/officeDocument/2006/relationships/notesSlide" Target="../notesSlides/notesSlide25.xml"/><Relationship Id="rId24" Type="http://schemas.openxmlformats.org/officeDocument/2006/relationships/image" Target="../media/image1500.png"/><Relationship Id="rId66" Type="http://schemas.openxmlformats.org/officeDocument/2006/relationships/image" Target="../media/image1520.png"/><Relationship Id="rId87" Type="http://schemas.openxmlformats.org/officeDocument/2006/relationships/customXml" Target="../ink/ink197.xml"/><Relationship Id="rId110" Type="http://schemas.openxmlformats.org/officeDocument/2006/relationships/image" Target="../media/image176.png"/><Relationship Id="rId115" Type="http://schemas.openxmlformats.org/officeDocument/2006/relationships/customXml" Target="../ink/ink211.xml"/><Relationship Id="rId131" Type="http://schemas.openxmlformats.org/officeDocument/2006/relationships/customXml" Target="../ink/ink219.xml"/><Relationship Id="rId136" Type="http://schemas.openxmlformats.org/officeDocument/2006/relationships/image" Target="../media/image189.png"/><Relationship Id="rId157" Type="http://schemas.openxmlformats.org/officeDocument/2006/relationships/customXml" Target="../ink/ink232.xml"/><Relationship Id="rId61" Type="http://schemas.openxmlformats.org/officeDocument/2006/relationships/customXml" Target="../ink/ink184.xml"/><Relationship Id="rId82" Type="http://schemas.openxmlformats.org/officeDocument/2006/relationships/image" Target="../media/image1600.png"/><Relationship Id="rId152" Type="http://schemas.openxmlformats.org/officeDocument/2006/relationships/image" Target="../media/image197.png"/><Relationship Id="rId19" Type="http://schemas.openxmlformats.org/officeDocument/2006/relationships/customXml" Target="../ink/ink178.xml"/><Relationship Id="rId14" Type="http://schemas.openxmlformats.org/officeDocument/2006/relationships/image" Target="../media/image1450.png"/><Relationship Id="rId77" Type="http://schemas.openxmlformats.org/officeDocument/2006/relationships/customXml" Target="../ink/ink192.xml"/><Relationship Id="rId100" Type="http://schemas.openxmlformats.org/officeDocument/2006/relationships/image" Target="../media/image171.png"/><Relationship Id="rId105" Type="http://schemas.openxmlformats.org/officeDocument/2006/relationships/customXml" Target="../ink/ink206.xml"/><Relationship Id="rId126" Type="http://schemas.openxmlformats.org/officeDocument/2006/relationships/image" Target="../media/image184.png"/><Relationship Id="rId147" Type="http://schemas.openxmlformats.org/officeDocument/2006/relationships/customXml" Target="../ink/ink227.xml"/><Relationship Id="rId8" Type="http://schemas.openxmlformats.org/officeDocument/2006/relationships/image" Target="../media/image1420.png"/><Relationship Id="rId72" Type="http://schemas.openxmlformats.org/officeDocument/2006/relationships/image" Target="../media/image1550.png"/><Relationship Id="rId93" Type="http://schemas.openxmlformats.org/officeDocument/2006/relationships/customXml" Target="../ink/ink200.xml"/><Relationship Id="rId98" Type="http://schemas.openxmlformats.org/officeDocument/2006/relationships/image" Target="../media/image170.png"/><Relationship Id="rId121" Type="http://schemas.openxmlformats.org/officeDocument/2006/relationships/customXml" Target="../ink/ink214.xml"/><Relationship Id="rId142" Type="http://schemas.openxmlformats.org/officeDocument/2006/relationships/image" Target="../media/image192.png"/><Relationship Id="rId3" Type="http://schemas.openxmlformats.org/officeDocument/2006/relationships/customXml" Target="../ink/ink172.xml"/><Relationship Id="rId25" Type="http://schemas.openxmlformats.org/officeDocument/2006/relationships/customXml" Target="../ink/ink181.xml"/><Relationship Id="rId67" Type="http://schemas.openxmlformats.org/officeDocument/2006/relationships/customXml" Target="../ink/ink187.xml"/><Relationship Id="rId116" Type="http://schemas.openxmlformats.org/officeDocument/2006/relationships/image" Target="../media/image179.png"/><Relationship Id="rId137" Type="http://schemas.openxmlformats.org/officeDocument/2006/relationships/customXml" Target="../ink/ink222.xml"/><Relationship Id="rId158" Type="http://schemas.openxmlformats.org/officeDocument/2006/relationships/image" Target="../media/image200.png"/><Relationship Id="rId20" Type="http://schemas.openxmlformats.org/officeDocument/2006/relationships/image" Target="../media/image1480.png"/><Relationship Id="rId62" Type="http://schemas.openxmlformats.org/officeDocument/2006/relationships/image" Target="../media/image1400.png"/><Relationship Id="rId83" Type="http://schemas.openxmlformats.org/officeDocument/2006/relationships/customXml" Target="../ink/ink195.xml"/><Relationship Id="rId88" Type="http://schemas.openxmlformats.org/officeDocument/2006/relationships/image" Target="../media/image163.png"/><Relationship Id="rId111" Type="http://schemas.openxmlformats.org/officeDocument/2006/relationships/customXml" Target="../ink/ink209.xml"/><Relationship Id="rId132" Type="http://schemas.openxmlformats.org/officeDocument/2006/relationships/image" Target="../media/image187.png"/><Relationship Id="rId153" Type="http://schemas.openxmlformats.org/officeDocument/2006/relationships/customXml" Target="../ink/ink230.xml"/><Relationship Id="rId15" Type="http://schemas.openxmlformats.org/officeDocument/2006/relationships/customXml" Target="../ink/ink177.xml"/><Relationship Id="rId106" Type="http://schemas.openxmlformats.org/officeDocument/2006/relationships/image" Target="../media/image174.png"/><Relationship Id="rId127" Type="http://schemas.openxmlformats.org/officeDocument/2006/relationships/customXml" Target="../ink/ink217.xml"/><Relationship Id="rId10" Type="http://schemas.openxmlformats.org/officeDocument/2006/relationships/image" Target="../media/image1430.png"/><Relationship Id="rId73" Type="http://schemas.openxmlformats.org/officeDocument/2006/relationships/customXml" Target="../ink/ink190.xml"/><Relationship Id="rId78" Type="http://schemas.openxmlformats.org/officeDocument/2006/relationships/image" Target="../media/image1580.png"/><Relationship Id="rId94" Type="http://schemas.openxmlformats.org/officeDocument/2006/relationships/image" Target="../media/image166.png"/><Relationship Id="rId99" Type="http://schemas.openxmlformats.org/officeDocument/2006/relationships/customXml" Target="../ink/ink203.xml"/><Relationship Id="rId101" Type="http://schemas.openxmlformats.org/officeDocument/2006/relationships/customXml" Target="../ink/ink204.xml"/><Relationship Id="rId122" Type="http://schemas.openxmlformats.org/officeDocument/2006/relationships/image" Target="../media/image182.png"/><Relationship Id="rId143" Type="http://schemas.openxmlformats.org/officeDocument/2006/relationships/customXml" Target="../ink/ink225.xml"/><Relationship Id="rId148" Type="http://schemas.openxmlformats.org/officeDocument/2006/relationships/image" Target="../media/image195.png"/><Relationship Id="rId9" Type="http://schemas.openxmlformats.org/officeDocument/2006/relationships/customXml" Target="../ink/ink17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91.xml"/><Relationship Id="rId21" Type="http://schemas.openxmlformats.org/officeDocument/2006/relationships/customXml" Target="../ink/ink243.xml"/><Relationship Id="rId42" Type="http://schemas.openxmlformats.org/officeDocument/2006/relationships/image" Target="../media/image221.png"/><Relationship Id="rId63" Type="http://schemas.openxmlformats.org/officeDocument/2006/relationships/customXml" Target="../ink/ink264.xml"/><Relationship Id="rId84" Type="http://schemas.openxmlformats.org/officeDocument/2006/relationships/image" Target="../media/image242.png"/><Relationship Id="rId138" Type="http://schemas.openxmlformats.org/officeDocument/2006/relationships/customXml" Target="../ink/ink302.xml"/><Relationship Id="rId159" Type="http://schemas.openxmlformats.org/officeDocument/2006/relationships/customXml" Target="../ink/ink313.xml"/><Relationship Id="rId170" Type="http://schemas.openxmlformats.org/officeDocument/2006/relationships/image" Target="../media/image283.png"/><Relationship Id="rId107" Type="http://schemas.openxmlformats.org/officeDocument/2006/relationships/customXml" Target="../ink/ink286.xml"/><Relationship Id="rId11" Type="http://schemas.openxmlformats.org/officeDocument/2006/relationships/customXml" Target="../ink/ink238.xml"/><Relationship Id="rId32" Type="http://schemas.openxmlformats.org/officeDocument/2006/relationships/image" Target="../media/image216.png"/><Relationship Id="rId53" Type="http://schemas.openxmlformats.org/officeDocument/2006/relationships/customXml" Target="../ink/ink259.xml"/><Relationship Id="rId74" Type="http://schemas.openxmlformats.org/officeDocument/2006/relationships/image" Target="../media/image237.png"/><Relationship Id="rId128" Type="http://schemas.openxmlformats.org/officeDocument/2006/relationships/image" Target="../media/image264.png"/><Relationship Id="rId149" Type="http://schemas.openxmlformats.org/officeDocument/2006/relationships/customXml" Target="../ink/ink308.xml"/><Relationship Id="rId5" Type="http://schemas.openxmlformats.org/officeDocument/2006/relationships/customXml" Target="../ink/ink235.xml"/><Relationship Id="rId95" Type="http://schemas.openxmlformats.org/officeDocument/2006/relationships/customXml" Target="../ink/ink280.xml"/><Relationship Id="rId160" Type="http://schemas.openxmlformats.org/officeDocument/2006/relationships/image" Target="../media/image278.png"/><Relationship Id="rId22" Type="http://schemas.openxmlformats.org/officeDocument/2006/relationships/image" Target="../media/image211.png"/><Relationship Id="rId43" Type="http://schemas.openxmlformats.org/officeDocument/2006/relationships/customXml" Target="../ink/ink254.xml"/><Relationship Id="rId64" Type="http://schemas.openxmlformats.org/officeDocument/2006/relationships/image" Target="../media/image232.png"/><Relationship Id="rId118" Type="http://schemas.openxmlformats.org/officeDocument/2006/relationships/image" Target="../media/image259.png"/><Relationship Id="rId139" Type="http://schemas.openxmlformats.org/officeDocument/2006/relationships/customXml" Target="../ink/ink303.xml"/><Relationship Id="rId85" Type="http://schemas.openxmlformats.org/officeDocument/2006/relationships/customXml" Target="../ink/ink275.xml"/><Relationship Id="rId150" Type="http://schemas.openxmlformats.org/officeDocument/2006/relationships/image" Target="../media/image273.png"/><Relationship Id="rId171" Type="http://schemas.openxmlformats.org/officeDocument/2006/relationships/customXml" Target="../ink/ink319.xml"/><Relationship Id="rId12" Type="http://schemas.openxmlformats.org/officeDocument/2006/relationships/image" Target="../media/image206.png"/><Relationship Id="rId33" Type="http://schemas.openxmlformats.org/officeDocument/2006/relationships/customXml" Target="../ink/ink249.xml"/><Relationship Id="rId108" Type="http://schemas.openxmlformats.org/officeDocument/2006/relationships/image" Target="../media/image254.png"/><Relationship Id="rId129" Type="http://schemas.openxmlformats.org/officeDocument/2006/relationships/customXml" Target="../ink/ink297.xml"/><Relationship Id="rId54" Type="http://schemas.openxmlformats.org/officeDocument/2006/relationships/image" Target="../media/image227.png"/><Relationship Id="rId75" Type="http://schemas.openxmlformats.org/officeDocument/2006/relationships/customXml" Target="../ink/ink270.xml"/><Relationship Id="rId96" Type="http://schemas.openxmlformats.org/officeDocument/2006/relationships/image" Target="../media/image248.png"/><Relationship Id="rId140" Type="http://schemas.openxmlformats.org/officeDocument/2006/relationships/image" Target="../media/image268.png"/><Relationship Id="rId161" Type="http://schemas.openxmlformats.org/officeDocument/2006/relationships/customXml" Target="../ink/ink3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3.png"/><Relationship Id="rId23" Type="http://schemas.openxmlformats.org/officeDocument/2006/relationships/customXml" Target="../ink/ink244.xml"/><Relationship Id="rId28" Type="http://schemas.openxmlformats.org/officeDocument/2006/relationships/image" Target="../media/image214.png"/><Relationship Id="rId49" Type="http://schemas.openxmlformats.org/officeDocument/2006/relationships/customXml" Target="../ink/ink257.xml"/><Relationship Id="rId114" Type="http://schemas.openxmlformats.org/officeDocument/2006/relationships/image" Target="../media/image257.png"/><Relationship Id="rId119" Type="http://schemas.openxmlformats.org/officeDocument/2006/relationships/customXml" Target="../ink/ink292.xml"/><Relationship Id="rId44" Type="http://schemas.openxmlformats.org/officeDocument/2006/relationships/image" Target="../media/image222.png"/><Relationship Id="rId60" Type="http://schemas.openxmlformats.org/officeDocument/2006/relationships/image" Target="../media/image230.png"/><Relationship Id="rId65" Type="http://schemas.openxmlformats.org/officeDocument/2006/relationships/customXml" Target="../ink/ink265.xml"/><Relationship Id="rId81" Type="http://schemas.openxmlformats.org/officeDocument/2006/relationships/customXml" Target="../ink/ink273.xml"/><Relationship Id="rId86" Type="http://schemas.openxmlformats.org/officeDocument/2006/relationships/image" Target="../media/image243.png"/><Relationship Id="rId130" Type="http://schemas.openxmlformats.org/officeDocument/2006/relationships/image" Target="../media/image265.png"/><Relationship Id="rId135" Type="http://schemas.openxmlformats.org/officeDocument/2006/relationships/customXml" Target="../ink/ink300.xml"/><Relationship Id="rId151" Type="http://schemas.openxmlformats.org/officeDocument/2006/relationships/customXml" Target="../ink/ink309.xml"/><Relationship Id="rId156" Type="http://schemas.openxmlformats.org/officeDocument/2006/relationships/image" Target="../media/image276.png"/><Relationship Id="rId172" Type="http://schemas.openxmlformats.org/officeDocument/2006/relationships/image" Target="../media/image284.png"/><Relationship Id="rId13" Type="http://schemas.openxmlformats.org/officeDocument/2006/relationships/customXml" Target="../ink/ink239.xml"/><Relationship Id="rId18" Type="http://schemas.openxmlformats.org/officeDocument/2006/relationships/image" Target="../media/image209.png"/><Relationship Id="rId39" Type="http://schemas.openxmlformats.org/officeDocument/2006/relationships/customXml" Target="../ink/ink252.xml"/><Relationship Id="rId109" Type="http://schemas.openxmlformats.org/officeDocument/2006/relationships/customXml" Target="../ink/ink287.xml"/><Relationship Id="rId34" Type="http://schemas.openxmlformats.org/officeDocument/2006/relationships/image" Target="../media/image217.png"/><Relationship Id="rId50" Type="http://schemas.openxmlformats.org/officeDocument/2006/relationships/image" Target="../media/image225.png"/><Relationship Id="rId55" Type="http://schemas.openxmlformats.org/officeDocument/2006/relationships/customXml" Target="../ink/ink260.xml"/><Relationship Id="rId76" Type="http://schemas.openxmlformats.org/officeDocument/2006/relationships/image" Target="../media/image238.png"/><Relationship Id="rId97" Type="http://schemas.openxmlformats.org/officeDocument/2006/relationships/customXml" Target="../ink/ink281.xml"/><Relationship Id="rId104" Type="http://schemas.openxmlformats.org/officeDocument/2006/relationships/image" Target="../media/image252.png"/><Relationship Id="rId120" Type="http://schemas.openxmlformats.org/officeDocument/2006/relationships/image" Target="../media/image260.png"/><Relationship Id="rId125" Type="http://schemas.openxmlformats.org/officeDocument/2006/relationships/customXml" Target="../ink/ink295.xml"/><Relationship Id="rId141" Type="http://schemas.openxmlformats.org/officeDocument/2006/relationships/customXml" Target="../ink/ink304.xml"/><Relationship Id="rId146" Type="http://schemas.openxmlformats.org/officeDocument/2006/relationships/image" Target="../media/image271.png"/><Relationship Id="rId167" Type="http://schemas.openxmlformats.org/officeDocument/2006/relationships/customXml" Target="../ink/ink317.xml"/><Relationship Id="rId7" Type="http://schemas.openxmlformats.org/officeDocument/2006/relationships/customXml" Target="../ink/ink236.xml"/><Relationship Id="rId71" Type="http://schemas.openxmlformats.org/officeDocument/2006/relationships/customXml" Target="../ink/ink268.xml"/><Relationship Id="rId92" Type="http://schemas.openxmlformats.org/officeDocument/2006/relationships/image" Target="../media/image246.png"/><Relationship Id="rId162" Type="http://schemas.openxmlformats.org/officeDocument/2006/relationships/image" Target="../media/image279.png"/><Relationship Id="rId2" Type="http://schemas.openxmlformats.org/officeDocument/2006/relationships/notesSlide" Target="../notesSlides/notesSlide27.xml"/><Relationship Id="rId29" Type="http://schemas.openxmlformats.org/officeDocument/2006/relationships/customXml" Target="../ink/ink247.xml"/><Relationship Id="rId24" Type="http://schemas.openxmlformats.org/officeDocument/2006/relationships/image" Target="../media/image212.png"/><Relationship Id="rId40" Type="http://schemas.openxmlformats.org/officeDocument/2006/relationships/image" Target="../media/image220.png"/><Relationship Id="rId45" Type="http://schemas.openxmlformats.org/officeDocument/2006/relationships/customXml" Target="../ink/ink255.xml"/><Relationship Id="rId66" Type="http://schemas.openxmlformats.org/officeDocument/2006/relationships/image" Target="../media/image233.png"/><Relationship Id="rId87" Type="http://schemas.openxmlformats.org/officeDocument/2006/relationships/customXml" Target="../ink/ink276.xml"/><Relationship Id="rId110" Type="http://schemas.openxmlformats.org/officeDocument/2006/relationships/image" Target="../media/image255.png"/><Relationship Id="rId115" Type="http://schemas.openxmlformats.org/officeDocument/2006/relationships/customXml" Target="../ink/ink290.xml"/><Relationship Id="rId131" Type="http://schemas.openxmlformats.org/officeDocument/2006/relationships/customXml" Target="../ink/ink298.xml"/><Relationship Id="rId136" Type="http://schemas.openxmlformats.org/officeDocument/2006/relationships/customXml" Target="../ink/ink301.xml"/><Relationship Id="rId157" Type="http://schemas.openxmlformats.org/officeDocument/2006/relationships/customXml" Target="../ink/ink312.xml"/><Relationship Id="rId61" Type="http://schemas.openxmlformats.org/officeDocument/2006/relationships/customXml" Target="../ink/ink263.xml"/><Relationship Id="rId82" Type="http://schemas.openxmlformats.org/officeDocument/2006/relationships/image" Target="../media/image241.png"/><Relationship Id="rId152" Type="http://schemas.openxmlformats.org/officeDocument/2006/relationships/image" Target="../media/image274.png"/><Relationship Id="rId173" Type="http://schemas.openxmlformats.org/officeDocument/2006/relationships/customXml" Target="../ink/ink320.xml"/><Relationship Id="rId19" Type="http://schemas.openxmlformats.org/officeDocument/2006/relationships/customXml" Target="../ink/ink242.xml"/><Relationship Id="rId14" Type="http://schemas.openxmlformats.org/officeDocument/2006/relationships/image" Target="../media/image207.png"/><Relationship Id="rId30" Type="http://schemas.openxmlformats.org/officeDocument/2006/relationships/image" Target="../media/image215.png"/><Relationship Id="rId35" Type="http://schemas.openxmlformats.org/officeDocument/2006/relationships/customXml" Target="../ink/ink250.xml"/><Relationship Id="rId56" Type="http://schemas.openxmlformats.org/officeDocument/2006/relationships/image" Target="../media/image228.png"/><Relationship Id="rId77" Type="http://schemas.openxmlformats.org/officeDocument/2006/relationships/customXml" Target="../ink/ink271.xml"/><Relationship Id="rId100" Type="http://schemas.openxmlformats.org/officeDocument/2006/relationships/image" Target="../media/image250.png"/><Relationship Id="rId105" Type="http://schemas.openxmlformats.org/officeDocument/2006/relationships/customXml" Target="../ink/ink285.xml"/><Relationship Id="rId126" Type="http://schemas.openxmlformats.org/officeDocument/2006/relationships/image" Target="../media/image263.png"/><Relationship Id="rId147" Type="http://schemas.openxmlformats.org/officeDocument/2006/relationships/customXml" Target="../ink/ink307.xml"/><Relationship Id="rId168" Type="http://schemas.openxmlformats.org/officeDocument/2006/relationships/image" Target="../media/image282.png"/><Relationship Id="rId8" Type="http://schemas.openxmlformats.org/officeDocument/2006/relationships/image" Target="../media/image204.png"/><Relationship Id="rId51" Type="http://schemas.openxmlformats.org/officeDocument/2006/relationships/customXml" Target="../ink/ink258.xml"/><Relationship Id="rId72" Type="http://schemas.openxmlformats.org/officeDocument/2006/relationships/image" Target="../media/image236.png"/><Relationship Id="rId93" Type="http://schemas.openxmlformats.org/officeDocument/2006/relationships/customXml" Target="../ink/ink279.xml"/><Relationship Id="rId98" Type="http://schemas.openxmlformats.org/officeDocument/2006/relationships/image" Target="../media/image249.png"/><Relationship Id="rId121" Type="http://schemas.openxmlformats.org/officeDocument/2006/relationships/customXml" Target="../ink/ink293.xml"/><Relationship Id="rId142" Type="http://schemas.openxmlformats.org/officeDocument/2006/relationships/image" Target="../media/image269.png"/><Relationship Id="rId163" Type="http://schemas.openxmlformats.org/officeDocument/2006/relationships/customXml" Target="../ink/ink315.xml"/><Relationship Id="rId3" Type="http://schemas.openxmlformats.org/officeDocument/2006/relationships/customXml" Target="../ink/ink234.xml"/><Relationship Id="rId25" Type="http://schemas.openxmlformats.org/officeDocument/2006/relationships/customXml" Target="../ink/ink245.xml"/><Relationship Id="rId46" Type="http://schemas.openxmlformats.org/officeDocument/2006/relationships/image" Target="../media/image223.png"/><Relationship Id="rId67" Type="http://schemas.openxmlformats.org/officeDocument/2006/relationships/customXml" Target="../ink/ink266.xml"/><Relationship Id="rId116" Type="http://schemas.openxmlformats.org/officeDocument/2006/relationships/image" Target="../media/image258.png"/><Relationship Id="rId137" Type="http://schemas.openxmlformats.org/officeDocument/2006/relationships/image" Target="../media/image267.png"/><Relationship Id="rId158" Type="http://schemas.openxmlformats.org/officeDocument/2006/relationships/image" Target="../media/image277.png"/><Relationship Id="rId20" Type="http://schemas.openxmlformats.org/officeDocument/2006/relationships/image" Target="../media/image210.png"/><Relationship Id="rId41" Type="http://schemas.openxmlformats.org/officeDocument/2006/relationships/customXml" Target="../ink/ink253.xml"/><Relationship Id="rId62" Type="http://schemas.openxmlformats.org/officeDocument/2006/relationships/image" Target="../media/image231.png"/><Relationship Id="rId83" Type="http://schemas.openxmlformats.org/officeDocument/2006/relationships/customXml" Target="../ink/ink274.xml"/><Relationship Id="rId88" Type="http://schemas.openxmlformats.org/officeDocument/2006/relationships/image" Target="../media/image244.png"/><Relationship Id="rId111" Type="http://schemas.openxmlformats.org/officeDocument/2006/relationships/customXml" Target="../ink/ink288.xml"/><Relationship Id="rId132" Type="http://schemas.openxmlformats.org/officeDocument/2006/relationships/image" Target="../media/image188.png"/><Relationship Id="rId153" Type="http://schemas.openxmlformats.org/officeDocument/2006/relationships/customXml" Target="../ink/ink310.xml"/><Relationship Id="rId174" Type="http://schemas.openxmlformats.org/officeDocument/2006/relationships/image" Target="../media/image285.png"/><Relationship Id="rId15" Type="http://schemas.openxmlformats.org/officeDocument/2006/relationships/customXml" Target="../ink/ink240.xml"/><Relationship Id="rId36" Type="http://schemas.openxmlformats.org/officeDocument/2006/relationships/image" Target="../media/image218.png"/><Relationship Id="rId57" Type="http://schemas.openxmlformats.org/officeDocument/2006/relationships/customXml" Target="../ink/ink261.xml"/><Relationship Id="rId106" Type="http://schemas.openxmlformats.org/officeDocument/2006/relationships/image" Target="../media/image253.png"/><Relationship Id="rId127" Type="http://schemas.openxmlformats.org/officeDocument/2006/relationships/customXml" Target="../ink/ink296.xml"/><Relationship Id="rId10" Type="http://schemas.openxmlformats.org/officeDocument/2006/relationships/image" Target="../media/image205.png"/><Relationship Id="rId31" Type="http://schemas.openxmlformats.org/officeDocument/2006/relationships/customXml" Target="../ink/ink248.xml"/><Relationship Id="rId52" Type="http://schemas.openxmlformats.org/officeDocument/2006/relationships/image" Target="../media/image226.png"/><Relationship Id="rId73" Type="http://schemas.openxmlformats.org/officeDocument/2006/relationships/customXml" Target="../ink/ink269.xml"/><Relationship Id="rId78" Type="http://schemas.openxmlformats.org/officeDocument/2006/relationships/image" Target="../media/image239.png"/><Relationship Id="rId94" Type="http://schemas.openxmlformats.org/officeDocument/2006/relationships/image" Target="../media/image247.png"/><Relationship Id="rId99" Type="http://schemas.openxmlformats.org/officeDocument/2006/relationships/customXml" Target="../ink/ink282.xml"/><Relationship Id="rId101" Type="http://schemas.openxmlformats.org/officeDocument/2006/relationships/customXml" Target="../ink/ink283.xml"/><Relationship Id="rId122" Type="http://schemas.openxmlformats.org/officeDocument/2006/relationships/image" Target="../media/image261.png"/><Relationship Id="rId143" Type="http://schemas.openxmlformats.org/officeDocument/2006/relationships/customXml" Target="../ink/ink305.xml"/><Relationship Id="rId148" Type="http://schemas.openxmlformats.org/officeDocument/2006/relationships/image" Target="../media/image272.png"/><Relationship Id="rId164" Type="http://schemas.openxmlformats.org/officeDocument/2006/relationships/image" Target="../media/image280.png"/><Relationship Id="rId169" Type="http://schemas.openxmlformats.org/officeDocument/2006/relationships/customXml" Target="../ink/ink318.xml"/><Relationship Id="rId4" Type="http://schemas.openxmlformats.org/officeDocument/2006/relationships/image" Target="../media/image202.png"/><Relationship Id="rId9" Type="http://schemas.openxmlformats.org/officeDocument/2006/relationships/customXml" Target="../ink/ink237.xml"/><Relationship Id="rId26" Type="http://schemas.openxmlformats.org/officeDocument/2006/relationships/image" Target="../media/image213.png"/><Relationship Id="rId47" Type="http://schemas.openxmlformats.org/officeDocument/2006/relationships/customXml" Target="../ink/ink256.xml"/><Relationship Id="rId68" Type="http://schemas.openxmlformats.org/officeDocument/2006/relationships/image" Target="../media/image234.png"/><Relationship Id="rId89" Type="http://schemas.openxmlformats.org/officeDocument/2006/relationships/customXml" Target="../ink/ink277.xml"/><Relationship Id="rId112" Type="http://schemas.openxmlformats.org/officeDocument/2006/relationships/image" Target="../media/image256.png"/><Relationship Id="rId133" Type="http://schemas.openxmlformats.org/officeDocument/2006/relationships/customXml" Target="../ink/ink299.xml"/><Relationship Id="rId154" Type="http://schemas.openxmlformats.org/officeDocument/2006/relationships/image" Target="../media/image275.png"/><Relationship Id="rId16" Type="http://schemas.openxmlformats.org/officeDocument/2006/relationships/image" Target="../media/image208.png"/><Relationship Id="rId37" Type="http://schemas.openxmlformats.org/officeDocument/2006/relationships/customXml" Target="../ink/ink251.xml"/><Relationship Id="rId58" Type="http://schemas.openxmlformats.org/officeDocument/2006/relationships/image" Target="../media/image229.png"/><Relationship Id="rId79" Type="http://schemas.openxmlformats.org/officeDocument/2006/relationships/customXml" Target="../ink/ink272.xml"/><Relationship Id="rId102" Type="http://schemas.openxmlformats.org/officeDocument/2006/relationships/image" Target="../media/image251.png"/><Relationship Id="rId123" Type="http://schemas.openxmlformats.org/officeDocument/2006/relationships/customXml" Target="../ink/ink294.xml"/><Relationship Id="rId144" Type="http://schemas.openxmlformats.org/officeDocument/2006/relationships/image" Target="../media/image270.png"/><Relationship Id="rId90" Type="http://schemas.openxmlformats.org/officeDocument/2006/relationships/image" Target="../media/image245.png"/><Relationship Id="rId165" Type="http://schemas.openxmlformats.org/officeDocument/2006/relationships/customXml" Target="../ink/ink316.xml"/><Relationship Id="rId27" Type="http://schemas.openxmlformats.org/officeDocument/2006/relationships/customXml" Target="../ink/ink246.xml"/><Relationship Id="rId48" Type="http://schemas.openxmlformats.org/officeDocument/2006/relationships/image" Target="../media/image224.png"/><Relationship Id="rId69" Type="http://schemas.openxmlformats.org/officeDocument/2006/relationships/customXml" Target="../ink/ink267.xml"/><Relationship Id="rId113" Type="http://schemas.openxmlformats.org/officeDocument/2006/relationships/customXml" Target="../ink/ink289.xml"/><Relationship Id="rId134" Type="http://schemas.openxmlformats.org/officeDocument/2006/relationships/image" Target="../media/image266.png"/><Relationship Id="rId80" Type="http://schemas.openxmlformats.org/officeDocument/2006/relationships/image" Target="../media/image240.png"/><Relationship Id="rId155" Type="http://schemas.openxmlformats.org/officeDocument/2006/relationships/customXml" Target="../ink/ink311.xml"/><Relationship Id="rId17" Type="http://schemas.openxmlformats.org/officeDocument/2006/relationships/customXml" Target="../ink/ink241.xml"/><Relationship Id="rId38" Type="http://schemas.openxmlformats.org/officeDocument/2006/relationships/image" Target="../media/image219.png"/><Relationship Id="rId59" Type="http://schemas.openxmlformats.org/officeDocument/2006/relationships/customXml" Target="../ink/ink262.xml"/><Relationship Id="rId103" Type="http://schemas.openxmlformats.org/officeDocument/2006/relationships/customXml" Target="../ink/ink284.xml"/><Relationship Id="rId124" Type="http://schemas.openxmlformats.org/officeDocument/2006/relationships/image" Target="../media/image262.png"/><Relationship Id="rId70" Type="http://schemas.openxmlformats.org/officeDocument/2006/relationships/image" Target="../media/image235.png"/><Relationship Id="rId91" Type="http://schemas.openxmlformats.org/officeDocument/2006/relationships/customXml" Target="../ink/ink278.xml"/><Relationship Id="rId145" Type="http://schemas.openxmlformats.org/officeDocument/2006/relationships/customXml" Target="../ink/ink306.xml"/><Relationship Id="rId166" Type="http://schemas.openxmlformats.org/officeDocument/2006/relationships/image" Target="../media/image281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8.png"/><Relationship Id="rId3" Type="http://schemas.openxmlformats.org/officeDocument/2006/relationships/customXml" Target="../ink/ink321.xml"/><Relationship Id="rId7" Type="http://schemas.openxmlformats.org/officeDocument/2006/relationships/customXml" Target="../ink/ink32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7.png"/><Relationship Id="rId5" Type="http://schemas.openxmlformats.org/officeDocument/2006/relationships/customXml" Target="../ink/ink322.xml"/><Relationship Id="rId10" Type="http://schemas.openxmlformats.org/officeDocument/2006/relationships/image" Target="../media/image289.png"/><Relationship Id="rId4" Type="http://schemas.openxmlformats.org/officeDocument/2006/relationships/image" Target="../media/image286.png"/><Relationship Id="rId9" Type="http://schemas.openxmlformats.org/officeDocument/2006/relationships/customXml" Target="../ink/ink32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2.png"/><Relationship Id="rId13" Type="http://schemas.openxmlformats.org/officeDocument/2006/relationships/customXml" Target="../ink/ink330.xml"/><Relationship Id="rId18" Type="http://schemas.openxmlformats.org/officeDocument/2006/relationships/image" Target="../media/image297.png"/><Relationship Id="rId3" Type="http://schemas.openxmlformats.org/officeDocument/2006/relationships/customXml" Target="../ink/ink325.xml"/><Relationship Id="rId7" Type="http://schemas.openxmlformats.org/officeDocument/2006/relationships/customXml" Target="../ink/ink327.xml"/><Relationship Id="rId12" Type="http://schemas.openxmlformats.org/officeDocument/2006/relationships/image" Target="../media/image294.png"/><Relationship Id="rId17" Type="http://schemas.openxmlformats.org/officeDocument/2006/relationships/customXml" Target="../ink/ink332.xml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296.png"/><Relationship Id="rId20" Type="http://schemas.openxmlformats.org/officeDocument/2006/relationships/image" Target="../media/image2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11" Type="http://schemas.openxmlformats.org/officeDocument/2006/relationships/customXml" Target="../ink/ink329.xml"/><Relationship Id="rId5" Type="http://schemas.openxmlformats.org/officeDocument/2006/relationships/customXml" Target="../ink/ink326.xml"/><Relationship Id="rId15" Type="http://schemas.openxmlformats.org/officeDocument/2006/relationships/customXml" Target="../ink/ink331.xml"/><Relationship Id="rId10" Type="http://schemas.openxmlformats.org/officeDocument/2006/relationships/image" Target="../media/image293.png"/><Relationship Id="rId19" Type="http://schemas.openxmlformats.org/officeDocument/2006/relationships/customXml" Target="../ink/ink333.xml"/><Relationship Id="rId4" Type="http://schemas.openxmlformats.org/officeDocument/2006/relationships/image" Target="../media/image290.png"/><Relationship Id="rId9" Type="http://schemas.openxmlformats.org/officeDocument/2006/relationships/customXml" Target="../ink/ink328.xml"/><Relationship Id="rId14" Type="http://schemas.openxmlformats.org/officeDocument/2006/relationships/image" Target="../media/image295.png"/></Relationships>
</file>

<file path=ppt/slides/_rels/slide3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10.png"/><Relationship Id="rId21" Type="http://schemas.openxmlformats.org/officeDocument/2006/relationships/customXml" Target="../ink/ink343.xml"/><Relationship Id="rId42" Type="http://schemas.openxmlformats.org/officeDocument/2006/relationships/image" Target="../media/image318.png"/><Relationship Id="rId47" Type="http://schemas.openxmlformats.org/officeDocument/2006/relationships/customXml" Target="../ink/ink356.xml"/><Relationship Id="rId63" Type="http://schemas.openxmlformats.org/officeDocument/2006/relationships/customXml" Target="../ink/ink364.xml"/><Relationship Id="rId68" Type="http://schemas.openxmlformats.org/officeDocument/2006/relationships/image" Target="../media/image331.png"/><Relationship Id="rId7" Type="http://schemas.openxmlformats.org/officeDocument/2006/relationships/customXml" Target="../ink/ink336.xml"/><Relationship Id="rId71" Type="http://schemas.openxmlformats.org/officeDocument/2006/relationships/customXml" Target="../ink/ink368.xml"/><Relationship Id="rId2" Type="http://schemas.openxmlformats.org/officeDocument/2006/relationships/notesSlide" Target="../notesSlides/notesSlide30.xml"/><Relationship Id="rId16" Type="http://schemas.openxmlformats.org/officeDocument/2006/relationships/image" Target="../media/image305.png"/><Relationship Id="rId29" Type="http://schemas.openxmlformats.org/officeDocument/2006/relationships/customXml" Target="../ink/ink347.xml"/><Relationship Id="rId11" Type="http://schemas.openxmlformats.org/officeDocument/2006/relationships/customXml" Target="../ink/ink338.xml"/><Relationship Id="rId24" Type="http://schemas.openxmlformats.org/officeDocument/2006/relationships/image" Target="../media/image309.png"/><Relationship Id="rId32" Type="http://schemas.openxmlformats.org/officeDocument/2006/relationships/image" Target="../media/image313.png"/><Relationship Id="rId37" Type="http://schemas.openxmlformats.org/officeDocument/2006/relationships/customXml" Target="../ink/ink351.xml"/><Relationship Id="rId40" Type="http://schemas.openxmlformats.org/officeDocument/2006/relationships/image" Target="../media/image317.png"/><Relationship Id="rId45" Type="http://schemas.openxmlformats.org/officeDocument/2006/relationships/customXml" Target="../ink/ink355.xml"/><Relationship Id="rId53" Type="http://schemas.openxmlformats.org/officeDocument/2006/relationships/customXml" Target="../ink/ink359.xml"/><Relationship Id="rId58" Type="http://schemas.openxmlformats.org/officeDocument/2006/relationships/image" Target="../media/image326.png"/><Relationship Id="rId66" Type="http://schemas.openxmlformats.org/officeDocument/2006/relationships/image" Target="../media/image330.png"/><Relationship Id="rId5" Type="http://schemas.openxmlformats.org/officeDocument/2006/relationships/customXml" Target="../ink/ink335.xml"/><Relationship Id="rId61" Type="http://schemas.openxmlformats.org/officeDocument/2006/relationships/customXml" Target="../ink/ink363.xml"/><Relationship Id="rId19" Type="http://schemas.openxmlformats.org/officeDocument/2006/relationships/customXml" Target="../ink/ink342.xml"/><Relationship Id="rId14" Type="http://schemas.openxmlformats.org/officeDocument/2006/relationships/image" Target="../media/image304.png"/><Relationship Id="rId22" Type="http://schemas.openxmlformats.org/officeDocument/2006/relationships/image" Target="../media/image308.png"/><Relationship Id="rId27" Type="http://schemas.openxmlformats.org/officeDocument/2006/relationships/customXml" Target="../ink/ink346.xml"/><Relationship Id="rId30" Type="http://schemas.openxmlformats.org/officeDocument/2006/relationships/image" Target="../media/image312.png"/><Relationship Id="rId35" Type="http://schemas.openxmlformats.org/officeDocument/2006/relationships/customXml" Target="../ink/ink350.xml"/><Relationship Id="rId43" Type="http://schemas.openxmlformats.org/officeDocument/2006/relationships/customXml" Target="../ink/ink354.xml"/><Relationship Id="rId48" Type="http://schemas.openxmlformats.org/officeDocument/2006/relationships/image" Target="../media/image321.png"/><Relationship Id="rId56" Type="http://schemas.openxmlformats.org/officeDocument/2006/relationships/image" Target="../media/image325.png"/><Relationship Id="rId64" Type="http://schemas.openxmlformats.org/officeDocument/2006/relationships/image" Target="../media/image329.png"/><Relationship Id="rId69" Type="http://schemas.openxmlformats.org/officeDocument/2006/relationships/customXml" Target="../ink/ink367.xml"/><Relationship Id="rId8" Type="http://schemas.openxmlformats.org/officeDocument/2006/relationships/image" Target="../media/image301.png"/><Relationship Id="rId51" Type="http://schemas.openxmlformats.org/officeDocument/2006/relationships/customXml" Target="../ink/ink358.xml"/><Relationship Id="rId72" Type="http://schemas.openxmlformats.org/officeDocument/2006/relationships/image" Target="../media/image218.png"/><Relationship Id="rId3" Type="http://schemas.openxmlformats.org/officeDocument/2006/relationships/customXml" Target="../ink/ink334.xml"/><Relationship Id="rId12" Type="http://schemas.openxmlformats.org/officeDocument/2006/relationships/image" Target="../media/image303.png"/><Relationship Id="rId17" Type="http://schemas.openxmlformats.org/officeDocument/2006/relationships/customXml" Target="../ink/ink341.xml"/><Relationship Id="rId25" Type="http://schemas.openxmlformats.org/officeDocument/2006/relationships/customXml" Target="../ink/ink345.xml"/><Relationship Id="rId33" Type="http://schemas.openxmlformats.org/officeDocument/2006/relationships/customXml" Target="../ink/ink349.xml"/><Relationship Id="rId38" Type="http://schemas.openxmlformats.org/officeDocument/2006/relationships/image" Target="../media/image316.png"/><Relationship Id="rId46" Type="http://schemas.openxmlformats.org/officeDocument/2006/relationships/image" Target="../media/image320.png"/><Relationship Id="rId59" Type="http://schemas.openxmlformats.org/officeDocument/2006/relationships/customXml" Target="../ink/ink362.xml"/><Relationship Id="rId67" Type="http://schemas.openxmlformats.org/officeDocument/2006/relationships/customXml" Target="../ink/ink366.xml"/><Relationship Id="rId20" Type="http://schemas.openxmlformats.org/officeDocument/2006/relationships/image" Target="../media/image307.png"/><Relationship Id="rId41" Type="http://schemas.openxmlformats.org/officeDocument/2006/relationships/customXml" Target="../ink/ink353.xml"/><Relationship Id="rId54" Type="http://schemas.openxmlformats.org/officeDocument/2006/relationships/image" Target="../media/image324.png"/><Relationship Id="rId62" Type="http://schemas.openxmlformats.org/officeDocument/2006/relationships/image" Target="../media/image328.png"/><Relationship Id="rId70" Type="http://schemas.openxmlformats.org/officeDocument/2006/relationships/image" Target="../media/image3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0.png"/><Relationship Id="rId15" Type="http://schemas.openxmlformats.org/officeDocument/2006/relationships/customXml" Target="../ink/ink340.xml"/><Relationship Id="rId23" Type="http://schemas.openxmlformats.org/officeDocument/2006/relationships/customXml" Target="../ink/ink344.xml"/><Relationship Id="rId28" Type="http://schemas.openxmlformats.org/officeDocument/2006/relationships/image" Target="../media/image311.png"/><Relationship Id="rId36" Type="http://schemas.openxmlformats.org/officeDocument/2006/relationships/image" Target="../media/image315.png"/><Relationship Id="rId49" Type="http://schemas.openxmlformats.org/officeDocument/2006/relationships/customXml" Target="../ink/ink357.xml"/><Relationship Id="rId57" Type="http://schemas.openxmlformats.org/officeDocument/2006/relationships/customXml" Target="../ink/ink361.xml"/><Relationship Id="rId10" Type="http://schemas.openxmlformats.org/officeDocument/2006/relationships/image" Target="../media/image302.png"/><Relationship Id="rId31" Type="http://schemas.openxmlformats.org/officeDocument/2006/relationships/customXml" Target="../ink/ink348.xml"/><Relationship Id="rId44" Type="http://schemas.openxmlformats.org/officeDocument/2006/relationships/image" Target="../media/image319.png"/><Relationship Id="rId52" Type="http://schemas.openxmlformats.org/officeDocument/2006/relationships/image" Target="../media/image323.png"/><Relationship Id="rId60" Type="http://schemas.openxmlformats.org/officeDocument/2006/relationships/image" Target="../media/image327.png"/><Relationship Id="rId65" Type="http://schemas.openxmlformats.org/officeDocument/2006/relationships/customXml" Target="../ink/ink365.xml"/><Relationship Id="rId4" Type="http://schemas.openxmlformats.org/officeDocument/2006/relationships/image" Target="../media/image299.png"/><Relationship Id="rId9" Type="http://schemas.openxmlformats.org/officeDocument/2006/relationships/customXml" Target="../ink/ink337.xml"/><Relationship Id="rId13" Type="http://schemas.openxmlformats.org/officeDocument/2006/relationships/customXml" Target="../ink/ink339.xml"/><Relationship Id="rId18" Type="http://schemas.openxmlformats.org/officeDocument/2006/relationships/image" Target="../media/image306.png"/><Relationship Id="rId39" Type="http://schemas.openxmlformats.org/officeDocument/2006/relationships/customXml" Target="../ink/ink352.xml"/><Relationship Id="rId34" Type="http://schemas.openxmlformats.org/officeDocument/2006/relationships/image" Target="../media/image314.png"/><Relationship Id="rId50" Type="http://schemas.openxmlformats.org/officeDocument/2006/relationships/image" Target="../media/image322.png"/><Relationship Id="rId55" Type="http://schemas.openxmlformats.org/officeDocument/2006/relationships/customXml" Target="../ink/ink360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8.png"/><Relationship Id="rId3" Type="http://schemas.openxmlformats.org/officeDocument/2006/relationships/customXml" Target="../ink/ink369.xml"/><Relationship Id="rId7" Type="http://schemas.openxmlformats.org/officeDocument/2006/relationships/customXml" Target="../ink/ink371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4.png"/><Relationship Id="rId5" Type="http://schemas.openxmlformats.org/officeDocument/2006/relationships/customXml" Target="../ink/ink370.xml"/><Relationship Id="rId4" Type="http://schemas.openxmlformats.org/officeDocument/2006/relationships/image" Target="../media/image3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72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7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6.png"/></Relationships>
</file>

<file path=ppt/slides/_rels/slide3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42.png"/><Relationship Id="rId18" Type="http://schemas.openxmlformats.org/officeDocument/2006/relationships/customXml" Target="../ink/ink382.xml"/><Relationship Id="rId26" Type="http://schemas.openxmlformats.org/officeDocument/2006/relationships/customXml" Target="../ink/ink386.xml"/><Relationship Id="rId39" Type="http://schemas.openxmlformats.org/officeDocument/2006/relationships/image" Target="../media/image355.png"/><Relationship Id="rId21" Type="http://schemas.openxmlformats.org/officeDocument/2006/relationships/image" Target="../media/image346.png"/><Relationship Id="rId34" Type="http://schemas.openxmlformats.org/officeDocument/2006/relationships/customXml" Target="../ink/ink390.xml"/><Relationship Id="rId42" Type="http://schemas.openxmlformats.org/officeDocument/2006/relationships/customXml" Target="../ink/ink394.xml"/><Relationship Id="rId47" Type="http://schemas.openxmlformats.org/officeDocument/2006/relationships/image" Target="../media/image359.png"/><Relationship Id="rId50" Type="http://schemas.openxmlformats.org/officeDocument/2006/relationships/customXml" Target="../ink/ink398.xml"/><Relationship Id="rId55" Type="http://schemas.openxmlformats.org/officeDocument/2006/relationships/image" Target="../media/image363.png"/><Relationship Id="rId7" Type="http://schemas.openxmlformats.org/officeDocument/2006/relationships/image" Target="../media/image339.png"/><Relationship Id="rId2" Type="http://schemas.openxmlformats.org/officeDocument/2006/relationships/customXml" Target="../ink/ink374.xml"/><Relationship Id="rId16" Type="http://schemas.openxmlformats.org/officeDocument/2006/relationships/customXml" Target="../ink/ink381.xml"/><Relationship Id="rId29" Type="http://schemas.openxmlformats.org/officeDocument/2006/relationships/image" Target="../media/image350.png"/><Relationship Id="rId11" Type="http://schemas.openxmlformats.org/officeDocument/2006/relationships/image" Target="../media/image341.png"/><Relationship Id="rId24" Type="http://schemas.openxmlformats.org/officeDocument/2006/relationships/customXml" Target="../ink/ink385.xml"/><Relationship Id="rId32" Type="http://schemas.openxmlformats.org/officeDocument/2006/relationships/customXml" Target="../ink/ink389.xml"/><Relationship Id="rId37" Type="http://schemas.openxmlformats.org/officeDocument/2006/relationships/image" Target="../media/image354.png"/><Relationship Id="rId40" Type="http://schemas.openxmlformats.org/officeDocument/2006/relationships/customXml" Target="../ink/ink393.xml"/><Relationship Id="rId45" Type="http://schemas.openxmlformats.org/officeDocument/2006/relationships/image" Target="../media/image358.png"/><Relationship Id="rId53" Type="http://schemas.openxmlformats.org/officeDocument/2006/relationships/image" Target="../media/image362.png"/><Relationship Id="rId5" Type="http://schemas.openxmlformats.org/officeDocument/2006/relationships/image" Target="../media/image338.png"/><Relationship Id="rId19" Type="http://schemas.openxmlformats.org/officeDocument/2006/relationships/image" Target="../media/image345.png"/><Relationship Id="rId4" Type="http://schemas.openxmlformats.org/officeDocument/2006/relationships/customXml" Target="../ink/ink375.xml"/><Relationship Id="rId9" Type="http://schemas.openxmlformats.org/officeDocument/2006/relationships/image" Target="../media/image340.png"/><Relationship Id="rId14" Type="http://schemas.openxmlformats.org/officeDocument/2006/relationships/customXml" Target="../ink/ink380.xml"/><Relationship Id="rId22" Type="http://schemas.openxmlformats.org/officeDocument/2006/relationships/customXml" Target="../ink/ink384.xml"/><Relationship Id="rId27" Type="http://schemas.openxmlformats.org/officeDocument/2006/relationships/image" Target="../media/image349.png"/><Relationship Id="rId30" Type="http://schemas.openxmlformats.org/officeDocument/2006/relationships/customXml" Target="../ink/ink388.xml"/><Relationship Id="rId35" Type="http://schemas.openxmlformats.org/officeDocument/2006/relationships/image" Target="../media/image353.png"/><Relationship Id="rId43" Type="http://schemas.openxmlformats.org/officeDocument/2006/relationships/image" Target="../media/image357.png"/><Relationship Id="rId48" Type="http://schemas.openxmlformats.org/officeDocument/2006/relationships/customXml" Target="../ink/ink397.xml"/><Relationship Id="rId56" Type="http://schemas.openxmlformats.org/officeDocument/2006/relationships/customXml" Target="../ink/ink401.xml"/><Relationship Id="rId8" Type="http://schemas.openxmlformats.org/officeDocument/2006/relationships/customXml" Target="../ink/ink377.xml"/><Relationship Id="rId51" Type="http://schemas.openxmlformats.org/officeDocument/2006/relationships/image" Target="../media/image361.png"/><Relationship Id="rId3" Type="http://schemas.openxmlformats.org/officeDocument/2006/relationships/image" Target="../media/image337.png"/><Relationship Id="rId12" Type="http://schemas.openxmlformats.org/officeDocument/2006/relationships/customXml" Target="../ink/ink379.xml"/><Relationship Id="rId17" Type="http://schemas.openxmlformats.org/officeDocument/2006/relationships/image" Target="../media/image344.png"/><Relationship Id="rId25" Type="http://schemas.openxmlformats.org/officeDocument/2006/relationships/image" Target="../media/image348.png"/><Relationship Id="rId33" Type="http://schemas.openxmlformats.org/officeDocument/2006/relationships/image" Target="../media/image352.png"/><Relationship Id="rId38" Type="http://schemas.openxmlformats.org/officeDocument/2006/relationships/customXml" Target="../ink/ink392.xml"/><Relationship Id="rId46" Type="http://schemas.openxmlformats.org/officeDocument/2006/relationships/customXml" Target="../ink/ink396.xml"/><Relationship Id="rId20" Type="http://schemas.openxmlformats.org/officeDocument/2006/relationships/customXml" Target="../ink/ink383.xml"/><Relationship Id="rId41" Type="http://schemas.openxmlformats.org/officeDocument/2006/relationships/image" Target="../media/image356.png"/><Relationship Id="rId54" Type="http://schemas.openxmlformats.org/officeDocument/2006/relationships/customXml" Target="../ink/ink40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76.xml"/><Relationship Id="rId15" Type="http://schemas.openxmlformats.org/officeDocument/2006/relationships/image" Target="../media/image343.png"/><Relationship Id="rId23" Type="http://schemas.openxmlformats.org/officeDocument/2006/relationships/image" Target="../media/image347.png"/><Relationship Id="rId28" Type="http://schemas.openxmlformats.org/officeDocument/2006/relationships/customXml" Target="../ink/ink387.xml"/><Relationship Id="rId36" Type="http://schemas.openxmlformats.org/officeDocument/2006/relationships/customXml" Target="../ink/ink391.xml"/><Relationship Id="rId49" Type="http://schemas.openxmlformats.org/officeDocument/2006/relationships/image" Target="../media/image360.png"/><Relationship Id="rId57" Type="http://schemas.openxmlformats.org/officeDocument/2006/relationships/image" Target="../media/image364.png"/><Relationship Id="rId10" Type="http://schemas.openxmlformats.org/officeDocument/2006/relationships/customXml" Target="../ink/ink378.xml"/><Relationship Id="rId31" Type="http://schemas.openxmlformats.org/officeDocument/2006/relationships/image" Target="../media/image351.png"/><Relationship Id="rId44" Type="http://schemas.openxmlformats.org/officeDocument/2006/relationships/customXml" Target="../ink/ink395.xml"/><Relationship Id="rId52" Type="http://schemas.openxmlformats.org/officeDocument/2006/relationships/customXml" Target="../ink/ink399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7.png"/><Relationship Id="rId13" Type="http://schemas.openxmlformats.org/officeDocument/2006/relationships/customXml" Target="../ink/ink407.xml"/><Relationship Id="rId3" Type="http://schemas.openxmlformats.org/officeDocument/2006/relationships/customXml" Target="../ink/ink402.xml"/><Relationship Id="rId7" Type="http://schemas.openxmlformats.org/officeDocument/2006/relationships/customXml" Target="../ink/ink404.xml"/><Relationship Id="rId12" Type="http://schemas.openxmlformats.org/officeDocument/2006/relationships/image" Target="../media/image369.png"/><Relationship Id="rId2" Type="http://schemas.openxmlformats.org/officeDocument/2006/relationships/notesSlide" Target="../notesSlides/notesSlide34.xml"/><Relationship Id="rId16" Type="http://schemas.openxmlformats.org/officeDocument/2006/relationships/image" Target="../media/image3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6.png"/><Relationship Id="rId11" Type="http://schemas.openxmlformats.org/officeDocument/2006/relationships/customXml" Target="../ink/ink406.xml"/><Relationship Id="rId5" Type="http://schemas.openxmlformats.org/officeDocument/2006/relationships/customXml" Target="../ink/ink403.xml"/><Relationship Id="rId15" Type="http://schemas.openxmlformats.org/officeDocument/2006/relationships/customXml" Target="../ink/ink408.xml"/><Relationship Id="rId10" Type="http://schemas.openxmlformats.org/officeDocument/2006/relationships/image" Target="../media/image368.png"/><Relationship Id="rId4" Type="http://schemas.openxmlformats.org/officeDocument/2006/relationships/image" Target="../media/image365.png"/><Relationship Id="rId9" Type="http://schemas.openxmlformats.org/officeDocument/2006/relationships/customXml" Target="../ink/ink405.xml"/><Relationship Id="rId14" Type="http://schemas.openxmlformats.org/officeDocument/2006/relationships/image" Target="../media/image3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E0DCF4-A88C-6E97-5555-297B696B231E}"/>
              </a:ext>
            </a:extLst>
          </p:cNvPr>
          <p:cNvSpPr txBox="1"/>
          <p:nvPr/>
        </p:nvSpPr>
        <p:spPr>
          <a:xfrm>
            <a:off x="3048000" y="3144307"/>
            <a:ext cx="6096000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Fundamentals of AI Bootcamp</a:t>
            </a:r>
            <a:endParaRPr lang="en-US" sz="3100" dirty="0"/>
          </a:p>
        </p:txBody>
      </p:sp>
    </p:spTree>
    <p:extLst>
      <p:ext uri="{BB962C8B-B14F-4D97-AF65-F5344CB8AC3E}">
        <p14:creationId xmlns:p14="http://schemas.microsoft.com/office/powerpoint/2010/main" val="1139815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122732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80ED"/>
                </a:solidFill>
              </a:rPr>
              <a:t>Intelligent Agents and Search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223520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1F2937"/>
                </a:solidFill>
              </a:rPr>
              <a:t>Opening challenge: build a maze-solving AI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315968" y="30073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773168" y="30073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230368" y="30073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687568" y="30073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144768" y="30073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5968" y="34645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73168" y="3464560"/>
            <a:ext cx="43891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230368" y="3464560"/>
            <a:ext cx="43891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687568" y="3464560"/>
            <a:ext cx="43891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44768" y="34645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15968" y="39217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73168" y="3921760"/>
            <a:ext cx="43891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230368" y="39217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87568" y="3921760"/>
            <a:ext cx="43891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44768" y="39217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315968" y="43789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73168" y="4378960"/>
            <a:ext cx="43891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230368" y="4378960"/>
            <a:ext cx="43891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687568" y="4378960"/>
            <a:ext cx="43891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144768" y="43789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315968" y="48361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73168" y="48361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230368" y="48361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687568" y="48361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144768" y="4836160"/>
            <a:ext cx="438912" cy="43891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463040" y="5654040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2A43"/>
                </a:solidFill>
              </a:rPr>
              <a:t>Predict -&gt; Code -&gt; Test -&gt; Explain -&gt; Improve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Bootcamp learning journey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85800" y="1813560"/>
            <a:ext cx="32461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813560"/>
            <a:ext cx="109728" cy="123444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978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Search AI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2343912"/>
            <a:ext cx="292608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Solve problems by exploring possible actions.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1813560"/>
            <a:ext cx="32461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80560" y="1813560"/>
            <a:ext cx="109728" cy="1234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09160" y="1978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Learning from data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09160" y="2343912"/>
            <a:ext cx="292608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Fit parameters so predictions improve.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75320" y="1813560"/>
            <a:ext cx="32461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75320" y="1813560"/>
            <a:ext cx="109728" cy="123444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503920" y="1978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Neurons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03920" y="2343912"/>
            <a:ext cx="292608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Turn weighted sums into decisions.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931920"/>
            <a:ext cx="32461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85800" y="3931920"/>
            <a:ext cx="109728" cy="123444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4096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Neural networks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4462272"/>
            <a:ext cx="292608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Train layered systems with gradients.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480560" y="3931920"/>
            <a:ext cx="32461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480560" y="3931920"/>
            <a:ext cx="109728" cy="1234440"/>
          </a:xfrm>
          <a:prstGeom prst="rect">
            <a:avLst/>
          </a:prstGeom>
          <a:solidFill>
            <a:srgbClr val="EB5757"/>
          </a:solidFill>
          <a:ln w="12700">
            <a:solidFill>
              <a:srgbClr val="EB5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09160" y="4096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Language models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09160" y="4462272"/>
            <a:ext cx="292608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Predict tokens and connect to LLMs.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75320" y="3931920"/>
            <a:ext cx="32461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275320" y="3931920"/>
            <a:ext cx="109728" cy="123444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503920" y="4096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AI builder project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03920" y="4462272"/>
            <a:ext cx="292608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Design, test, explain, and improve a system.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sessions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256032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508760"/>
            <a:ext cx="109728" cy="132588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16733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1. Predict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39112"/>
            <a:ext cx="224028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Commit in responding to chat or poll before seeing the answer.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74720" y="1508760"/>
            <a:ext cx="256032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74720" y="1508760"/>
            <a:ext cx="109728" cy="13258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03320" y="16733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2. Build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03320" y="2039112"/>
            <a:ext cx="224028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Short live-coding bursts with checkpoints.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508760"/>
            <a:ext cx="256032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17920" y="1508760"/>
            <a:ext cx="109728" cy="132588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16733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3. Experiment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46520" y="2039112"/>
            <a:ext cx="224028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Run the system and compare strategies.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61120" y="1508760"/>
            <a:ext cx="256032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961120" y="1508760"/>
            <a:ext cx="109728" cy="132588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89720" y="167335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4. Explain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89720" y="2039112"/>
            <a:ext cx="224028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Use evidence: path length, explored cells, failure cases.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3337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A43"/>
                </a:solidFill>
              </a:rPr>
              <a:t>Participation norms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14400" y="3858768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170432" y="3749040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Keep chat active when possible.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14400" y="4334256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170432" y="422452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Ask early when code behaves strangely.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14400" y="4809744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170432" y="470001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Wrong predictions are useful data.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Today's big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How can a computer solve a problem intelligently without learning from examples?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</a:rPr>
              <a:t>A maze looks simple to us. For the computer, it needs a precise recipe for: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2240280"/>
            <a:ext cx="33832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2240280"/>
            <a:ext cx="109728" cy="128016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24048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Remembering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770632"/>
            <a:ext cx="306324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Where have I already been?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2240280"/>
            <a:ext cx="33832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34840" y="2240280"/>
            <a:ext cx="109728" cy="12801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63440" y="24048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Choosing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2770632"/>
            <a:ext cx="306324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Which possible move should I try next?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001000" y="2240280"/>
            <a:ext cx="109728" cy="12801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0" y="24048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Stopping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0" y="2770632"/>
            <a:ext cx="306324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How do I know I reached the goal?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89120" y="4069080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82312" y="4069080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175504" y="4069080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568696" y="4069080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961888" y="4069080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389120" y="4462272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82312" y="4462272"/>
            <a:ext cx="374904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175504" y="4462272"/>
            <a:ext cx="374904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568696" y="4462272"/>
            <a:ext cx="374904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61888" y="4462272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389120" y="4855464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82312" y="4855464"/>
            <a:ext cx="374904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175504" y="4855464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568696" y="4855464"/>
            <a:ext cx="374904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61888" y="4855464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389120" y="5248656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782312" y="5248656"/>
            <a:ext cx="374904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175504" y="5248656"/>
            <a:ext cx="374904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568696" y="5248656"/>
            <a:ext cx="374904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961888" y="5248656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389120" y="5641848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782312" y="5641848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175504" y="5641848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568696" y="5641848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961888" y="5641848"/>
            <a:ext cx="374904" cy="37490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188720" y="6016752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2A43"/>
                </a:solidFill>
              </a:rPr>
              <a:t>This is AI even though no model is trained yet.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Challenge: escape the maze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First reason like the algorithm, then turn the reasoning into code.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005840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572768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39696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06624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73552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840480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07408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05840" y="2075688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572768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139696" y="2075688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06624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73552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840480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407408" y="2075688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05840" y="2642616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572768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139696" y="2642616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06624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273552" y="2642616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40480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407408" y="2642616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005840" y="3209544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572768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139696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706624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73552" y="3209544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840480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407408" y="3209544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05840" y="3776472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572768" y="3776472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139696" y="3776472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706624" y="3776472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273552" y="3776472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840480" y="3776472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407408" y="3776472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005840" y="434340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572768" y="434340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139696" y="434340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706624" y="434340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273552" y="434340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840480" y="434340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407408" y="434340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577840" y="16002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2A43"/>
                </a:solidFill>
              </a:rPr>
              <a:t>Robot rules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5623560" y="2212848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879592" y="210312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Starts at S. Goal is G.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5623560" y="2688336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5879592" y="257860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Can move up, down, left, or right.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623560" y="3163824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879592" y="305409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Cannot move through walls.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5623560" y="3639312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879592" y="352958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Must not loop forever.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5623560" y="4114800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879592" y="40050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Should report the path it found.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5623560" y="4846320"/>
            <a:ext cx="1371600" cy="320040"/>
          </a:xfrm>
          <a:prstGeom prst="roundRect">
            <a:avLst>
              <a:gd name="adj" fmla="val 17143"/>
            </a:avLst>
          </a:prstGeom>
          <a:solidFill>
            <a:srgbClr val="F2994A"/>
          </a:solidFill>
          <a:ln>
            <a:solidFill>
              <a:srgbClr val="F2994A"/>
            </a:solidFill>
          </a:ln>
          <a:effectLst>
            <a:outerShdw blurRad="12700" dist="7620" dir="2700000" algn="bl" rotWithShape="0">
              <a:srgbClr val="000000">
                <a:alpha val="8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PREDICT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7178040" y="48828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What information must the robot remember?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Quick recap: grid coordinates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 maze cell is written as a pair: (row, column).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463040"/>
            <a:ext cx="4892040" cy="3474720"/>
          </a:xfrm>
          <a:prstGeom prst="roundRect">
            <a:avLst>
              <a:gd name="adj" fmla="val 1316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87552" y="1618488"/>
            <a:ext cx="4562856" cy="3163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cell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37960" y="1508760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04888" y="1508760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671816" y="1508760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38744" y="1508760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805672" y="1508760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537960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04888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671816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38744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805672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537960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104888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671816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38744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(2,3)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805672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537960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104888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671816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238744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805672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83680" y="41605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2A43"/>
                </a:solidFill>
              </a:rPr>
              <a:t>Rows go down. Columns go right.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83680" y="47548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B5757"/>
                </a:solidFill>
              </a:rPr>
              <a:t>Common bug: accidentally treating (row, col) as (x, y).</a:t>
            </a:r>
            <a:endParaRPr lang="en-US" sz="15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327B3ED8-B26B-A20C-4627-B24850423679}"/>
                  </a:ext>
                </a:extLst>
              </p14:cNvPr>
              <p14:cNvContentPartPr/>
              <p14:nvPr/>
            </p14:nvContentPartPr>
            <p14:xfrm>
              <a:off x="5877870" y="1542180"/>
              <a:ext cx="553320" cy="231444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327B3ED8-B26B-A20C-4627-B248504236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71750" y="1536060"/>
                <a:ext cx="565560" cy="2326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FDB0D49A-4891-C4C6-A85F-3CA3E98FAC8B}"/>
              </a:ext>
            </a:extLst>
          </p:cNvPr>
          <p:cNvGrpSpPr/>
          <p:nvPr/>
        </p:nvGrpSpPr>
        <p:grpSpPr>
          <a:xfrm>
            <a:off x="5777070" y="2623620"/>
            <a:ext cx="414360" cy="518400"/>
            <a:chOff x="5777070" y="2623620"/>
            <a:chExt cx="414360" cy="51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9DD6066-F354-4881-E6A5-412A4B94EBCA}"/>
                    </a:ext>
                  </a:extLst>
                </p14:cNvPr>
                <p14:cNvContentPartPr/>
                <p14:nvPr/>
              </p14:nvContentPartPr>
              <p14:xfrm>
                <a:off x="5777070" y="2623620"/>
                <a:ext cx="206640" cy="22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9DD6066-F354-4881-E6A5-412A4B94EBC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70950" y="2617500"/>
                  <a:ext cx="2188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B4BB07B-0723-E245-D92E-BC51E1E076A9}"/>
                    </a:ext>
                  </a:extLst>
                </p14:cNvPr>
                <p14:cNvContentPartPr/>
                <p14:nvPr/>
              </p14:nvContentPartPr>
              <p14:xfrm>
                <a:off x="5967510" y="2736660"/>
                <a:ext cx="86040" cy="127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B4BB07B-0723-E245-D92E-BC51E1E076A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961390" y="2730540"/>
                  <a:ext cx="982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E10D87B-2E8C-B7D3-3FE9-4769696B6A2A}"/>
                    </a:ext>
                  </a:extLst>
                </p14:cNvPr>
                <p14:cNvContentPartPr/>
                <p14:nvPr/>
              </p14:nvContentPartPr>
              <p14:xfrm>
                <a:off x="5860950" y="2884260"/>
                <a:ext cx="158760" cy="257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E10D87B-2E8C-B7D3-3FE9-4769696B6A2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854830" y="2878140"/>
                  <a:ext cx="1710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EDBE4C0-5152-8063-5177-A1ACD6107C90}"/>
                    </a:ext>
                  </a:extLst>
                </p14:cNvPr>
                <p14:cNvContentPartPr/>
                <p14:nvPr/>
              </p14:nvContentPartPr>
              <p14:xfrm>
                <a:off x="6030510" y="2935380"/>
                <a:ext cx="160920" cy="195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EDBE4C0-5152-8063-5177-A1ACD6107C9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024390" y="2929260"/>
                  <a:ext cx="173160" cy="20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539F72CF-6224-5C8E-8F11-719DA1D736D3}"/>
                  </a:ext>
                </a:extLst>
              </p14:cNvPr>
              <p14:cNvContentPartPr/>
              <p14:nvPr/>
            </p14:nvContentPartPr>
            <p14:xfrm>
              <a:off x="6202230" y="1743060"/>
              <a:ext cx="161280" cy="1641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539F72CF-6224-5C8E-8F11-719DA1D736D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196110" y="1736940"/>
                <a:ext cx="17352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D1EF7BEB-4EE2-2F4D-802E-2D6AC6AAE014}"/>
                  </a:ext>
                </a:extLst>
              </p14:cNvPr>
              <p14:cNvContentPartPr/>
              <p14:nvPr/>
            </p14:nvContentPartPr>
            <p14:xfrm>
              <a:off x="6312390" y="2342820"/>
              <a:ext cx="19080" cy="17388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D1EF7BEB-4EE2-2F4D-802E-2D6AC6AAE01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306270" y="2336700"/>
                <a:ext cx="3132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E81D2817-2A8C-A738-CA12-B2364462E9BB}"/>
                  </a:ext>
                </a:extLst>
              </p14:cNvPr>
              <p14:cNvContentPartPr/>
              <p14:nvPr/>
            </p14:nvContentPartPr>
            <p14:xfrm>
              <a:off x="6330390" y="2824140"/>
              <a:ext cx="182520" cy="2300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E81D2817-2A8C-A738-CA12-B2364462E9B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24270" y="2818020"/>
                <a:ext cx="19476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1A5D8702-22C9-32FA-93D7-4F4C73DD381D}"/>
                  </a:ext>
                </a:extLst>
              </p14:cNvPr>
              <p14:cNvContentPartPr/>
              <p14:nvPr/>
            </p14:nvContentPartPr>
            <p14:xfrm>
              <a:off x="6380430" y="3398340"/>
              <a:ext cx="78840" cy="25812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1A5D8702-22C9-32FA-93D7-4F4C73DD381D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374310" y="3392220"/>
                <a:ext cx="91080" cy="27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D4C6479D-99D1-9944-987B-5EACE0757DC2}"/>
                  </a:ext>
                </a:extLst>
              </p14:cNvPr>
              <p14:cNvContentPartPr/>
              <p14:nvPr/>
            </p14:nvContentPartPr>
            <p14:xfrm>
              <a:off x="3276510" y="1428420"/>
              <a:ext cx="360" cy="3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D4C6479D-99D1-9944-987B-5EACE0757DC2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270390" y="142230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85ABD95E-92CD-9C98-7CD3-867D0BC00B06}"/>
                  </a:ext>
                </a:extLst>
              </p14:cNvPr>
              <p14:cNvContentPartPr/>
              <p14:nvPr/>
            </p14:nvContentPartPr>
            <p14:xfrm>
              <a:off x="6711630" y="1345260"/>
              <a:ext cx="102600" cy="1864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85ABD95E-92CD-9C98-7CD3-867D0BC00B06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705510" y="1339140"/>
                <a:ext cx="114840" cy="1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1DE347E-0565-BFFF-23D4-EB4BBE6BA510}"/>
                  </a:ext>
                </a:extLst>
              </p14:cNvPr>
              <p14:cNvContentPartPr/>
              <p14:nvPr/>
            </p14:nvContentPartPr>
            <p14:xfrm>
              <a:off x="7333710" y="1352460"/>
              <a:ext cx="7200" cy="12672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1DE347E-0565-BFFF-23D4-EB4BBE6BA510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327590" y="1346340"/>
                <a:ext cx="1944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F232AA6F-F9F0-7868-AD2B-AB3457DD1BE7}"/>
                  </a:ext>
                </a:extLst>
              </p14:cNvPr>
              <p14:cNvContentPartPr/>
              <p14:nvPr/>
            </p14:nvContentPartPr>
            <p14:xfrm>
              <a:off x="7848150" y="1395660"/>
              <a:ext cx="135360" cy="91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F232AA6F-F9F0-7868-AD2B-AB3457DD1BE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842030" y="1389540"/>
                <a:ext cx="14760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C8DBEAC-C988-2830-E606-921D6C7B80DC}"/>
                  </a:ext>
                </a:extLst>
              </p14:cNvPr>
              <p14:cNvContentPartPr/>
              <p14:nvPr/>
            </p14:nvContentPartPr>
            <p14:xfrm>
              <a:off x="8457990" y="1364340"/>
              <a:ext cx="85320" cy="1299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C8DBEAC-C988-2830-E606-921D6C7B80DC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451870" y="1358220"/>
                <a:ext cx="97560" cy="14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CD96039D-C9B2-7A0C-38D7-19EF0E89C7D4}"/>
                  </a:ext>
                </a:extLst>
              </p14:cNvPr>
              <p14:cNvContentPartPr/>
              <p14:nvPr/>
            </p14:nvContentPartPr>
            <p14:xfrm>
              <a:off x="7861110" y="2583300"/>
              <a:ext cx="102600" cy="583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CD96039D-C9B2-7A0C-38D7-19EF0E89C7D4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854990" y="2577180"/>
                <a:ext cx="11484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38B1E9EC-C589-E503-8712-2DD621B962A0}"/>
                  </a:ext>
                </a:extLst>
              </p14:cNvPr>
              <p14:cNvContentPartPr/>
              <p14:nvPr/>
            </p14:nvContentPartPr>
            <p14:xfrm>
              <a:off x="9962430" y="1720740"/>
              <a:ext cx="96120" cy="27000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38B1E9EC-C589-E503-8712-2DD621B962A0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9956310" y="1714620"/>
                <a:ext cx="108360" cy="28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67B59A9E-50F1-FF76-0090-E2D6FD14212D}"/>
                  </a:ext>
                </a:extLst>
              </p14:cNvPr>
              <p14:cNvContentPartPr/>
              <p14:nvPr/>
            </p14:nvContentPartPr>
            <p14:xfrm>
              <a:off x="10108950" y="1811460"/>
              <a:ext cx="117000" cy="9684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67B59A9E-50F1-FF76-0090-E2D6FD14212D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10102830" y="1805340"/>
                <a:ext cx="129240" cy="10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257BAC02-A7A7-1D0D-3495-4D1FCDB7B325}"/>
                  </a:ext>
                </a:extLst>
              </p14:cNvPr>
              <p14:cNvContentPartPr/>
              <p14:nvPr/>
            </p14:nvContentPartPr>
            <p14:xfrm>
              <a:off x="10266270" y="1955460"/>
              <a:ext cx="20880" cy="342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257BAC02-A7A7-1D0D-3495-4D1FCDB7B325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10260150" y="1949340"/>
                <a:ext cx="33120" cy="4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C65EA64E-CEEA-A4D6-0376-0ADA3521CCCA}"/>
              </a:ext>
            </a:extLst>
          </p:cNvPr>
          <p:cNvGrpSpPr/>
          <p:nvPr/>
        </p:nvGrpSpPr>
        <p:grpSpPr>
          <a:xfrm>
            <a:off x="10463190" y="1657020"/>
            <a:ext cx="255960" cy="305280"/>
            <a:chOff x="10463190" y="1657020"/>
            <a:chExt cx="255960" cy="30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4929BEE-A4FE-E52E-84EB-AE83D9F3A348}"/>
                    </a:ext>
                  </a:extLst>
                </p14:cNvPr>
                <p14:cNvContentPartPr/>
                <p14:nvPr/>
              </p14:nvContentPartPr>
              <p14:xfrm>
                <a:off x="10463190" y="1765020"/>
                <a:ext cx="117720" cy="1800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4929BEE-A4FE-E52E-84EB-AE83D9F3A34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457070" y="1758900"/>
                  <a:ext cx="1299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30CA1E3-B657-DD2D-013E-EED094A304B6}"/>
                    </a:ext>
                  </a:extLst>
                </p14:cNvPr>
                <p14:cNvContentPartPr/>
                <p14:nvPr/>
              </p14:nvContentPartPr>
              <p14:xfrm>
                <a:off x="10578750" y="1657020"/>
                <a:ext cx="140400" cy="3052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30CA1E3-B657-DD2D-013E-EED094A304B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572630" y="1650900"/>
                  <a:ext cx="152640" cy="31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2A0A0A0-169C-8111-739D-1A29751DE5BC}"/>
              </a:ext>
            </a:extLst>
          </p:cNvPr>
          <p:cNvGrpSpPr/>
          <p:nvPr/>
        </p:nvGrpSpPr>
        <p:grpSpPr>
          <a:xfrm>
            <a:off x="7746270" y="2266860"/>
            <a:ext cx="413640" cy="218160"/>
            <a:chOff x="7746270" y="2266860"/>
            <a:chExt cx="4136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AE37970-F5CC-5A53-C2FE-58F1E052A5FE}"/>
                    </a:ext>
                  </a:extLst>
                </p14:cNvPr>
                <p14:cNvContentPartPr/>
                <p14:nvPr/>
              </p14:nvContentPartPr>
              <p14:xfrm>
                <a:off x="7746270" y="2298540"/>
                <a:ext cx="115200" cy="178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AE37970-F5CC-5A53-C2FE-58F1E052A5F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740150" y="2292420"/>
                  <a:ext cx="1274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81D9BF3-EE87-873B-5F41-37CDAFB4FFA5}"/>
                    </a:ext>
                  </a:extLst>
                </p14:cNvPr>
                <p14:cNvContentPartPr/>
                <p14:nvPr/>
              </p14:nvContentPartPr>
              <p14:xfrm>
                <a:off x="8124990" y="2266860"/>
                <a:ext cx="34920" cy="1947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81D9BF3-EE87-873B-5F41-37CDAFB4FFA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118870" y="2260740"/>
                  <a:ext cx="471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5DB8D09-B377-8061-5B7C-F0B49F250147}"/>
                    </a:ext>
                  </a:extLst>
                </p14:cNvPr>
                <p14:cNvContentPartPr/>
                <p14:nvPr/>
              </p14:nvContentPartPr>
              <p14:xfrm>
                <a:off x="7842030" y="2305020"/>
                <a:ext cx="360" cy="69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5DB8D09-B377-8061-5B7C-F0B49F25014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835910" y="2298900"/>
                  <a:ext cx="126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AEEBF8D-CD2D-F297-F4CF-4735A7AB1906}"/>
                    </a:ext>
                  </a:extLst>
                </p14:cNvPr>
                <p14:cNvContentPartPr/>
                <p14:nvPr/>
              </p14:nvContentPartPr>
              <p14:xfrm>
                <a:off x="7854270" y="2292060"/>
                <a:ext cx="13320" cy="1530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AEEBF8D-CD2D-F297-F4CF-4735A7AB190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848150" y="2285940"/>
                  <a:ext cx="255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94D76A0-3938-F408-D311-6F747390A11F}"/>
                    </a:ext>
                  </a:extLst>
                </p14:cNvPr>
                <p14:cNvContentPartPr/>
                <p14:nvPr/>
              </p14:nvContentPartPr>
              <p14:xfrm>
                <a:off x="7933110" y="2400060"/>
                <a:ext cx="48960" cy="84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94D76A0-3938-F408-D311-6F747390A11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926990" y="2393940"/>
                  <a:ext cx="612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F8EFF28-4533-1251-A6CC-7E67C3F33C4C}"/>
                    </a:ext>
                  </a:extLst>
                </p14:cNvPr>
                <p14:cNvContentPartPr/>
                <p14:nvPr/>
              </p14:nvContentPartPr>
              <p14:xfrm>
                <a:off x="8006190" y="2298540"/>
                <a:ext cx="88920" cy="161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F8EFF28-4533-1251-A6CC-7E67C3F33C4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000070" y="2292420"/>
                  <a:ext cx="101160" cy="173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BC35A702-562A-9192-552A-9178F2BCF56B}"/>
                  </a:ext>
                </a:extLst>
              </p14:cNvPr>
              <p14:cNvContentPartPr/>
              <p14:nvPr/>
            </p14:nvContentPartPr>
            <p14:xfrm>
              <a:off x="8217510" y="2818740"/>
              <a:ext cx="586800" cy="2556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BC35A702-562A-9192-552A-9178F2BCF56B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8211390" y="2812620"/>
                <a:ext cx="599040" cy="26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D3E11288-7897-6A1A-30B6-95F9BE19A7C6}"/>
                  </a:ext>
                </a:extLst>
              </p14:cNvPr>
              <p14:cNvContentPartPr/>
              <p14:nvPr/>
            </p14:nvContentPartPr>
            <p14:xfrm>
              <a:off x="6259830" y="2826300"/>
              <a:ext cx="300240" cy="40824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D3E11288-7897-6A1A-30B6-95F9BE19A7C6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6253710" y="2820180"/>
                <a:ext cx="312480" cy="42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9" name="Group 98">
            <a:extLst>
              <a:ext uri="{FF2B5EF4-FFF2-40B4-BE49-F238E27FC236}">
                <a16:creationId xmlns:a16="http://schemas.microsoft.com/office/drawing/2014/main" id="{C685D00D-3E16-55F3-CACC-1326D7A5340A}"/>
              </a:ext>
            </a:extLst>
          </p:cNvPr>
          <p:cNvGrpSpPr/>
          <p:nvPr/>
        </p:nvGrpSpPr>
        <p:grpSpPr>
          <a:xfrm>
            <a:off x="6578430" y="844500"/>
            <a:ext cx="3543480" cy="794520"/>
            <a:chOff x="6578430" y="844500"/>
            <a:chExt cx="3543480" cy="79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4EE35C-222A-7000-E907-C25AEF19E9B6}"/>
                    </a:ext>
                  </a:extLst>
                </p14:cNvPr>
                <p14:cNvContentPartPr/>
                <p14:nvPr/>
              </p14:nvContentPartPr>
              <p14:xfrm>
                <a:off x="6640710" y="905340"/>
                <a:ext cx="151560" cy="213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4EE35C-222A-7000-E907-C25AEF19E9B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634590" y="899220"/>
                  <a:ext cx="1638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7637705-9564-00C7-27C7-7A05F117617F}"/>
                    </a:ext>
                  </a:extLst>
                </p14:cNvPr>
                <p14:cNvContentPartPr/>
                <p14:nvPr/>
              </p14:nvContentPartPr>
              <p14:xfrm>
                <a:off x="6851310" y="1047540"/>
                <a:ext cx="31320" cy="61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7637705-9564-00C7-27C7-7A05F117617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845190" y="1041420"/>
                  <a:ext cx="43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0B7E905-D6C2-6955-554B-FC6E5E91E859}"/>
                    </a:ext>
                  </a:extLst>
                </p14:cNvPr>
                <p14:cNvContentPartPr/>
                <p14:nvPr/>
              </p14:nvContentPartPr>
              <p14:xfrm>
                <a:off x="6794430" y="844500"/>
                <a:ext cx="360" cy="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0B7E905-D6C2-6955-554B-FC6E5E91E85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788310" y="8383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E88DFD8-0735-8D05-F807-4167E44BFF43}"/>
                    </a:ext>
                  </a:extLst>
                </p14:cNvPr>
                <p14:cNvContentPartPr/>
                <p14:nvPr/>
              </p14:nvContentPartPr>
              <p14:xfrm>
                <a:off x="6951030" y="889500"/>
                <a:ext cx="148680" cy="148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E88DFD8-0735-8D05-F807-4167E44BFF4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944910" y="883380"/>
                  <a:ext cx="160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FF69A7A-BC7E-BAE7-26D4-3164CA2E827C}"/>
                    </a:ext>
                  </a:extLst>
                </p14:cNvPr>
                <p14:cNvContentPartPr/>
                <p14:nvPr/>
              </p14:nvContentPartPr>
              <p14:xfrm>
                <a:off x="7174590" y="901020"/>
                <a:ext cx="33840" cy="187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FF69A7A-BC7E-BAE7-26D4-3164CA2E827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168470" y="894900"/>
                  <a:ext cx="46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C4B4C29-B569-8CDF-4876-78BBE4B64031}"/>
                    </a:ext>
                  </a:extLst>
                </p14:cNvPr>
                <p14:cNvContentPartPr/>
                <p14:nvPr/>
              </p14:nvContentPartPr>
              <p14:xfrm>
                <a:off x="7143630" y="968700"/>
                <a:ext cx="47520" cy="2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C4B4C29-B569-8CDF-4876-78BBE4B6403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137510" y="962580"/>
                  <a:ext cx="5976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E593A35-72C1-F11A-E6D1-CF26D593CFB8}"/>
                    </a:ext>
                  </a:extLst>
                </p14:cNvPr>
                <p14:cNvContentPartPr/>
                <p14:nvPr/>
              </p14:nvContentPartPr>
              <p14:xfrm>
                <a:off x="7488150" y="882660"/>
                <a:ext cx="239760" cy="194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E593A35-72C1-F11A-E6D1-CF26D593CFB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482030" y="876540"/>
                  <a:ext cx="2520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F68D2F8-EC46-1D09-5126-7425AE8757BB}"/>
                    </a:ext>
                  </a:extLst>
                </p14:cNvPr>
                <p14:cNvContentPartPr/>
                <p14:nvPr/>
              </p14:nvContentPartPr>
              <p14:xfrm>
                <a:off x="7670670" y="1015860"/>
                <a:ext cx="99360" cy="6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F68D2F8-EC46-1D09-5126-7425AE8757B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664550" y="1009740"/>
                  <a:ext cx="1116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E96F906-762D-3D0D-0616-0BBB0FDED130}"/>
                    </a:ext>
                  </a:extLst>
                </p14:cNvPr>
                <p14:cNvContentPartPr/>
                <p14:nvPr/>
              </p14:nvContentPartPr>
              <p14:xfrm>
                <a:off x="8031390" y="845580"/>
                <a:ext cx="101520" cy="266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E96F906-762D-3D0D-0616-0BBB0FDED13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025270" y="839460"/>
                  <a:ext cx="1137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3E0C4D4-ADFF-4BBE-AB6C-33D743213E62}"/>
                    </a:ext>
                  </a:extLst>
                </p14:cNvPr>
                <p14:cNvContentPartPr/>
                <p14:nvPr/>
              </p14:nvContentPartPr>
              <p14:xfrm>
                <a:off x="8274030" y="1041060"/>
                <a:ext cx="6840" cy="11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3E0C4D4-ADFF-4BBE-AB6C-33D743213E6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267910" y="1034940"/>
                  <a:ext cx="19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E9F23F8-1EB2-4592-13E3-901B6E2A2974}"/>
                    </a:ext>
                  </a:extLst>
                </p14:cNvPr>
                <p14:cNvContentPartPr/>
                <p14:nvPr/>
              </p14:nvContentPartPr>
              <p14:xfrm>
                <a:off x="8185110" y="857100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E9F23F8-1EB2-4592-13E3-901B6E2A297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178990" y="8509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EFE3CAB-B674-2C8C-02B7-BAE5369A8F96}"/>
                    </a:ext>
                  </a:extLst>
                </p14:cNvPr>
                <p14:cNvContentPartPr/>
                <p14:nvPr/>
              </p14:nvContentPartPr>
              <p14:xfrm>
                <a:off x="8364030" y="926580"/>
                <a:ext cx="138600" cy="125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EFE3CAB-B674-2C8C-02B7-BAE5369A8F9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357910" y="920460"/>
                  <a:ext cx="1508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8E63E4E-E6F3-8B04-A6AA-5A8CE164B4EA}"/>
                    </a:ext>
                  </a:extLst>
                </p14:cNvPr>
                <p14:cNvContentPartPr/>
                <p14:nvPr/>
              </p14:nvContentPartPr>
              <p14:xfrm>
                <a:off x="8603070" y="905340"/>
                <a:ext cx="70560" cy="181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8E63E4E-E6F3-8B04-A6AA-5A8CE164B4E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596950" y="899220"/>
                  <a:ext cx="828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0E7BA3A-E855-93F4-2CB4-5A0B0F2ADF18}"/>
                    </a:ext>
                  </a:extLst>
                </p14:cNvPr>
                <p14:cNvContentPartPr/>
                <p14:nvPr/>
              </p14:nvContentPartPr>
              <p14:xfrm>
                <a:off x="8582190" y="980940"/>
                <a:ext cx="76320" cy="22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0E7BA3A-E855-93F4-2CB4-5A0B0F2ADF1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576070" y="974820"/>
                  <a:ext cx="885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9625FAA-2AE5-5A56-B9EE-F3F768E2F1E2}"/>
                    </a:ext>
                  </a:extLst>
                </p14:cNvPr>
                <p14:cNvContentPartPr/>
                <p14:nvPr/>
              </p14:nvContentPartPr>
              <p14:xfrm>
                <a:off x="6578430" y="1224660"/>
                <a:ext cx="2640960" cy="224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9625FAA-2AE5-5A56-B9EE-F3F768E2F1E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572310" y="1218540"/>
                  <a:ext cx="26532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C708625-CCC2-4C79-4F3C-8916400A78CD}"/>
                    </a:ext>
                  </a:extLst>
                </p14:cNvPr>
                <p14:cNvContentPartPr/>
                <p14:nvPr/>
              </p14:nvContentPartPr>
              <p14:xfrm>
                <a:off x="8798550" y="1138260"/>
                <a:ext cx="180360" cy="232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C708625-CCC2-4C79-4F3C-8916400A78C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92430" y="1132140"/>
                  <a:ext cx="1926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E263A80-AC1C-B444-0D5C-A1196203DE8F}"/>
                    </a:ext>
                  </a:extLst>
                </p14:cNvPr>
                <p14:cNvContentPartPr/>
                <p14:nvPr/>
              </p14:nvContentPartPr>
              <p14:xfrm>
                <a:off x="9041550" y="996780"/>
                <a:ext cx="232200" cy="154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E263A80-AC1C-B444-0D5C-A1196203DE8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035430" y="990660"/>
                  <a:ext cx="244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5572E2A-DE27-E317-E180-B36294829E02}"/>
                    </a:ext>
                  </a:extLst>
                </p14:cNvPr>
                <p14:cNvContentPartPr/>
                <p14:nvPr/>
              </p14:nvContentPartPr>
              <p14:xfrm>
                <a:off x="9288870" y="888420"/>
                <a:ext cx="113400" cy="235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5572E2A-DE27-E317-E180-B36294829E0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282750" y="882300"/>
                  <a:ext cx="1256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BE446E8-C708-ED45-85AF-7CB85910266E}"/>
                    </a:ext>
                  </a:extLst>
                </p14:cNvPr>
                <p14:cNvContentPartPr/>
                <p14:nvPr/>
              </p14:nvContentPartPr>
              <p14:xfrm>
                <a:off x="9435750" y="970860"/>
                <a:ext cx="95400" cy="131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BE446E8-C708-ED45-85AF-7CB85910266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429630" y="964740"/>
                  <a:ext cx="1076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90E1206-D91A-CD62-634E-0CF1B5BCF6B1}"/>
                    </a:ext>
                  </a:extLst>
                </p14:cNvPr>
                <p14:cNvContentPartPr/>
                <p14:nvPr/>
              </p14:nvContentPartPr>
              <p14:xfrm>
                <a:off x="9600990" y="933420"/>
                <a:ext cx="156960" cy="109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90E1206-D91A-CD62-634E-0CF1B5BCF6B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594870" y="927300"/>
                  <a:ext cx="1692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37907CE-E964-2A62-D1D6-5928E57C569D}"/>
                    </a:ext>
                  </a:extLst>
                </p14:cNvPr>
                <p14:cNvContentPartPr/>
                <p14:nvPr/>
              </p14:nvContentPartPr>
              <p14:xfrm>
                <a:off x="9867750" y="876180"/>
                <a:ext cx="97920" cy="131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37907CE-E964-2A62-D1D6-5928E57C569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861630" y="870060"/>
                  <a:ext cx="1101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78883BB-F507-6153-136A-281F3948B283}"/>
                    </a:ext>
                  </a:extLst>
                </p14:cNvPr>
                <p14:cNvContentPartPr/>
                <p14:nvPr/>
              </p14:nvContentPartPr>
              <p14:xfrm>
                <a:off x="10014270" y="894900"/>
                <a:ext cx="107640" cy="158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78883BB-F507-6153-136A-281F3948B28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008150" y="888780"/>
                  <a:ext cx="1198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197251E-B98B-7C4E-7DC7-4A4431E60DF4}"/>
                    </a:ext>
                  </a:extLst>
                </p14:cNvPr>
                <p14:cNvContentPartPr/>
                <p14:nvPr/>
              </p14:nvContentPartPr>
              <p14:xfrm>
                <a:off x="8298150" y="1312500"/>
                <a:ext cx="352800" cy="3265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197251E-B98B-7C4E-7DC7-4A4431E60DF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292030" y="1306380"/>
                  <a:ext cx="365040" cy="33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42FB03C0-8036-961B-C830-9B01BF8D3FC1}"/>
                  </a:ext>
                </a:extLst>
              </p14:cNvPr>
              <p14:cNvContentPartPr/>
              <p14:nvPr/>
            </p14:nvContentPartPr>
            <p14:xfrm>
              <a:off x="7215630" y="3687780"/>
              <a:ext cx="377280" cy="90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42FB03C0-8036-961B-C830-9B01BF8D3FC1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7209510" y="3681660"/>
                <a:ext cx="389520" cy="10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6C40F1-21F4-480F-A534-70A218C173B2}"/>
              </a:ext>
            </a:extLst>
          </p:cNvPr>
          <p:cNvGrpSpPr/>
          <p:nvPr/>
        </p:nvGrpSpPr>
        <p:grpSpPr>
          <a:xfrm>
            <a:off x="7143630" y="3346140"/>
            <a:ext cx="509760" cy="394920"/>
            <a:chOff x="7143630" y="3346140"/>
            <a:chExt cx="509760" cy="39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D358139-7B5B-FCD7-C644-3EBDD3AA023D}"/>
                    </a:ext>
                  </a:extLst>
                </p14:cNvPr>
                <p14:cNvContentPartPr/>
                <p14:nvPr/>
              </p14:nvContentPartPr>
              <p14:xfrm>
                <a:off x="7323990" y="3670140"/>
                <a:ext cx="192240" cy="70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D358139-7B5B-FCD7-C644-3EBDD3AA023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317870" y="3664020"/>
                  <a:ext cx="2044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ADD8C81-17A2-EA1A-46A7-82DFD30F925F}"/>
                    </a:ext>
                  </a:extLst>
                </p14:cNvPr>
                <p14:cNvContentPartPr/>
                <p14:nvPr/>
              </p14:nvContentPartPr>
              <p14:xfrm>
                <a:off x="7143630" y="3378180"/>
                <a:ext cx="89640" cy="290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ADD8C81-17A2-EA1A-46A7-82DFD30F925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137510" y="3372060"/>
                  <a:ext cx="1018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FFB2C34-EF40-344C-DADF-6CAE794854B8}"/>
                    </a:ext>
                  </a:extLst>
                </p14:cNvPr>
                <p14:cNvContentPartPr/>
                <p14:nvPr/>
              </p14:nvContentPartPr>
              <p14:xfrm>
                <a:off x="7594350" y="3346140"/>
                <a:ext cx="59040" cy="3085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FFB2C34-EF40-344C-DADF-6CAE794854B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88230" y="3340020"/>
                  <a:ext cx="7128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3E942B8-A3F8-486D-A924-02D790345B21}"/>
                    </a:ext>
                  </a:extLst>
                </p14:cNvPr>
                <p14:cNvContentPartPr/>
                <p14:nvPr/>
              </p14:nvContentPartPr>
              <p14:xfrm>
                <a:off x="7251630" y="3434700"/>
                <a:ext cx="153720" cy="1728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3E942B8-A3F8-486D-A924-02D790345B2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245510" y="3428580"/>
                  <a:ext cx="1659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6EF277B-CE9B-05E1-30E7-4A70EECF9F78}"/>
                    </a:ext>
                  </a:extLst>
                </p14:cNvPr>
                <p14:cNvContentPartPr/>
                <p14:nvPr/>
              </p14:nvContentPartPr>
              <p14:xfrm>
                <a:off x="7387350" y="3584820"/>
                <a:ext cx="80280" cy="799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6EF277B-CE9B-05E1-30E7-4A70EECF9F7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381230" y="3578700"/>
                  <a:ext cx="925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73D15EB-9132-61DB-17F1-317F6D9499CE}"/>
                    </a:ext>
                  </a:extLst>
                </p14:cNvPr>
                <p14:cNvContentPartPr/>
                <p14:nvPr/>
              </p14:nvContentPartPr>
              <p14:xfrm>
                <a:off x="7562670" y="3460620"/>
                <a:ext cx="15840" cy="136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73D15EB-9132-61DB-17F1-317F6D9499C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556550" y="3454500"/>
                  <a:ext cx="28080" cy="14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45A73939-AE9E-D634-9BDD-9C5371D62146}"/>
                  </a:ext>
                </a:extLst>
              </p14:cNvPr>
              <p14:cNvContentPartPr/>
              <p14:nvPr/>
            </p14:nvContentPartPr>
            <p14:xfrm>
              <a:off x="6172350" y="1820100"/>
              <a:ext cx="226440" cy="6624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45A73939-AE9E-D634-9BDD-9C5371D62146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6118710" y="1712460"/>
                <a:ext cx="334080" cy="28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A5217BA6-133B-B89D-E415-4BBDAEBB6BB6}"/>
                  </a:ext>
                </a:extLst>
              </p14:cNvPr>
              <p14:cNvContentPartPr/>
              <p14:nvPr/>
            </p14:nvContentPartPr>
            <p14:xfrm>
              <a:off x="6633870" y="1379820"/>
              <a:ext cx="2670480" cy="9468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A5217BA6-133B-B89D-E415-4BBDAEBB6BB6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6579870" y="1271820"/>
                <a:ext cx="2778120" cy="31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ECC1404D-8EDF-1CE5-BD89-172C2ECE0206}"/>
                  </a:ext>
                </a:extLst>
              </p14:cNvPr>
              <p14:cNvContentPartPr/>
              <p14:nvPr/>
            </p14:nvContentPartPr>
            <p14:xfrm>
              <a:off x="6237510" y="1745940"/>
              <a:ext cx="247320" cy="18738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ECC1404D-8EDF-1CE5-BD89-172C2ECE0206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6183510" y="1638300"/>
                <a:ext cx="354960" cy="208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DC5AFB2-B9D3-B8AF-FA06-3DD8FAE8F887}"/>
                  </a:ext>
                </a:extLst>
              </p14:cNvPr>
              <p14:cNvContentPartPr/>
              <p14:nvPr/>
            </p14:nvContentPartPr>
            <p14:xfrm>
              <a:off x="6254430" y="1414740"/>
              <a:ext cx="10080" cy="1404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DC5AFB2-B9D3-B8AF-FA06-3DD8FAE8F88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6248310" y="1408620"/>
                <a:ext cx="2232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937EA62-A080-3A84-12D3-F9A332FFE15F}"/>
                  </a:ext>
                </a:extLst>
              </p14:cNvPr>
              <p14:cNvContentPartPr/>
              <p14:nvPr/>
            </p14:nvContentPartPr>
            <p14:xfrm>
              <a:off x="6031590" y="2228340"/>
              <a:ext cx="388440" cy="358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937EA62-A080-3A84-12D3-F9A332FFE15F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6025470" y="2222220"/>
                <a:ext cx="400680" cy="37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02527D3-91AA-24A3-3F6F-D91ADB7782D6}"/>
              </a:ext>
            </a:extLst>
          </p:cNvPr>
          <p:cNvGrpSpPr/>
          <p:nvPr/>
        </p:nvGrpSpPr>
        <p:grpSpPr>
          <a:xfrm>
            <a:off x="8865150" y="1270380"/>
            <a:ext cx="375840" cy="267840"/>
            <a:chOff x="8865150" y="1270380"/>
            <a:chExt cx="375840" cy="26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79EDD32-33DE-B197-AA71-58FB994AB6F0}"/>
                    </a:ext>
                  </a:extLst>
                </p14:cNvPr>
                <p14:cNvContentPartPr/>
                <p14:nvPr/>
              </p14:nvContentPartPr>
              <p14:xfrm>
                <a:off x="9010230" y="1333380"/>
                <a:ext cx="174600" cy="145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79EDD32-33DE-B197-AA71-58FB994AB6F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04110" y="1327260"/>
                  <a:ext cx="1868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A8DB897-17C0-79E1-ABD7-F4A73E9C34AF}"/>
                    </a:ext>
                  </a:extLst>
                </p14:cNvPr>
                <p14:cNvContentPartPr/>
                <p14:nvPr/>
              </p14:nvContentPartPr>
              <p14:xfrm>
                <a:off x="9099150" y="1371540"/>
                <a:ext cx="6840" cy="136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A8DB897-17C0-79E1-ABD7-F4A73E9C34A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093030" y="1365420"/>
                  <a:ext cx="190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F74EBCB-4B63-8A83-2765-4673416DECC8}"/>
                    </a:ext>
                  </a:extLst>
                </p14:cNvPr>
                <p14:cNvContentPartPr/>
                <p14:nvPr/>
              </p14:nvContentPartPr>
              <p14:xfrm>
                <a:off x="8865150" y="1270380"/>
                <a:ext cx="375840" cy="2678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F74EBCB-4B63-8A83-2765-4673416DECC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859030" y="1264260"/>
                  <a:ext cx="388080" cy="28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53E31088-9F74-A138-75C8-C6BCF1A3850C}"/>
              </a:ext>
            </a:extLst>
          </p:cNvPr>
          <p:cNvGrpSpPr/>
          <p:nvPr/>
        </p:nvGrpSpPr>
        <p:grpSpPr>
          <a:xfrm>
            <a:off x="8856510" y="2184060"/>
            <a:ext cx="1076040" cy="432360"/>
            <a:chOff x="8856510" y="2184060"/>
            <a:chExt cx="1076040" cy="43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8197C92-39F2-8C0D-CA49-FA9F93237D0D}"/>
                    </a:ext>
                  </a:extLst>
                </p14:cNvPr>
                <p14:cNvContentPartPr/>
                <p14:nvPr/>
              </p14:nvContentPartPr>
              <p14:xfrm>
                <a:off x="8856510" y="2537580"/>
                <a:ext cx="397440" cy="788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8197C92-39F2-8C0D-CA49-FA9F93237D0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850390" y="2531460"/>
                  <a:ext cx="409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ED70C36-F7C2-4A1A-98D1-8033E1D22A35}"/>
                    </a:ext>
                  </a:extLst>
                </p14:cNvPr>
                <p14:cNvContentPartPr/>
                <p14:nvPr/>
              </p14:nvContentPartPr>
              <p14:xfrm>
                <a:off x="9133350" y="2184060"/>
                <a:ext cx="480600" cy="1821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ED70C36-F7C2-4A1A-98D1-8033E1D22A3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127230" y="2177940"/>
                  <a:ext cx="4928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EA70690-0E19-B75E-A17A-EB1E10F3B571}"/>
                    </a:ext>
                  </a:extLst>
                </p14:cNvPr>
                <p14:cNvContentPartPr/>
                <p14:nvPr/>
              </p14:nvContentPartPr>
              <p14:xfrm>
                <a:off x="9123270" y="2292060"/>
                <a:ext cx="166320" cy="1432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EA70690-0E19-B75E-A17A-EB1E10F3B57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117150" y="2285940"/>
                  <a:ext cx="1785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9B476F4-BE31-85AE-C771-354027939197}"/>
                    </a:ext>
                  </a:extLst>
                </p14:cNvPr>
                <p14:cNvContentPartPr/>
                <p14:nvPr/>
              </p14:nvContentPartPr>
              <p14:xfrm>
                <a:off x="9428910" y="2272980"/>
                <a:ext cx="96480" cy="2620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9B476F4-BE31-85AE-C771-35402793919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422790" y="2266860"/>
                  <a:ext cx="1087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02D2013-20B0-137A-5071-11D0C58D8CFD}"/>
                    </a:ext>
                  </a:extLst>
                </p14:cNvPr>
                <p14:cNvContentPartPr/>
                <p14:nvPr/>
              </p14:nvContentPartPr>
              <p14:xfrm>
                <a:off x="9581910" y="2336700"/>
                <a:ext cx="13320" cy="1090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02D2013-20B0-137A-5071-11D0C58D8CF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575790" y="2330580"/>
                  <a:ext cx="255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E724E30-EF20-75F9-AA76-D654F927ABAB}"/>
                    </a:ext>
                  </a:extLst>
                </p14:cNvPr>
                <p14:cNvContentPartPr/>
                <p14:nvPr/>
              </p14:nvContentPartPr>
              <p14:xfrm>
                <a:off x="9584070" y="2444700"/>
                <a:ext cx="106200" cy="1040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E724E30-EF20-75F9-AA76-D654F927ABA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77950" y="2438580"/>
                  <a:ext cx="1184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ABD2D25-D393-C294-6A50-6F06F07D5180}"/>
                    </a:ext>
                  </a:extLst>
                </p14:cNvPr>
                <p14:cNvContentPartPr/>
                <p14:nvPr/>
              </p14:nvContentPartPr>
              <p14:xfrm>
                <a:off x="9730230" y="2266860"/>
                <a:ext cx="80280" cy="1353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ABD2D25-D393-C294-6A50-6F06F07D518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724110" y="2260740"/>
                  <a:ext cx="925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BC34114-F579-8457-8C31-B1FA71E90F31}"/>
                    </a:ext>
                  </a:extLst>
                </p14:cNvPr>
                <p14:cNvContentPartPr/>
                <p14:nvPr/>
              </p14:nvContentPartPr>
              <p14:xfrm>
                <a:off x="9793590" y="2285940"/>
                <a:ext cx="10800" cy="1846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BC34114-F579-8457-8C31-B1FA71E90F3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787470" y="2279820"/>
                  <a:ext cx="230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0FA97FF-410D-2209-088F-DF60708AEB91}"/>
                    </a:ext>
                  </a:extLst>
                </p14:cNvPr>
                <p14:cNvContentPartPr/>
                <p14:nvPr/>
              </p14:nvContentPartPr>
              <p14:xfrm>
                <a:off x="9886830" y="2228700"/>
                <a:ext cx="45720" cy="2804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0FA97FF-410D-2209-088F-DF60708AEB9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880710" y="2222580"/>
                  <a:ext cx="57960" cy="29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93B9A2AA-41E1-BD46-181A-A59FEE3BA955}"/>
                  </a:ext>
                </a:extLst>
              </p14:cNvPr>
              <p14:cNvContentPartPr/>
              <p14:nvPr/>
            </p14:nvContentPartPr>
            <p14:xfrm>
              <a:off x="8491110" y="3079740"/>
              <a:ext cx="120960" cy="30420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93B9A2AA-41E1-BD46-181A-A59FEE3BA955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8484990" y="3073620"/>
                <a:ext cx="133200" cy="31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BE9DC2F3-99BC-2742-2584-BC273E9661C4}"/>
              </a:ext>
            </a:extLst>
          </p:cNvPr>
          <p:cNvGrpSpPr/>
          <p:nvPr/>
        </p:nvGrpSpPr>
        <p:grpSpPr>
          <a:xfrm>
            <a:off x="8316870" y="2171460"/>
            <a:ext cx="465840" cy="684360"/>
            <a:chOff x="8316870" y="2171460"/>
            <a:chExt cx="465840" cy="68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247F589-196F-60C8-23E0-2240EA8967FB}"/>
                    </a:ext>
                  </a:extLst>
                </p14:cNvPr>
                <p14:cNvContentPartPr/>
                <p14:nvPr/>
              </p14:nvContentPartPr>
              <p14:xfrm>
                <a:off x="8501910" y="2444700"/>
                <a:ext cx="80640" cy="411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247F589-196F-60C8-23E0-2240EA8967F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495790" y="2438580"/>
                  <a:ext cx="9288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7A09660-A41C-A507-BF0B-6022F95D71FE}"/>
                    </a:ext>
                  </a:extLst>
                </p14:cNvPr>
                <p14:cNvContentPartPr/>
                <p14:nvPr/>
              </p14:nvContentPartPr>
              <p14:xfrm>
                <a:off x="8411190" y="2428860"/>
                <a:ext cx="151200" cy="1094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7A09660-A41C-A507-BF0B-6022F95D71F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405070" y="2422740"/>
                  <a:ext cx="1634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82E406F-E005-0EC5-F943-90FBBB891735}"/>
                    </a:ext>
                  </a:extLst>
                </p14:cNvPr>
                <p14:cNvContentPartPr/>
                <p14:nvPr/>
              </p14:nvContentPartPr>
              <p14:xfrm>
                <a:off x="8316870" y="2184060"/>
                <a:ext cx="70560" cy="2041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82E406F-E005-0EC5-F943-90FBBB89173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310750" y="2177940"/>
                  <a:ext cx="828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4E54D11-F7C1-90EA-E313-490C9AE8F408}"/>
                    </a:ext>
                  </a:extLst>
                </p14:cNvPr>
                <p14:cNvContentPartPr/>
                <p14:nvPr/>
              </p14:nvContentPartPr>
              <p14:xfrm>
                <a:off x="8476710" y="2234100"/>
                <a:ext cx="6840" cy="968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4E54D11-F7C1-90EA-E313-490C9AE8F40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470590" y="2227980"/>
                  <a:ext cx="190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1A05130-5640-91AB-34E3-5990201BBBA9}"/>
                    </a:ext>
                  </a:extLst>
                </p14:cNvPr>
                <p14:cNvContentPartPr/>
                <p14:nvPr/>
              </p14:nvContentPartPr>
              <p14:xfrm>
                <a:off x="8550510" y="2330220"/>
                <a:ext cx="54000" cy="74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1A05130-5640-91AB-34E3-5990201BBBA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544390" y="2324100"/>
                  <a:ext cx="66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EE448E7-5C3A-E014-65A6-655F9B490130}"/>
                    </a:ext>
                  </a:extLst>
                </p14:cNvPr>
                <p14:cNvContentPartPr/>
                <p14:nvPr/>
              </p14:nvContentPartPr>
              <p14:xfrm>
                <a:off x="8646630" y="2214660"/>
                <a:ext cx="85680" cy="1965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EE448E7-5C3A-E014-65A6-655F9B49013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640510" y="2208540"/>
                  <a:ext cx="979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F693770-2117-E67B-A653-3DC8C31E96CB}"/>
                    </a:ext>
                  </a:extLst>
                </p14:cNvPr>
                <p14:cNvContentPartPr/>
                <p14:nvPr/>
              </p14:nvContentPartPr>
              <p14:xfrm>
                <a:off x="8693070" y="2171460"/>
                <a:ext cx="89640" cy="285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F693770-2117-E67B-A653-3DC8C31E96C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686950" y="2165340"/>
                  <a:ext cx="101880" cy="29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D84C67D5-538B-F91F-F248-3E470B737383}"/>
              </a:ext>
            </a:extLst>
          </p:cNvPr>
          <p:cNvGrpSpPr/>
          <p:nvPr/>
        </p:nvGrpSpPr>
        <p:grpSpPr>
          <a:xfrm>
            <a:off x="8291310" y="3415980"/>
            <a:ext cx="428040" cy="329400"/>
            <a:chOff x="8291310" y="3415980"/>
            <a:chExt cx="428040" cy="32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1FDB4D02-2FC5-570C-C4D5-A228C379997C}"/>
                    </a:ext>
                  </a:extLst>
                </p14:cNvPr>
                <p14:cNvContentPartPr/>
                <p14:nvPr/>
              </p14:nvContentPartPr>
              <p14:xfrm>
                <a:off x="8291310" y="3460620"/>
                <a:ext cx="78480" cy="178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1FDB4D02-2FC5-570C-C4D5-A228C379997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285190" y="3454500"/>
                  <a:ext cx="907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43A9BD2-A4D5-0DBC-2BE2-0443C2332DA5}"/>
                    </a:ext>
                  </a:extLst>
                </p14:cNvPr>
                <p14:cNvContentPartPr/>
                <p14:nvPr/>
              </p14:nvContentPartPr>
              <p14:xfrm>
                <a:off x="8394630" y="3479340"/>
                <a:ext cx="147600" cy="1526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43A9BD2-A4D5-0DBC-2BE2-0443C2332DA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388510" y="3473220"/>
                  <a:ext cx="1598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48B3811-76F1-8C16-7668-B015AFF7F73C}"/>
                    </a:ext>
                  </a:extLst>
                </p14:cNvPr>
                <p14:cNvContentPartPr/>
                <p14:nvPr/>
              </p14:nvContentPartPr>
              <p14:xfrm>
                <a:off x="8552310" y="3600300"/>
                <a:ext cx="90360" cy="1450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48B3811-76F1-8C16-7668-B015AFF7F73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546190" y="3594180"/>
                  <a:ext cx="1026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2C8BE71-3BD6-35ED-F2B3-B3251D423F06}"/>
                    </a:ext>
                  </a:extLst>
                </p14:cNvPr>
                <p14:cNvContentPartPr/>
                <p14:nvPr/>
              </p14:nvContentPartPr>
              <p14:xfrm>
                <a:off x="8590470" y="3467460"/>
                <a:ext cx="103320" cy="151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2C8BE71-3BD6-35ED-F2B3-B3251D423F0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584350" y="3461340"/>
                  <a:ext cx="1155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7A72B02-D1EA-78DD-D9D5-E424A0E4D1B5}"/>
                    </a:ext>
                  </a:extLst>
                </p14:cNvPr>
                <p14:cNvContentPartPr/>
                <p14:nvPr/>
              </p14:nvContentPartPr>
              <p14:xfrm>
                <a:off x="8681190" y="3415980"/>
                <a:ext cx="38160" cy="259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7A72B02-D1EA-78DD-D9D5-E424A0E4D1B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675070" y="3409860"/>
                  <a:ext cx="50400" cy="27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E679BFD4-EA00-B0FC-5F14-31945950FC9B}"/>
                  </a:ext>
                </a:extLst>
              </p14:cNvPr>
              <p14:cNvContentPartPr/>
              <p14:nvPr/>
            </p14:nvContentPartPr>
            <p14:xfrm>
              <a:off x="8614590" y="2298540"/>
              <a:ext cx="94320" cy="3636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E679BFD4-EA00-B0FC-5F14-31945950FC9B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8560950" y="2190540"/>
                <a:ext cx="20196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88C6345F-E996-8206-081A-0C131AFDDA32}"/>
                  </a:ext>
                </a:extLst>
              </p14:cNvPr>
              <p14:cNvContentPartPr/>
              <p14:nvPr/>
            </p14:nvContentPartPr>
            <p14:xfrm>
              <a:off x="8578590" y="3536940"/>
              <a:ext cx="133560" cy="201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88C6345F-E996-8206-081A-0C131AFDDA32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8524950" y="3428940"/>
                <a:ext cx="241200" cy="23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C4FA8E02-DA5A-8134-E3A3-35869E430B0D}"/>
                  </a:ext>
                </a:extLst>
              </p14:cNvPr>
              <p14:cNvContentPartPr/>
              <p14:nvPr/>
            </p14:nvContentPartPr>
            <p14:xfrm>
              <a:off x="8565990" y="2933580"/>
              <a:ext cx="69480" cy="36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C4FA8E02-DA5A-8134-E3A3-35869E430B0D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8511990" y="2825580"/>
                <a:ext cx="17712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C612CC4F-3E72-A439-575A-750AD23D6677}"/>
                  </a:ext>
                </a:extLst>
              </p14:cNvPr>
              <p14:cNvContentPartPr/>
              <p14:nvPr/>
            </p14:nvContentPartPr>
            <p14:xfrm>
              <a:off x="8426310" y="2292060"/>
              <a:ext cx="78120" cy="169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C612CC4F-3E72-A439-575A-750AD23D6677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8372310" y="2184420"/>
                <a:ext cx="18576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4BF43A55-2C4E-AF20-C622-1EC7EE05B103}"/>
                  </a:ext>
                </a:extLst>
              </p14:cNvPr>
              <p14:cNvContentPartPr/>
              <p14:nvPr/>
            </p14:nvContentPartPr>
            <p14:xfrm>
              <a:off x="8407230" y="2910540"/>
              <a:ext cx="103680" cy="3600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4BF43A55-2C4E-AF20-C622-1EC7EE05B103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8353230" y="2802900"/>
                <a:ext cx="211320" cy="25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7F1D32D6-000F-34D0-C51D-571A597F0C11}"/>
                  </a:ext>
                </a:extLst>
              </p14:cNvPr>
              <p14:cNvContentPartPr/>
              <p14:nvPr/>
            </p14:nvContentPartPr>
            <p14:xfrm>
              <a:off x="8394630" y="3498780"/>
              <a:ext cx="123840" cy="5436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7F1D32D6-000F-34D0-C51D-571A597F0C11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8340630" y="3390780"/>
                <a:ext cx="231480" cy="270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2" name="Group 171">
            <a:extLst>
              <a:ext uri="{FF2B5EF4-FFF2-40B4-BE49-F238E27FC236}">
                <a16:creationId xmlns:a16="http://schemas.microsoft.com/office/drawing/2014/main" id="{FBE5E3C7-0254-EB06-073E-07F59629F6C0}"/>
              </a:ext>
            </a:extLst>
          </p:cNvPr>
          <p:cNvGrpSpPr/>
          <p:nvPr/>
        </p:nvGrpSpPr>
        <p:grpSpPr>
          <a:xfrm>
            <a:off x="7668840" y="2800020"/>
            <a:ext cx="637200" cy="373320"/>
            <a:chOff x="7668840" y="2800020"/>
            <a:chExt cx="637200" cy="37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EA2E44B-0362-C072-03F7-06472FC2D512}"/>
                    </a:ext>
                  </a:extLst>
                </p14:cNvPr>
                <p14:cNvContentPartPr/>
                <p14:nvPr/>
              </p14:nvContentPartPr>
              <p14:xfrm>
                <a:off x="8092920" y="2946180"/>
                <a:ext cx="213120" cy="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EA2E44B-0362-C072-03F7-06472FC2D51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86800" y="2940060"/>
                  <a:ext cx="2253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A8E5E2E-8831-10FA-33C0-03094B0EEB58}"/>
                    </a:ext>
                  </a:extLst>
                </p14:cNvPr>
                <p14:cNvContentPartPr/>
                <p14:nvPr/>
              </p14:nvContentPartPr>
              <p14:xfrm>
                <a:off x="8042160" y="2869860"/>
                <a:ext cx="106200" cy="1501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A8E5E2E-8831-10FA-33C0-03094B0EEB5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036040" y="2863740"/>
                  <a:ext cx="1184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DE253E0-0571-25FB-3850-A59C2412F652}"/>
                    </a:ext>
                  </a:extLst>
                </p14:cNvPr>
                <p14:cNvContentPartPr/>
                <p14:nvPr/>
              </p14:nvContentPartPr>
              <p14:xfrm>
                <a:off x="7668840" y="2838180"/>
                <a:ext cx="64080" cy="2613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DE253E0-0571-25FB-3850-A59C2412F65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662720" y="2832060"/>
                  <a:ext cx="763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E0FCE58-88E6-2638-0595-D72287E2F0D6}"/>
                    </a:ext>
                  </a:extLst>
                </p14:cNvPr>
                <p14:cNvContentPartPr/>
                <p14:nvPr/>
              </p14:nvContentPartPr>
              <p14:xfrm>
                <a:off x="7701600" y="2887860"/>
                <a:ext cx="111240" cy="184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E0FCE58-88E6-2638-0595-D72287E2F0D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695480" y="2881740"/>
                  <a:ext cx="123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4FDA4CE-1D60-BBD8-EC22-B17577D8E033}"/>
                    </a:ext>
                  </a:extLst>
                </p14:cNvPr>
                <p14:cNvContentPartPr/>
                <p14:nvPr/>
              </p14:nvContentPartPr>
              <p14:xfrm>
                <a:off x="7856400" y="3066780"/>
                <a:ext cx="36720" cy="727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4FDA4CE-1D60-BBD8-EC22-B17577D8E03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850280" y="3060660"/>
                  <a:ext cx="489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FCEFBC7-7F71-225E-A408-AA143089EB27}"/>
                    </a:ext>
                  </a:extLst>
                </p14:cNvPr>
                <p14:cNvContentPartPr/>
                <p14:nvPr/>
              </p14:nvContentPartPr>
              <p14:xfrm>
                <a:off x="7886640" y="2878140"/>
                <a:ext cx="107640" cy="254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FCEFBC7-7F71-225E-A408-AA143089EB2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880520" y="2872020"/>
                  <a:ext cx="1198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92FC366-9D52-6107-5093-43C655B3AC33}"/>
                    </a:ext>
                  </a:extLst>
                </p14:cNvPr>
                <p14:cNvContentPartPr/>
                <p14:nvPr/>
              </p14:nvContentPartPr>
              <p14:xfrm>
                <a:off x="7930920" y="2800020"/>
                <a:ext cx="83520" cy="373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92FC366-9D52-6107-5093-43C655B3AC3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924800" y="2793900"/>
                  <a:ext cx="95760" cy="38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07176E1E-85E7-71CA-C0E1-DA8008ADF4D1}"/>
              </a:ext>
            </a:extLst>
          </p:cNvPr>
          <p:cNvGrpSpPr/>
          <p:nvPr/>
        </p:nvGrpSpPr>
        <p:grpSpPr>
          <a:xfrm>
            <a:off x="8826240" y="2781300"/>
            <a:ext cx="763200" cy="430560"/>
            <a:chOff x="8826240" y="2781300"/>
            <a:chExt cx="76320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B220A8E-23AD-F37E-DF5C-3F3C7225DEBC}"/>
                    </a:ext>
                  </a:extLst>
                </p14:cNvPr>
                <p14:cNvContentPartPr/>
                <p14:nvPr/>
              </p14:nvContentPartPr>
              <p14:xfrm>
                <a:off x="8826240" y="2971740"/>
                <a:ext cx="135000" cy="3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B220A8E-23AD-F37E-DF5C-3F3C7225DEB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820120" y="2965620"/>
                  <a:ext cx="1472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05DB98C-D8CB-679A-64B7-4539908C7204}"/>
                    </a:ext>
                  </a:extLst>
                </p14:cNvPr>
                <p14:cNvContentPartPr/>
                <p14:nvPr/>
              </p14:nvContentPartPr>
              <p14:xfrm>
                <a:off x="8959800" y="2895420"/>
                <a:ext cx="69480" cy="1281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05DB98C-D8CB-679A-64B7-4539908C720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953680" y="2889300"/>
                  <a:ext cx="81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75C6F71-8B88-ED4D-50F8-DEC863DD5E34}"/>
                    </a:ext>
                  </a:extLst>
                </p14:cNvPr>
                <p14:cNvContentPartPr/>
                <p14:nvPr/>
              </p14:nvContentPartPr>
              <p14:xfrm>
                <a:off x="9065640" y="2832060"/>
                <a:ext cx="67680" cy="3006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75C6F71-8B88-ED4D-50F8-DEC863DD5E3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059520" y="2825940"/>
                  <a:ext cx="7992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ED6658E-CF99-8E9F-6814-70E0410C7E16}"/>
                    </a:ext>
                  </a:extLst>
                </p14:cNvPr>
                <p14:cNvContentPartPr/>
                <p14:nvPr/>
              </p14:nvContentPartPr>
              <p14:xfrm>
                <a:off x="9156360" y="2946180"/>
                <a:ext cx="70560" cy="218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ED6658E-CF99-8E9F-6814-70E0410C7E1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150240" y="2940060"/>
                  <a:ext cx="828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4E2E4A4-4928-B002-3979-BEFFBA623EB4}"/>
                    </a:ext>
                  </a:extLst>
                </p14:cNvPr>
                <p14:cNvContentPartPr/>
                <p14:nvPr/>
              </p14:nvContentPartPr>
              <p14:xfrm>
                <a:off x="9328080" y="3104940"/>
                <a:ext cx="360" cy="1069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4E2E4A4-4928-B002-3979-BEFFBA623EB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321960" y="3098820"/>
                  <a:ext cx="126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5E5A167-A8F2-79EB-C6E7-E6D02BF29167}"/>
                    </a:ext>
                  </a:extLst>
                </p14:cNvPr>
                <p14:cNvContentPartPr/>
                <p14:nvPr/>
              </p14:nvContentPartPr>
              <p14:xfrm>
                <a:off x="9366240" y="2965260"/>
                <a:ext cx="119520" cy="849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5E5A167-A8F2-79EB-C6E7-E6D02BF2916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360120" y="2959140"/>
                  <a:ext cx="1317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48328C7-1483-6BC2-3369-428E1127AEE2}"/>
                    </a:ext>
                  </a:extLst>
                </p14:cNvPr>
                <p14:cNvContentPartPr/>
                <p14:nvPr/>
              </p14:nvContentPartPr>
              <p14:xfrm>
                <a:off x="9470280" y="2946180"/>
                <a:ext cx="4320" cy="2138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48328C7-1483-6BC2-3369-428E1127AEE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464160" y="2940060"/>
                  <a:ext cx="165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991A5937-6C82-8BA5-6A48-B391D1C92DC2}"/>
                    </a:ext>
                  </a:extLst>
                </p14:cNvPr>
                <p14:cNvContentPartPr/>
                <p14:nvPr/>
              </p14:nvContentPartPr>
              <p14:xfrm>
                <a:off x="9486840" y="2781300"/>
                <a:ext cx="102600" cy="3049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991A5937-6C82-8BA5-6A48-B391D1C92DC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480720" y="2775180"/>
                  <a:ext cx="114840" cy="31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61E01E1D-FC2F-3956-C90C-81351EB7EFE6}"/>
                  </a:ext>
                </a:extLst>
              </p14:cNvPr>
              <p14:cNvContentPartPr/>
              <p14:nvPr/>
            </p14:nvContentPartPr>
            <p14:xfrm>
              <a:off x="7714200" y="2879940"/>
              <a:ext cx="46080" cy="22284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61E01E1D-FC2F-3956-C90C-81351EB7EFE6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7660560" y="2772300"/>
                <a:ext cx="15372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B9F57F9E-C49A-F5BE-5175-1FBB7A9BD0BC}"/>
                  </a:ext>
                </a:extLst>
              </p14:cNvPr>
              <p14:cNvContentPartPr/>
              <p14:nvPr/>
            </p14:nvContentPartPr>
            <p14:xfrm>
              <a:off x="9163920" y="2971740"/>
              <a:ext cx="77040" cy="17820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B9F57F9E-C49A-F5BE-5175-1FBB7A9BD0BC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110280" y="2863740"/>
                <a:ext cx="184680" cy="39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DB432985-3D78-BC01-43A5-3D80323F977C}"/>
                  </a:ext>
                </a:extLst>
              </p14:cNvPr>
              <p14:cNvContentPartPr/>
              <p14:nvPr/>
            </p14:nvContentPartPr>
            <p14:xfrm>
              <a:off x="7879800" y="2863740"/>
              <a:ext cx="46080" cy="25488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DB432985-3D78-BC01-43A5-3D80323F977C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7826160" y="2755740"/>
                <a:ext cx="153720" cy="47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104CDB24-C8EF-70DC-C293-182647467484}"/>
                  </a:ext>
                </a:extLst>
              </p14:cNvPr>
              <p14:cNvContentPartPr/>
              <p14:nvPr/>
            </p14:nvContentPartPr>
            <p14:xfrm>
              <a:off x="9393960" y="2928540"/>
              <a:ext cx="48600" cy="22968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104CDB24-C8EF-70DC-C293-182647467484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9340320" y="2820540"/>
                <a:ext cx="156240" cy="44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0DBF33AD-A021-2A70-E508-4E13E1142A44}"/>
                  </a:ext>
                </a:extLst>
              </p14:cNvPr>
              <p14:cNvContentPartPr/>
              <p14:nvPr/>
            </p14:nvContentPartPr>
            <p14:xfrm>
              <a:off x="7114080" y="2939700"/>
              <a:ext cx="42480" cy="2016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0DBF33AD-A021-2A70-E508-4E13E1142A44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7060080" y="2832060"/>
                <a:ext cx="150120" cy="23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A1484901-9688-6056-D895-52BEFB6AF7B7}"/>
                  </a:ext>
                </a:extLst>
              </p14:cNvPr>
              <p14:cNvContentPartPr/>
              <p14:nvPr/>
            </p14:nvContentPartPr>
            <p14:xfrm>
              <a:off x="3608400" y="2901900"/>
              <a:ext cx="30240" cy="36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A1484901-9688-6056-D895-52BEFB6AF7B7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3554760" y="2793900"/>
                <a:ext cx="137880" cy="21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">
            <a:extLst>
              <a:ext uri="{FF2B5EF4-FFF2-40B4-BE49-F238E27FC236}">
                <a16:creationId xmlns:a16="http://schemas.microsoft.com/office/drawing/2014/main" id="{1A890CF2-F17C-CD2A-335F-D88DC0F2BCEE}"/>
              </a:ext>
            </a:extLst>
          </p:cNvPr>
          <p:cNvSpPr/>
          <p:nvPr/>
        </p:nvSpPr>
        <p:spPr>
          <a:xfrm>
            <a:off x="6537960" y="1508760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7">
            <a:extLst>
              <a:ext uri="{FF2B5EF4-FFF2-40B4-BE49-F238E27FC236}">
                <a16:creationId xmlns:a16="http://schemas.microsoft.com/office/drawing/2014/main" id="{0B8CE306-391D-F563-3612-B6AD2DDB51C7}"/>
              </a:ext>
            </a:extLst>
          </p:cNvPr>
          <p:cNvSpPr/>
          <p:nvPr/>
        </p:nvSpPr>
        <p:spPr>
          <a:xfrm>
            <a:off x="7104888" y="1508760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8">
            <a:extLst>
              <a:ext uri="{FF2B5EF4-FFF2-40B4-BE49-F238E27FC236}">
                <a16:creationId xmlns:a16="http://schemas.microsoft.com/office/drawing/2014/main" id="{0B895289-C34A-5614-0FD2-E1FE8FF7F5A3}"/>
              </a:ext>
            </a:extLst>
          </p:cNvPr>
          <p:cNvSpPr/>
          <p:nvPr/>
        </p:nvSpPr>
        <p:spPr>
          <a:xfrm>
            <a:off x="7671816" y="1508760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9">
            <a:extLst>
              <a:ext uri="{FF2B5EF4-FFF2-40B4-BE49-F238E27FC236}">
                <a16:creationId xmlns:a16="http://schemas.microsoft.com/office/drawing/2014/main" id="{F9E7EC7C-C76F-DCEA-EC18-49C95E9D7278}"/>
              </a:ext>
            </a:extLst>
          </p:cNvPr>
          <p:cNvSpPr/>
          <p:nvPr/>
        </p:nvSpPr>
        <p:spPr>
          <a:xfrm>
            <a:off x="8238744" y="1508760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10">
            <a:extLst>
              <a:ext uri="{FF2B5EF4-FFF2-40B4-BE49-F238E27FC236}">
                <a16:creationId xmlns:a16="http://schemas.microsoft.com/office/drawing/2014/main" id="{C1EC1116-6D14-83D8-94C1-234CE308FF04}"/>
              </a:ext>
            </a:extLst>
          </p:cNvPr>
          <p:cNvSpPr/>
          <p:nvPr/>
        </p:nvSpPr>
        <p:spPr>
          <a:xfrm>
            <a:off x="8805672" y="1508760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11">
            <a:extLst>
              <a:ext uri="{FF2B5EF4-FFF2-40B4-BE49-F238E27FC236}">
                <a16:creationId xmlns:a16="http://schemas.microsoft.com/office/drawing/2014/main" id="{84BB8995-703F-C07F-8EEC-014F8EC518B3}"/>
              </a:ext>
            </a:extLst>
          </p:cNvPr>
          <p:cNvSpPr/>
          <p:nvPr/>
        </p:nvSpPr>
        <p:spPr>
          <a:xfrm>
            <a:off x="6537960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12">
            <a:extLst>
              <a:ext uri="{FF2B5EF4-FFF2-40B4-BE49-F238E27FC236}">
                <a16:creationId xmlns:a16="http://schemas.microsoft.com/office/drawing/2014/main" id="{05AFA763-ED0A-E3AD-1B7C-40119E875015}"/>
              </a:ext>
            </a:extLst>
          </p:cNvPr>
          <p:cNvSpPr/>
          <p:nvPr/>
        </p:nvSpPr>
        <p:spPr>
          <a:xfrm>
            <a:off x="7104888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13">
            <a:extLst>
              <a:ext uri="{FF2B5EF4-FFF2-40B4-BE49-F238E27FC236}">
                <a16:creationId xmlns:a16="http://schemas.microsoft.com/office/drawing/2014/main" id="{9525E162-3F42-72C5-B9E1-2AA22DD36A5A}"/>
              </a:ext>
            </a:extLst>
          </p:cNvPr>
          <p:cNvSpPr/>
          <p:nvPr/>
        </p:nvSpPr>
        <p:spPr>
          <a:xfrm>
            <a:off x="7671816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14">
            <a:extLst>
              <a:ext uri="{FF2B5EF4-FFF2-40B4-BE49-F238E27FC236}">
                <a16:creationId xmlns:a16="http://schemas.microsoft.com/office/drawing/2014/main" id="{7ADF2679-56F9-0E45-22C5-745E6ABB6C73}"/>
              </a:ext>
            </a:extLst>
          </p:cNvPr>
          <p:cNvSpPr/>
          <p:nvPr/>
        </p:nvSpPr>
        <p:spPr>
          <a:xfrm>
            <a:off x="8238744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15">
            <a:extLst>
              <a:ext uri="{FF2B5EF4-FFF2-40B4-BE49-F238E27FC236}">
                <a16:creationId xmlns:a16="http://schemas.microsoft.com/office/drawing/2014/main" id="{0206A966-231D-352F-D27E-FD8E2BD9A65E}"/>
              </a:ext>
            </a:extLst>
          </p:cNvPr>
          <p:cNvSpPr/>
          <p:nvPr/>
        </p:nvSpPr>
        <p:spPr>
          <a:xfrm>
            <a:off x="8805672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C48CE61D-701B-A71F-A091-C3CBA4712C66}"/>
              </a:ext>
            </a:extLst>
          </p:cNvPr>
          <p:cNvSpPr/>
          <p:nvPr/>
        </p:nvSpPr>
        <p:spPr>
          <a:xfrm>
            <a:off x="6537960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7">
            <a:extLst>
              <a:ext uri="{FF2B5EF4-FFF2-40B4-BE49-F238E27FC236}">
                <a16:creationId xmlns:a16="http://schemas.microsoft.com/office/drawing/2014/main" id="{23303B02-CCF2-04B7-C0B7-E4B8B852889C}"/>
              </a:ext>
            </a:extLst>
          </p:cNvPr>
          <p:cNvSpPr/>
          <p:nvPr/>
        </p:nvSpPr>
        <p:spPr>
          <a:xfrm>
            <a:off x="7104888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F63D17E8-AC20-8D58-6665-EFC87EB58B5F}"/>
              </a:ext>
            </a:extLst>
          </p:cNvPr>
          <p:cNvSpPr/>
          <p:nvPr/>
        </p:nvSpPr>
        <p:spPr>
          <a:xfrm>
            <a:off x="7671816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6DD4557C-2DF6-37D5-01FA-429EC2E3520F}"/>
              </a:ext>
            </a:extLst>
          </p:cNvPr>
          <p:cNvSpPr/>
          <p:nvPr/>
        </p:nvSpPr>
        <p:spPr>
          <a:xfrm>
            <a:off x="8238744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(2,3)</a:t>
            </a:r>
            <a:endParaRPr lang="en-US" sz="13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B91B6524-8203-2035-EE09-BEE054613911}"/>
              </a:ext>
            </a:extLst>
          </p:cNvPr>
          <p:cNvSpPr/>
          <p:nvPr/>
        </p:nvSpPr>
        <p:spPr>
          <a:xfrm>
            <a:off x="8805672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21">
            <a:extLst>
              <a:ext uri="{FF2B5EF4-FFF2-40B4-BE49-F238E27FC236}">
                <a16:creationId xmlns:a16="http://schemas.microsoft.com/office/drawing/2014/main" id="{6F057956-27B8-E83A-672B-F7F4D65B3939}"/>
              </a:ext>
            </a:extLst>
          </p:cNvPr>
          <p:cNvSpPr/>
          <p:nvPr/>
        </p:nvSpPr>
        <p:spPr>
          <a:xfrm>
            <a:off x="6537960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BCA24BE3-5B5C-D58A-7378-9826D6F003E1}"/>
              </a:ext>
            </a:extLst>
          </p:cNvPr>
          <p:cNvSpPr/>
          <p:nvPr/>
        </p:nvSpPr>
        <p:spPr>
          <a:xfrm>
            <a:off x="7104888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23">
            <a:extLst>
              <a:ext uri="{FF2B5EF4-FFF2-40B4-BE49-F238E27FC236}">
                <a16:creationId xmlns:a16="http://schemas.microsoft.com/office/drawing/2014/main" id="{4CF098A0-EC2F-E361-88A2-4CF819192434}"/>
              </a:ext>
            </a:extLst>
          </p:cNvPr>
          <p:cNvSpPr/>
          <p:nvPr/>
        </p:nvSpPr>
        <p:spPr>
          <a:xfrm>
            <a:off x="7671816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962A815F-8E8C-5775-27B4-A1AD3587F3AC}"/>
              </a:ext>
            </a:extLst>
          </p:cNvPr>
          <p:cNvSpPr/>
          <p:nvPr/>
        </p:nvSpPr>
        <p:spPr>
          <a:xfrm>
            <a:off x="8238744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25">
            <a:extLst>
              <a:ext uri="{FF2B5EF4-FFF2-40B4-BE49-F238E27FC236}">
                <a16:creationId xmlns:a16="http://schemas.microsoft.com/office/drawing/2014/main" id="{6A18E19A-78E9-B84A-0DC3-15DBEC69F820}"/>
              </a:ext>
            </a:extLst>
          </p:cNvPr>
          <p:cNvSpPr/>
          <p:nvPr/>
        </p:nvSpPr>
        <p:spPr>
          <a:xfrm>
            <a:off x="8805672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CD1C923-D394-FE53-073D-2706B6D85230}"/>
                  </a:ext>
                </a:extLst>
              </p14:cNvPr>
              <p14:cNvContentPartPr/>
              <p14:nvPr/>
            </p14:nvContentPartPr>
            <p14:xfrm>
              <a:off x="6711630" y="1345260"/>
              <a:ext cx="102600" cy="1864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CD1C923-D394-FE53-073D-2706B6D852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05510" y="1339140"/>
                <a:ext cx="114840" cy="1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BA6BBF2A-5E9E-DC64-1386-32AAFB76D521}"/>
                  </a:ext>
                </a:extLst>
              </p14:cNvPr>
              <p14:cNvContentPartPr/>
              <p14:nvPr/>
            </p14:nvContentPartPr>
            <p14:xfrm>
              <a:off x="7333710" y="1352460"/>
              <a:ext cx="7200" cy="1267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BA6BBF2A-5E9E-DC64-1386-32AAFB76D52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27590" y="1346340"/>
                <a:ext cx="1944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1EE57840-3045-BDA2-0F94-6D3F89449397}"/>
                  </a:ext>
                </a:extLst>
              </p14:cNvPr>
              <p14:cNvContentPartPr/>
              <p14:nvPr/>
            </p14:nvContentPartPr>
            <p14:xfrm>
              <a:off x="7848150" y="1395660"/>
              <a:ext cx="135360" cy="910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1EE57840-3045-BDA2-0F94-6D3F8944939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42030" y="1389540"/>
                <a:ext cx="14760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1C5306C-6B36-19E9-0376-0E5375D026D4}"/>
                  </a:ext>
                </a:extLst>
              </p14:cNvPr>
              <p14:cNvContentPartPr/>
              <p14:nvPr/>
            </p14:nvContentPartPr>
            <p14:xfrm>
              <a:off x="8457990" y="1364340"/>
              <a:ext cx="85320" cy="1299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1C5306C-6B36-19E9-0376-0E5375D026D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451870" y="1358220"/>
                <a:ext cx="97560" cy="14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8873148C-6DCA-2A97-B99F-B0A1A13AF493}"/>
                  </a:ext>
                </a:extLst>
              </p14:cNvPr>
              <p14:cNvContentPartPr/>
              <p14:nvPr/>
            </p14:nvContentPartPr>
            <p14:xfrm>
              <a:off x="6633870" y="1379820"/>
              <a:ext cx="2670480" cy="946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8873148C-6DCA-2A97-B99F-B0A1A13AF49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579870" y="1271820"/>
                <a:ext cx="2778120" cy="31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09C4C13A-0023-FF81-DA48-924A3E96890A}"/>
              </a:ext>
            </a:extLst>
          </p:cNvPr>
          <p:cNvGrpSpPr/>
          <p:nvPr/>
        </p:nvGrpSpPr>
        <p:grpSpPr>
          <a:xfrm>
            <a:off x="8865150" y="1270380"/>
            <a:ext cx="375840" cy="267840"/>
            <a:chOff x="8865150" y="1270380"/>
            <a:chExt cx="375840" cy="26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9DC312E-02D6-E453-98EB-6688D177781A}"/>
                    </a:ext>
                  </a:extLst>
                </p14:cNvPr>
                <p14:cNvContentPartPr/>
                <p14:nvPr/>
              </p14:nvContentPartPr>
              <p14:xfrm>
                <a:off x="9010230" y="1333380"/>
                <a:ext cx="174600" cy="145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9DC312E-02D6-E453-98EB-6688D177781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04110" y="1327260"/>
                  <a:ext cx="1868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37F4B18-2A48-6D81-D27B-F246C36427C7}"/>
                    </a:ext>
                  </a:extLst>
                </p14:cNvPr>
                <p14:cNvContentPartPr/>
                <p14:nvPr/>
              </p14:nvContentPartPr>
              <p14:xfrm>
                <a:off x="9099150" y="1371540"/>
                <a:ext cx="6840" cy="1360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37F4B18-2A48-6D81-D27B-F246C36427C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93030" y="1365420"/>
                  <a:ext cx="190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FFF2E94-DC19-94D1-A0B3-AA733254001F}"/>
                    </a:ext>
                  </a:extLst>
                </p14:cNvPr>
                <p14:cNvContentPartPr/>
                <p14:nvPr/>
              </p14:nvContentPartPr>
              <p14:xfrm>
                <a:off x="8865150" y="1270380"/>
                <a:ext cx="375840" cy="267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FFF2E94-DC19-94D1-A0B3-AA733254001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859030" y="1264260"/>
                  <a:ext cx="388080" cy="280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7BFEA0DA-F2D0-4BF4-800F-A5B304C14241}"/>
                  </a:ext>
                </a:extLst>
              </p14:cNvPr>
              <p14:cNvContentPartPr/>
              <p14:nvPr/>
            </p14:nvContentPartPr>
            <p14:xfrm>
              <a:off x="6196240" y="1728640"/>
              <a:ext cx="147960" cy="2034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7BFEA0DA-F2D0-4BF4-800F-A5B304C14241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190120" y="1722520"/>
                <a:ext cx="160200" cy="21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EBE6F7B5-4E76-9310-5E13-9499248B8BFB}"/>
                  </a:ext>
                </a:extLst>
              </p14:cNvPr>
              <p14:cNvContentPartPr/>
              <p14:nvPr/>
            </p14:nvContentPartPr>
            <p14:xfrm>
              <a:off x="6248080" y="2168920"/>
              <a:ext cx="24480" cy="2379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EBE6F7B5-4E76-9310-5E13-9499248B8BF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241960" y="2162800"/>
                <a:ext cx="3672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D240CCF6-51FE-39C4-90B9-C1B21BA98C3E}"/>
                  </a:ext>
                </a:extLst>
              </p14:cNvPr>
              <p14:cNvContentPartPr/>
              <p14:nvPr/>
            </p14:nvContentPartPr>
            <p14:xfrm>
              <a:off x="6192280" y="2904400"/>
              <a:ext cx="177120" cy="16920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D240CCF6-51FE-39C4-90B9-C1B21BA98C3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186160" y="2898280"/>
                <a:ext cx="189360" cy="18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B9A634EA-6D95-42BD-E73F-2CF39CE96999}"/>
                  </a:ext>
                </a:extLst>
              </p14:cNvPr>
              <p14:cNvContentPartPr/>
              <p14:nvPr/>
            </p14:nvContentPartPr>
            <p14:xfrm>
              <a:off x="6266800" y="3505960"/>
              <a:ext cx="131400" cy="28512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B9A634EA-6D95-42BD-E73F-2CF39CE9699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260680" y="3499840"/>
                <a:ext cx="143640" cy="29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F62FFAD7-D615-06D1-2071-77D20FED8043}"/>
                  </a:ext>
                </a:extLst>
              </p14:cNvPr>
              <p14:cNvContentPartPr/>
              <p14:nvPr/>
            </p14:nvContentPartPr>
            <p14:xfrm>
              <a:off x="6781600" y="1732240"/>
              <a:ext cx="645840" cy="95976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F62FFAD7-D615-06D1-2071-77D20FED804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727960" y="1624240"/>
                <a:ext cx="753480" cy="117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90CF7863-F5DE-58FA-BD82-4DD22232CE88}"/>
                  </a:ext>
                </a:extLst>
              </p14:cNvPr>
              <p14:cNvContentPartPr/>
              <p14:nvPr/>
            </p14:nvContentPartPr>
            <p14:xfrm>
              <a:off x="6583240" y="1701280"/>
              <a:ext cx="224280" cy="30096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90CF7863-F5DE-58FA-BD82-4DD22232CE8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577120" y="1695160"/>
                <a:ext cx="236520" cy="31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E149544D-1E02-16EE-AF27-2BE8408664E1}"/>
                  </a:ext>
                </a:extLst>
              </p14:cNvPr>
              <p14:cNvContentPartPr/>
              <p14:nvPr/>
            </p14:nvContentPartPr>
            <p14:xfrm>
              <a:off x="8975440" y="2316160"/>
              <a:ext cx="221040" cy="2552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E149544D-1E02-16EE-AF27-2BE8408664E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969320" y="2310040"/>
                <a:ext cx="23328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14F681BB-236F-F37E-D24A-9E930099FD28}"/>
                  </a:ext>
                </a:extLst>
              </p14:cNvPr>
              <p14:cNvContentPartPr/>
              <p14:nvPr/>
            </p14:nvContentPartPr>
            <p14:xfrm>
              <a:off x="7426720" y="2722600"/>
              <a:ext cx="15480" cy="23436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14F681BB-236F-F37E-D24A-9E930099FD2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373080" y="2614600"/>
                <a:ext cx="123120" cy="45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7C565568-72D8-9CA7-4B4D-62065366DE32}"/>
                  </a:ext>
                </a:extLst>
              </p14:cNvPr>
              <p14:cNvContentPartPr/>
              <p14:nvPr/>
            </p14:nvContentPartPr>
            <p14:xfrm>
              <a:off x="7477480" y="2986840"/>
              <a:ext cx="469080" cy="205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7C565568-72D8-9CA7-4B4D-62065366DE3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423840" y="2879200"/>
                <a:ext cx="576720" cy="23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17EF528C-204D-DC21-929F-230436F4DDF0}"/>
                  </a:ext>
                </a:extLst>
              </p14:cNvPr>
              <p14:cNvContentPartPr/>
              <p14:nvPr/>
            </p14:nvContentPartPr>
            <p14:xfrm>
              <a:off x="7913440" y="2408680"/>
              <a:ext cx="62640" cy="55332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17EF528C-204D-DC21-929F-230436F4DDF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859440" y="2300680"/>
                <a:ext cx="170280" cy="76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96FAEE6C-D4FC-B308-0E7E-A425B5AF86E0}"/>
                  </a:ext>
                </a:extLst>
              </p14:cNvPr>
              <p14:cNvContentPartPr/>
              <p14:nvPr/>
            </p14:nvContentPartPr>
            <p14:xfrm>
              <a:off x="7939720" y="2356840"/>
              <a:ext cx="996120" cy="540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96FAEE6C-D4FC-B308-0E7E-A425B5AF86E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885720" y="2248840"/>
                <a:ext cx="1103760" cy="221040"/>
              </a:xfrm>
              <a:prstGeom prst="rect">
                <a:avLst/>
              </a:prstGeom>
            </p:spPr>
          </p:pic>
        </mc:Fallback>
      </mc:AlternateContent>
      <p:sp>
        <p:nvSpPr>
          <p:cNvPr id="105" name="TextBox 104">
            <a:extLst>
              <a:ext uri="{FF2B5EF4-FFF2-40B4-BE49-F238E27FC236}">
                <a16:creationId xmlns:a16="http://schemas.microsoft.com/office/drawing/2014/main" id="{DA75BB7A-269C-E76A-9A74-003F34E3F34F}"/>
              </a:ext>
            </a:extLst>
          </p:cNvPr>
          <p:cNvSpPr txBox="1"/>
          <p:nvPr/>
        </p:nvSpPr>
        <p:spPr>
          <a:xfrm>
            <a:off x="4231640" y="3861294"/>
            <a:ext cx="31092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Path = (0,0) -&gt; (0,1) -&gt;(1,1)- &gt;(2,1) -&gt; (2,2) -&gt; (1,2) -&gt;(1,3)-&gt; (1,4)</a:t>
            </a:r>
          </a:p>
        </p:txBody>
      </p:sp>
    </p:spTree>
    <p:extLst>
      <p:ext uri="{BB962C8B-B14F-4D97-AF65-F5344CB8AC3E}">
        <p14:creationId xmlns:p14="http://schemas.microsoft.com/office/powerpoint/2010/main" val="3407935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Quick recap: list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 list is an ordered sequence. In search, it can store a path or a stack.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4983480" cy="2926080"/>
          </a:xfrm>
          <a:prstGeom prst="roundRect">
            <a:avLst>
              <a:gd name="adj" fmla="val 1563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1618488"/>
            <a:ext cx="4654296" cy="2615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path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len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489204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109728" cy="132588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46520" y="1719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Mental model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2084832"/>
            <a:ext cx="457200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A list is like a trail of footprints. Order matters, and the same item can appear more than once.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3246120"/>
            <a:ext cx="489204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3246120"/>
            <a:ext cx="109728" cy="13258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46520" y="3410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Search use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46520" y="3776472"/>
            <a:ext cx="457200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Store a complete path, or use append/pop to make a stack for DFS.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60920" y="512978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</a:rPr>
              <a:t>What does path[-1] mean?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Quick recap: set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 set answers: have I seen this before?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4983480" cy="2926080"/>
          </a:xfrm>
          <a:prstGeom prst="roundRect">
            <a:avLst>
              <a:gd name="adj" fmla="val 1563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1572768"/>
            <a:ext cx="4654296" cy="2615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visited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visited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visited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"skip it"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48920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17920" y="1508760"/>
            <a:ext cx="109728" cy="11430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46520" y="1673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Mental model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2039112"/>
            <a:ext cx="457200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A set is like a stamp collection. Either an item is inside or it is not.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880360"/>
            <a:ext cx="48920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2880360"/>
            <a:ext cx="109728" cy="1143000"/>
          </a:xfrm>
          <a:prstGeom prst="rect">
            <a:avLst/>
          </a:prstGeom>
          <a:solidFill>
            <a:srgbClr val="EB5757"/>
          </a:solidFill>
          <a:ln w="12700">
            <a:solidFill>
              <a:srgbClr val="EB5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46520" y="3044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Why search needs it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46520" y="3410712"/>
            <a:ext cx="457200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Without a visited set, the robot can walk in circles forever.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4251960"/>
            <a:ext cx="48920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17920" y="4251960"/>
            <a:ext cx="109728" cy="114300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44165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Important detail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457200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Sets do not remember useful order. That is fine for visited cells.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Quick recap: dictionary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 dictionary maps one thing to another.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4983480" cy="3017520"/>
          </a:xfrm>
          <a:prstGeom prst="roundRect">
            <a:avLst>
              <a:gd name="adj" fmla="val 1515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1572768"/>
            <a:ext cx="4654296" cy="2706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came_from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{}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came_from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came_from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previous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came_from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48920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17920" y="1508760"/>
            <a:ext cx="109728" cy="10515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46520" y="1673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Mental model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2039112"/>
            <a:ext cx="457200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A dictionary is a lookup table: key -&gt; value.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788920"/>
            <a:ext cx="48920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2788920"/>
            <a:ext cx="109728" cy="123444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46520" y="2953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Search use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46520" y="3319272"/>
            <a:ext cx="457200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For each new cell, remember which cell led to it. Later, walk backward from G to 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47365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2A43"/>
                </a:solidFill>
              </a:rPr>
              <a:t>This is how the AI reconstructs the final path after finding the goal.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Quick recap: functions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 function packages a question we will ask repeatedly.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4983480" cy="3108960"/>
          </a:xfrm>
          <a:prstGeom prst="roundRect">
            <a:avLst>
              <a:gd name="adj" fmla="val 147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1572768"/>
            <a:ext cx="4654296" cy="2798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is_open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cell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cell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"#"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neighbors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cell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return legal next cells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554480"/>
            <a:ext cx="498348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109728" cy="13258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0" y="1719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Why functions matter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2084832"/>
            <a:ext cx="466344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Search repeats the same logic thousands of times. Functions make the logic testable.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3246120"/>
            <a:ext cx="498348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3246120"/>
            <a:ext cx="109728" cy="132588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34107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Test tiny first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776472"/>
            <a:ext cx="466344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Before solving a big maze, test one function on one cell.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72200" y="4983480"/>
            <a:ext cx="1554480" cy="320040"/>
          </a:xfrm>
          <a:prstGeom prst="roundRect">
            <a:avLst>
              <a:gd name="adj" fmla="val 17143"/>
            </a:avLst>
          </a:prstGeom>
          <a:solidFill>
            <a:srgbClr val="27AE60"/>
          </a:solidFill>
          <a:ln>
            <a:solidFill>
              <a:srgbClr val="27AE60"/>
            </a:solidFill>
          </a:ln>
          <a:effectLst>
            <a:outerShdw blurRad="12700" dist="7620" dir="2700000" algn="bl" rotWithShape="0">
              <a:srgbClr val="000000">
                <a:alpha val="8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CHECKPOINT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936992" y="503834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Can neighbors return a wall cell?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Vocabulary: state, action, goal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AI starts by translating a real problem into a precise model.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600200"/>
            <a:ext cx="109728" cy="141732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17647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State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130552"/>
            <a:ext cx="306324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What situation am I in?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Maze example: current cell (row, col).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160020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89120" y="1600200"/>
            <a:ext cx="109728" cy="141732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17720" y="17647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Action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7720" y="2130552"/>
            <a:ext cx="306324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What can I do next?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Maze example: move up, down, left, or right.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60020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46720" y="1600200"/>
            <a:ext cx="109728" cy="14173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75320" y="17647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Goal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75320" y="2130552"/>
            <a:ext cx="306324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What counts as success?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Maze example: current cell equals G.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3840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2A43"/>
                </a:solidFill>
              </a:rPr>
              <a:t>The computer cannot solve “escape the maze” until we define these precisely.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103120" y="4818888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359152" y="470916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Bad model: “go toward the exit”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103120" y="5294376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359152" y="518464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Better model: “from this cell, generate legal neighboring cells”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Vocabulary: graph, node, edge, neighbor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It is just a network of choices.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44168" y="1508760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65376" y="1508760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386584" y="1508760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07792" y="1508760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" y="2029968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44168" y="2029968"/>
            <a:ext cx="502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65376" y="2029968"/>
            <a:ext cx="502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386584" y="2029968"/>
            <a:ext cx="502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907792" y="2029968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2960" y="2551176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344168" y="2551176"/>
            <a:ext cx="502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865376" y="2551176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86584" y="2551176"/>
            <a:ext cx="502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907792" y="2551176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22960" y="3072384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344168" y="3072384"/>
            <a:ext cx="502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865376" y="3072384"/>
            <a:ext cx="502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386584" y="3072384"/>
            <a:ext cx="502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907792" y="3072384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22960" y="3593592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344168" y="3593592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865376" y="3593592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386584" y="3593592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907792" y="3593592"/>
            <a:ext cx="502920" cy="50292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280160" y="4297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2A43"/>
                </a:solidFill>
              </a:rPr>
              <a:t>Maze view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784848" y="1847088"/>
            <a:ext cx="11887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973568" y="1847088"/>
            <a:ext cx="11887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162288" y="1847088"/>
            <a:ext cx="0" cy="118872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973568" y="3035808"/>
            <a:ext cx="11887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784848" y="3035808"/>
            <a:ext cx="11887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784848" y="1847088"/>
            <a:ext cx="0" cy="118872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973568" y="1847088"/>
            <a:ext cx="0" cy="118872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83680" y="1645920"/>
            <a:ext cx="411480" cy="411480"/>
          </a:xfrm>
          <a:prstGeom prst="ellipse">
            <a:avLst/>
          </a:prstGeom>
          <a:solidFill>
            <a:srgbClr val="27AE60"/>
          </a:solidFill>
          <a:ln w="15240">
            <a:solidFill>
              <a:srgbClr val="2F80E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2A43"/>
                </a:solidFill>
              </a:rPr>
              <a:t>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1645920"/>
            <a:ext cx="411480" cy="4114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F80E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2A43"/>
                </a:solidFill>
              </a:rPr>
              <a:t>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961120" y="1645920"/>
            <a:ext cx="411480" cy="4114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F80E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2A43"/>
                </a:solidFill>
              </a:rPr>
              <a:t>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961120" y="2834640"/>
            <a:ext cx="411480" cy="411480"/>
          </a:xfrm>
          <a:prstGeom prst="ellipse">
            <a:avLst/>
          </a:prstGeom>
          <a:solidFill>
            <a:srgbClr val="F2994A"/>
          </a:solidFill>
          <a:ln w="15240">
            <a:solidFill>
              <a:srgbClr val="2F80E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2A43"/>
                </a:solidFill>
              </a:rPr>
              <a:t>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772400" y="2834640"/>
            <a:ext cx="411480" cy="4114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F80E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2A43"/>
                </a:solidFill>
              </a:rPr>
              <a:t>C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583680" y="2834640"/>
            <a:ext cx="411480" cy="4114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F80E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2A43"/>
                </a:solidFill>
              </a:rPr>
              <a:t>D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315200" y="4297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2A43"/>
                </a:solidFill>
              </a:rPr>
              <a:t>Graph view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3611880" y="4800600"/>
            <a:ext cx="48920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611880" y="4800600"/>
            <a:ext cx="109728" cy="91440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840480" y="4965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Translation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3840480" y="5330952"/>
            <a:ext cx="45720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Cell = node. Legal move = edge. Legal next cells = neighbors.</a:t>
            </a:r>
            <a:endParaRPr lang="en-US" sz="1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F7A17751-C9C1-8C30-DA63-D0897A211929}"/>
                  </a:ext>
                </a:extLst>
              </p14:cNvPr>
              <p14:cNvContentPartPr/>
              <p14:nvPr/>
            </p14:nvContentPartPr>
            <p14:xfrm>
              <a:off x="1611280" y="2732880"/>
              <a:ext cx="4320" cy="2034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F7A17751-C9C1-8C30-DA63-D0897A21192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57280" y="2624880"/>
                <a:ext cx="111960" cy="41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7475422F-935B-44B6-883A-A4862F8C4019}"/>
                  </a:ext>
                </a:extLst>
              </p14:cNvPr>
              <p14:cNvContentPartPr/>
              <p14:nvPr/>
            </p14:nvContentPartPr>
            <p14:xfrm>
              <a:off x="1930240" y="2300520"/>
              <a:ext cx="266400" cy="2628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7475422F-935B-44B6-883A-A4862F8C401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876240" y="2192880"/>
                <a:ext cx="37404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A3AD1311-DCC4-AACD-B14F-6C56A35E3A5D}"/>
                  </a:ext>
                </a:extLst>
              </p14:cNvPr>
              <p14:cNvContentPartPr/>
              <p14:nvPr/>
            </p14:nvContentPartPr>
            <p14:xfrm>
              <a:off x="1630360" y="3073080"/>
              <a:ext cx="17640" cy="3751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A3AD1311-DCC4-AACD-B14F-6C56A35E3A5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576720" y="2965440"/>
                <a:ext cx="125280" cy="59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7AA60911-2245-42EC-DA28-51572333FF2B}"/>
                  </a:ext>
                </a:extLst>
              </p14:cNvPr>
              <p14:cNvContentPartPr/>
              <p14:nvPr/>
            </p14:nvContentPartPr>
            <p14:xfrm>
              <a:off x="2204560" y="2290800"/>
              <a:ext cx="358200" cy="36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7AA60911-2245-42EC-DA28-51572333FF2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150560" y="2183160"/>
                <a:ext cx="465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8BA57F48-E1EF-2760-6141-444C3A3A1247}"/>
                  </a:ext>
                </a:extLst>
              </p14:cNvPr>
              <p14:cNvContentPartPr/>
              <p14:nvPr/>
            </p14:nvContentPartPr>
            <p14:xfrm>
              <a:off x="1716760" y="3418680"/>
              <a:ext cx="380160" cy="7128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8BA57F48-E1EF-2760-6141-444C3A3A124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663120" y="3311040"/>
                <a:ext cx="487800" cy="28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2CB03E80-F96C-D68B-A039-D30BBB85A691}"/>
                  </a:ext>
                </a:extLst>
              </p14:cNvPr>
              <p14:cNvContentPartPr/>
              <p14:nvPr/>
            </p14:nvContentPartPr>
            <p14:xfrm>
              <a:off x="2595880" y="2295840"/>
              <a:ext cx="100080" cy="447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2CB03E80-F96C-D68B-A039-D30BBB85A691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541880" y="2188200"/>
                <a:ext cx="207720" cy="66348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C415DFCF-676A-EFA0-CF98-57607A61363F}"/>
              </a:ext>
            </a:extLst>
          </p:cNvPr>
          <p:cNvGrpSpPr/>
          <p:nvPr/>
        </p:nvGrpSpPr>
        <p:grpSpPr>
          <a:xfrm>
            <a:off x="1382680" y="2071920"/>
            <a:ext cx="1482840" cy="1348560"/>
            <a:chOff x="1382680" y="2071920"/>
            <a:chExt cx="1482840" cy="134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4ADC48A-261C-DC99-7AE1-BCF35E58188D}"/>
                    </a:ext>
                  </a:extLst>
                </p14:cNvPr>
                <p14:cNvContentPartPr/>
                <p14:nvPr/>
              </p14:nvContentPartPr>
              <p14:xfrm>
                <a:off x="1555120" y="2458560"/>
                <a:ext cx="91800" cy="240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4ADC48A-261C-DC99-7AE1-BCF35E58188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549000" y="2452440"/>
                  <a:ext cx="1040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47B4372-9F4D-4C89-DFAD-5EDBF33F5315}"/>
                    </a:ext>
                  </a:extLst>
                </p14:cNvPr>
                <p14:cNvContentPartPr/>
                <p14:nvPr/>
              </p14:nvContentPartPr>
              <p14:xfrm>
                <a:off x="1823680" y="2265600"/>
                <a:ext cx="111600" cy="10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47B4372-9F4D-4C89-DFAD-5EDBF33F531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817560" y="2259480"/>
                  <a:ext cx="1238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94CCC90-3863-D718-43FE-602233738DCB}"/>
                    </a:ext>
                  </a:extLst>
                </p14:cNvPr>
                <p14:cNvContentPartPr/>
                <p14:nvPr/>
              </p14:nvContentPartPr>
              <p14:xfrm>
                <a:off x="1889560" y="2204400"/>
                <a:ext cx="110880" cy="156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94CCC90-3863-D718-43FE-602233738DC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883440" y="2198280"/>
                  <a:ext cx="123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B4A7189-AEBD-B332-E501-C4EDBAAFF147}"/>
                    </a:ext>
                  </a:extLst>
                </p14:cNvPr>
                <p14:cNvContentPartPr/>
                <p14:nvPr/>
              </p14:nvContentPartPr>
              <p14:xfrm>
                <a:off x="2431360" y="2641440"/>
                <a:ext cx="434160" cy="427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B4A7189-AEBD-B332-E501-C4EDBAAFF14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425240" y="2635320"/>
                  <a:ext cx="44640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CC738D4-EE22-CEDF-BBD8-FCB8265FCF3C}"/>
                    </a:ext>
                  </a:extLst>
                </p14:cNvPr>
                <p14:cNvContentPartPr/>
                <p14:nvPr/>
              </p14:nvContentPartPr>
              <p14:xfrm>
                <a:off x="1382680" y="3195120"/>
                <a:ext cx="283680" cy="225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CC738D4-EE22-CEDF-BBD8-FCB8265FCF3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76560" y="3189000"/>
                  <a:ext cx="2959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411CDFB-CEF3-105C-E60B-F76E8AD8661F}"/>
                    </a:ext>
                  </a:extLst>
                </p14:cNvPr>
                <p14:cNvContentPartPr/>
                <p14:nvPr/>
              </p14:nvContentPartPr>
              <p14:xfrm>
                <a:off x="1479160" y="2865000"/>
                <a:ext cx="197640" cy="36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411CDFB-CEF3-105C-E60B-F76E8AD8661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73040" y="2858880"/>
                  <a:ext cx="20988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2C38B62-1D66-A974-23CC-626858A24487}"/>
                    </a:ext>
                  </a:extLst>
                </p14:cNvPr>
                <p14:cNvContentPartPr/>
                <p14:nvPr/>
              </p14:nvContentPartPr>
              <p14:xfrm>
                <a:off x="1437400" y="2763480"/>
                <a:ext cx="331920" cy="350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2C38B62-1D66-A974-23CC-626858A2448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431280" y="2757360"/>
                  <a:ext cx="34416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B0C599C-D915-9601-A25B-41C7066713F8}"/>
                    </a:ext>
                  </a:extLst>
                </p14:cNvPr>
                <p14:cNvContentPartPr/>
                <p14:nvPr/>
              </p14:nvContentPartPr>
              <p14:xfrm>
                <a:off x="1388080" y="2071920"/>
                <a:ext cx="1459800" cy="986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B0C599C-D915-9601-A25B-41C7066713F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381960" y="2065800"/>
                  <a:ext cx="1472040" cy="9986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Vocabulary: frontier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The frontier is the waiting list of places discovered but not explored yet.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35024" y="1508760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47088" y="1508760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359152" y="1508760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871216" y="1508760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" y="2020824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35024" y="2020824"/>
            <a:ext cx="493776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47088" y="2020824"/>
            <a:ext cx="493776" cy="493776"/>
          </a:xfrm>
          <a:prstGeom prst="rect">
            <a:avLst/>
          </a:prstGeom>
          <a:solidFill>
            <a:srgbClr val="FFE8CC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359152" y="2020824"/>
            <a:ext cx="493776" cy="493776"/>
          </a:xfrm>
          <a:prstGeom prst="rect">
            <a:avLst/>
          </a:prstGeom>
          <a:solidFill>
            <a:srgbClr val="FFE8CC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871216" y="2020824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2960" y="2532888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335024" y="2532888"/>
            <a:ext cx="493776" cy="493776"/>
          </a:xfrm>
          <a:prstGeom prst="rect">
            <a:avLst/>
          </a:prstGeom>
          <a:solidFill>
            <a:srgbClr val="DBEAFE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847088" y="2532888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59152" y="2532888"/>
            <a:ext cx="493776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71216" y="2532888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22960" y="3044952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335024" y="3044952"/>
            <a:ext cx="493776" cy="493776"/>
          </a:xfrm>
          <a:prstGeom prst="rect">
            <a:avLst/>
          </a:prstGeom>
          <a:solidFill>
            <a:srgbClr val="DBEAFE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847088" y="3044952"/>
            <a:ext cx="493776" cy="493776"/>
          </a:xfrm>
          <a:prstGeom prst="rect">
            <a:avLst/>
          </a:prstGeom>
          <a:solidFill>
            <a:srgbClr val="DBEAFE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359152" y="3044952"/>
            <a:ext cx="493776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871216" y="3044952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22960" y="3557016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335024" y="3557016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847088" y="3557016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359152" y="3557016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871216" y="3557016"/>
            <a:ext cx="493776" cy="493776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005840" y="4297680"/>
            <a:ext cx="228600" cy="228600"/>
          </a:xfrm>
          <a:prstGeom prst="rect">
            <a:avLst/>
          </a:prstGeom>
          <a:solidFill>
            <a:srgbClr val="DBEAFE"/>
          </a:solidFill>
          <a:ln w="1270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371600" y="4279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A43"/>
                </a:solidFill>
              </a:rPr>
              <a:t>visited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43200" y="4297680"/>
            <a:ext cx="228600" cy="228600"/>
          </a:xfrm>
          <a:prstGeom prst="rect">
            <a:avLst/>
          </a:prstGeom>
          <a:solidFill>
            <a:srgbClr val="FFE8CC"/>
          </a:solidFill>
          <a:ln w="1270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108960" y="4279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A43"/>
                </a:solidFill>
              </a:rPr>
              <a:t>frontier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852160" y="1508760"/>
            <a:ext cx="51663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852160" y="1508760"/>
            <a:ext cx="109728" cy="11430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080760" y="1673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Plain English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080760" y="2039112"/>
            <a:ext cx="484632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“I know these cells exist, but I have not checked their neighbors yet.”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852160" y="2971800"/>
            <a:ext cx="51663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852160" y="2971800"/>
            <a:ext cx="109728" cy="114300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080760" y="31363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Key choice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080760" y="3502152"/>
            <a:ext cx="484632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The order we remove items from the frontier creates different search strategies.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852160" y="4663440"/>
            <a:ext cx="1371600" cy="320040"/>
          </a:xfrm>
          <a:prstGeom prst="roundRect">
            <a:avLst>
              <a:gd name="adj" fmla="val 17143"/>
            </a:avLst>
          </a:prstGeom>
          <a:solidFill>
            <a:srgbClr val="27AE60"/>
          </a:solidFill>
          <a:ln>
            <a:solidFill>
              <a:srgbClr val="27AE60"/>
            </a:solidFill>
          </a:ln>
          <a:effectLst>
            <a:outerShdw blurRad="12700" dist="7620" dir="2700000" algn="bl" rotWithShape="0">
              <a:srgbClr val="000000">
                <a:alpha val="8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PREDICT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7406640" y="47183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What happens if the frontier becomes empty?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Stack: last in, first out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 stack behaves like a pile of plates. The newest item comes out first.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88720" y="4343400"/>
            <a:ext cx="3291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02A43"/>
                </a:solidFill>
              </a:rPr>
              <a:t>oldest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88720" y="3904488"/>
            <a:ext cx="3291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88720" y="3465576"/>
            <a:ext cx="3291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3026664"/>
            <a:ext cx="3291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88720" y="2587752"/>
            <a:ext cx="3291840" cy="347472"/>
          </a:xfrm>
          <a:prstGeom prst="roundRect">
            <a:avLst>
              <a:gd name="adj" fmla="val 10526"/>
            </a:avLst>
          </a:prstGeom>
          <a:solidFill>
            <a:srgbClr val="F2994A"/>
          </a:solidFill>
          <a:ln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02A43"/>
                </a:solidFill>
              </a:rPr>
              <a:t>newest item leaves first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0" y="1645920"/>
            <a:ext cx="5074920" cy="2011680"/>
          </a:xfrm>
          <a:prstGeom prst="roundRect">
            <a:avLst>
              <a:gd name="adj" fmla="val 2273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33872" y="1801368"/>
            <a:ext cx="4745736" cy="1700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frontier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push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remove newest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4069080"/>
            <a:ext cx="507492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669280" y="4069080"/>
            <a:ext cx="109728" cy="114300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9788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Search strategy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4599432"/>
            <a:ext cx="475488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Using a stack gives depth-first search: follow one branch deeply before coming back.</a:t>
            </a:r>
            <a:endParaRPr lang="en-US" sz="1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0F7B2B6-1534-BC58-D698-53CE0F7A939C}"/>
                  </a:ext>
                </a:extLst>
              </p14:cNvPr>
              <p14:cNvContentPartPr/>
              <p14:nvPr/>
            </p14:nvContentPartPr>
            <p14:xfrm>
              <a:off x="430080" y="2128280"/>
              <a:ext cx="1375920" cy="36612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0F7B2B6-1534-BC58-D698-53CE0F7A93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3960" y="2122160"/>
                <a:ext cx="1388160" cy="36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1C4EB8A9-5B88-836C-31FE-F1E8F7F223DE}"/>
                  </a:ext>
                </a:extLst>
              </p14:cNvPr>
              <p14:cNvContentPartPr/>
              <p14:nvPr/>
            </p14:nvContentPartPr>
            <p14:xfrm>
              <a:off x="3111000" y="4715960"/>
              <a:ext cx="238320" cy="6080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1C4EB8A9-5B88-836C-31FE-F1E8F7F223D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04880" y="4709840"/>
                <a:ext cx="250560" cy="62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688DED7B-940A-36CE-5846-7A898711A47B}"/>
              </a:ext>
            </a:extLst>
          </p:cNvPr>
          <p:cNvGrpSpPr/>
          <p:nvPr/>
        </p:nvGrpSpPr>
        <p:grpSpPr>
          <a:xfrm>
            <a:off x="4524720" y="4165520"/>
            <a:ext cx="291600" cy="125280"/>
            <a:chOff x="4524720" y="4165520"/>
            <a:chExt cx="291600" cy="12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BBC5CF6-2364-8D28-46C6-1621B7C85361}"/>
                    </a:ext>
                  </a:extLst>
                </p14:cNvPr>
                <p14:cNvContentPartPr/>
                <p14:nvPr/>
              </p14:nvContentPartPr>
              <p14:xfrm>
                <a:off x="4562520" y="4165520"/>
                <a:ext cx="253800" cy="424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BBC5CF6-2364-8D28-46C6-1621B7C8536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56400" y="4159400"/>
                  <a:ext cx="2660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A09FF1E-B56B-B023-4910-4C8F02396F02}"/>
                    </a:ext>
                  </a:extLst>
                </p14:cNvPr>
                <p14:cNvContentPartPr/>
                <p14:nvPr/>
              </p14:nvContentPartPr>
              <p14:xfrm>
                <a:off x="4524720" y="4165520"/>
                <a:ext cx="59760" cy="125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A09FF1E-B56B-B023-4910-4C8F02396F0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518600" y="4159400"/>
                  <a:ext cx="7200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C4C662A-3F8E-C17B-1796-E58415E2470A}"/>
              </a:ext>
            </a:extLst>
          </p:cNvPr>
          <p:cNvGrpSpPr/>
          <p:nvPr/>
        </p:nvGrpSpPr>
        <p:grpSpPr>
          <a:xfrm>
            <a:off x="4474680" y="3616880"/>
            <a:ext cx="317160" cy="214560"/>
            <a:chOff x="4474680" y="3616880"/>
            <a:chExt cx="317160" cy="21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24B5839-FFAE-8127-9045-BCF3D60A6BB0}"/>
                    </a:ext>
                  </a:extLst>
                </p14:cNvPr>
                <p14:cNvContentPartPr/>
                <p14:nvPr/>
              </p14:nvContentPartPr>
              <p14:xfrm>
                <a:off x="4580160" y="3667640"/>
                <a:ext cx="211680" cy="212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24B5839-FFAE-8127-9045-BCF3D60A6BB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574040" y="3661520"/>
                  <a:ext cx="2239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343BBD-99FF-5F28-1465-F9E0F2D723AF}"/>
                    </a:ext>
                  </a:extLst>
                </p14:cNvPr>
                <p14:cNvContentPartPr/>
                <p14:nvPr/>
              </p14:nvContentPartPr>
              <p14:xfrm>
                <a:off x="4474680" y="3616880"/>
                <a:ext cx="258840" cy="214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343BBD-99FF-5F28-1465-F9E0F2D723A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468560" y="3610760"/>
                  <a:ext cx="271080" cy="22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BE61A91-CC4A-7C13-8340-D6796A6391D5}"/>
              </a:ext>
            </a:extLst>
          </p:cNvPr>
          <p:cNvGrpSpPr/>
          <p:nvPr/>
        </p:nvGrpSpPr>
        <p:grpSpPr>
          <a:xfrm>
            <a:off x="4503120" y="3220520"/>
            <a:ext cx="187200" cy="84960"/>
            <a:chOff x="4503120" y="3220520"/>
            <a:chExt cx="187200" cy="8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7BF4DD9-34B3-71AB-7F7A-FDB7EC8E1B9B}"/>
                    </a:ext>
                  </a:extLst>
                </p14:cNvPr>
                <p14:cNvContentPartPr/>
                <p14:nvPr/>
              </p14:nvContentPartPr>
              <p14:xfrm>
                <a:off x="4569360" y="3230600"/>
                <a:ext cx="120960" cy="24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7BF4DD9-34B3-71AB-7F7A-FDB7EC8E1B9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63240" y="3224480"/>
                  <a:ext cx="1332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CBDCC6A-1712-08A6-DB50-B8F9C7CF04B7}"/>
                    </a:ext>
                  </a:extLst>
                </p14:cNvPr>
                <p14:cNvContentPartPr/>
                <p14:nvPr/>
              </p14:nvContentPartPr>
              <p14:xfrm>
                <a:off x="4503120" y="3220520"/>
                <a:ext cx="40680" cy="84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CBDCC6A-1712-08A6-DB50-B8F9C7CF04B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497000" y="3214400"/>
                  <a:ext cx="5292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5D27043-33EE-A920-3C49-7A2AD9C6A0F2}"/>
              </a:ext>
            </a:extLst>
          </p:cNvPr>
          <p:cNvGrpSpPr/>
          <p:nvPr/>
        </p:nvGrpSpPr>
        <p:grpSpPr>
          <a:xfrm>
            <a:off x="4544160" y="2783840"/>
            <a:ext cx="342720" cy="192960"/>
            <a:chOff x="4544160" y="2783840"/>
            <a:chExt cx="342720" cy="19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005AFDE-38FC-BAEE-187C-0732DE7D8C8A}"/>
                    </a:ext>
                  </a:extLst>
                </p14:cNvPr>
                <p14:cNvContentPartPr/>
                <p14:nvPr/>
              </p14:nvContentPartPr>
              <p14:xfrm>
                <a:off x="4771680" y="2864840"/>
                <a:ext cx="115200" cy="147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005AFDE-38FC-BAEE-187C-0732DE7D8C8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765560" y="2858720"/>
                  <a:ext cx="1274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1C57427-9FCF-DEF4-A44F-21582652A998}"/>
                    </a:ext>
                  </a:extLst>
                </p14:cNvPr>
                <p14:cNvContentPartPr/>
                <p14:nvPr/>
              </p14:nvContentPartPr>
              <p14:xfrm>
                <a:off x="4544160" y="2783840"/>
                <a:ext cx="222120" cy="1929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1C57427-9FCF-DEF4-A44F-21582652A99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538040" y="2777720"/>
                  <a:ext cx="23436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E003529-C3D7-6694-A26E-923D4C69C30A}"/>
              </a:ext>
            </a:extLst>
          </p:cNvPr>
          <p:cNvGrpSpPr/>
          <p:nvPr/>
        </p:nvGrpSpPr>
        <p:grpSpPr>
          <a:xfrm>
            <a:off x="1555080" y="74480"/>
            <a:ext cx="2408400" cy="718200"/>
            <a:chOff x="1555080" y="74480"/>
            <a:chExt cx="2408400" cy="71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8415ECD-59FA-050C-EE55-10515495ECD2}"/>
                    </a:ext>
                  </a:extLst>
                </p14:cNvPr>
                <p14:cNvContentPartPr/>
                <p14:nvPr/>
              </p14:nvContentPartPr>
              <p14:xfrm>
                <a:off x="1555080" y="648320"/>
                <a:ext cx="1057680" cy="144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8415ECD-59FA-050C-EE55-10515495ECD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548960" y="642200"/>
                  <a:ext cx="10699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FF997AF-8412-0332-445A-EF89E11546D1}"/>
                    </a:ext>
                  </a:extLst>
                </p14:cNvPr>
                <p14:cNvContentPartPr/>
                <p14:nvPr/>
              </p14:nvContentPartPr>
              <p14:xfrm>
                <a:off x="2425920" y="74480"/>
                <a:ext cx="1537560" cy="626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FF997AF-8412-0332-445A-EF89E11546D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419800" y="68360"/>
                  <a:ext cx="1549800" cy="63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4C7BE4-49D3-8CB7-016B-1A6DFB3B2962}"/>
              </a:ext>
            </a:extLst>
          </p:cNvPr>
          <p:cNvGrpSpPr/>
          <p:nvPr/>
        </p:nvGrpSpPr>
        <p:grpSpPr>
          <a:xfrm>
            <a:off x="4642800" y="204440"/>
            <a:ext cx="1314720" cy="573120"/>
            <a:chOff x="4642800" y="204440"/>
            <a:chExt cx="1314720" cy="57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EA3CD3C-622C-6EB8-C514-0101CA948844}"/>
                    </a:ext>
                  </a:extLst>
                </p14:cNvPr>
                <p14:cNvContentPartPr/>
                <p14:nvPr/>
              </p14:nvContentPartPr>
              <p14:xfrm>
                <a:off x="4642800" y="325040"/>
                <a:ext cx="121680" cy="4525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EA3CD3C-622C-6EB8-C514-0101CA94884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636680" y="318920"/>
                  <a:ext cx="13392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CD16544-5FC1-9D70-8F08-6DEB70F34476}"/>
                    </a:ext>
                  </a:extLst>
                </p14:cNvPr>
                <p14:cNvContentPartPr/>
                <p14:nvPr/>
              </p14:nvContentPartPr>
              <p14:xfrm>
                <a:off x="4968240" y="335120"/>
                <a:ext cx="112680" cy="337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CD16544-5FC1-9D70-8F08-6DEB70F3447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962120" y="329000"/>
                  <a:ext cx="1249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FFC7B52-4D37-CE81-B926-BB73035DCAEC}"/>
                    </a:ext>
                  </a:extLst>
                </p14:cNvPr>
                <p14:cNvContentPartPr/>
                <p14:nvPr/>
              </p14:nvContentPartPr>
              <p14:xfrm>
                <a:off x="5201880" y="274280"/>
                <a:ext cx="219600" cy="501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FFC7B52-4D37-CE81-B926-BB73035DCAE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195760" y="268160"/>
                  <a:ext cx="231840" cy="51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710A5D3-6A6A-313C-3608-323187A5705C}"/>
                    </a:ext>
                  </a:extLst>
                </p14:cNvPr>
                <p14:cNvContentPartPr/>
                <p14:nvPr/>
              </p14:nvContentPartPr>
              <p14:xfrm>
                <a:off x="5181360" y="263480"/>
                <a:ext cx="173520" cy="21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710A5D3-6A6A-313C-3608-323187A5705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175240" y="257360"/>
                  <a:ext cx="1857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162479D-2C3D-7D5E-4C5A-807AC5B7CAAC}"/>
                    </a:ext>
                  </a:extLst>
                </p14:cNvPr>
                <p14:cNvContentPartPr/>
                <p14:nvPr/>
              </p14:nvContentPartPr>
              <p14:xfrm>
                <a:off x="5252640" y="204440"/>
                <a:ext cx="704880" cy="440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162479D-2C3D-7D5E-4C5A-807AC5B7CAA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246520" y="198320"/>
                  <a:ext cx="717120" cy="4525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Queue: first in, first out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 queue behaves like a line at a cafe. The oldest item comes out first.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658368" cy="658368"/>
          </a:xfrm>
          <a:prstGeom prst="roundRect">
            <a:avLst>
              <a:gd name="adj" fmla="val 9722"/>
            </a:avLst>
          </a:prstGeom>
          <a:solidFill>
            <a:srgbClr val="27AE60"/>
          </a:solidFill>
          <a:ln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856232" y="2331720"/>
            <a:ext cx="65836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60904" y="2331720"/>
            <a:ext cx="65836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</a:rPr>
              <a:t>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65576" y="2331720"/>
            <a:ext cx="65836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</a:rPr>
              <a:t>4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70248" y="2331720"/>
            <a:ext cx="65836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</a:rPr>
              <a:t>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" y="3337560"/>
            <a:ext cx="4114800" cy="0"/>
          </a:xfrm>
          <a:prstGeom prst="line">
            <a:avLst/>
          </a:prstGeom>
          <a:noFill/>
          <a:ln w="25400">
            <a:solidFill>
              <a:srgbClr val="27AE6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oldest leaves first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0" y="1645920"/>
            <a:ext cx="5074920" cy="2148840"/>
          </a:xfrm>
          <a:prstGeom prst="roundRect">
            <a:avLst>
              <a:gd name="adj" fmla="val 2128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833872" y="1801368"/>
            <a:ext cx="4745736" cy="1837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collections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deque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frontier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deque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popleft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remove oldest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next_cell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0" y="4160520"/>
            <a:ext cx="50749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669280" y="4160520"/>
            <a:ext cx="109728" cy="10515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897880" y="4325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Search strategy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897880" y="4690872"/>
            <a:ext cx="47548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Using a queue gives breadth-first search: explore by distance from the start.</a:t>
            </a:r>
            <a:endParaRPr lang="en-US" sz="12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090128C-0FAC-D49F-B266-65DCEC30F9C3}"/>
              </a:ext>
            </a:extLst>
          </p:cNvPr>
          <p:cNvGrpSpPr/>
          <p:nvPr/>
        </p:nvGrpSpPr>
        <p:grpSpPr>
          <a:xfrm>
            <a:off x="963600" y="1991120"/>
            <a:ext cx="3475440" cy="375480"/>
            <a:chOff x="963600" y="1991120"/>
            <a:chExt cx="3475440" cy="37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4DCDCE7-45F9-23E0-53F6-3036B7FCA865}"/>
                    </a:ext>
                  </a:extLst>
                </p14:cNvPr>
                <p14:cNvContentPartPr/>
                <p14:nvPr/>
              </p14:nvContentPartPr>
              <p14:xfrm>
                <a:off x="1340880" y="2001200"/>
                <a:ext cx="2710440" cy="1454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4DCDCE7-45F9-23E0-53F6-3036B7FCA86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334760" y="1995080"/>
                  <a:ext cx="27226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9AF2FA2-47EF-8D55-235B-61AD68EBE920}"/>
                    </a:ext>
                  </a:extLst>
                </p14:cNvPr>
                <p14:cNvContentPartPr/>
                <p14:nvPr/>
              </p14:nvContentPartPr>
              <p14:xfrm>
                <a:off x="4074000" y="2060600"/>
                <a:ext cx="365040" cy="1656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9AF2FA2-47EF-8D55-235B-61AD68EBE92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067880" y="2054480"/>
                  <a:ext cx="3772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EE3B755-42A5-66E3-5048-D64D0ECAB693}"/>
                    </a:ext>
                  </a:extLst>
                </p14:cNvPr>
                <p14:cNvContentPartPr/>
                <p14:nvPr/>
              </p14:nvContentPartPr>
              <p14:xfrm>
                <a:off x="963600" y="1991120"/>
                <a:ext cx="424800" cy="375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EE3B755-42A5-66E3-5048-D64D0ECAB69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57480" y="1985000"/>
                  <a:ext cx="437040" cy="38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7D34D46E-1464-6F54-9961-F26C66A4EE2B}"/>
                  </a:ext>
                </a:extLst>
              </p14:cNvPr>
              <p14:cNvContentPartPr/>
              <p14:nvPr/>
            </p14:nvContentPartPr>
            <p14:xfrm>
              <a:off x="1686480" y="814640"/>
              <a:ext cx="2067480" cy="594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7D34D46E-1464-6F54-9961-F26C66A4EE2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680360" y="808520"/>
                <a:ext cx="2079720" cy="716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DFS: depth-first search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DFS uses a stack: newest discovered, first explored.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4892040" cy="3337560"/>
          </a:xfrm>
          <a:prstGeom prst="roundRect">
            <a:avLst>
              <a:gd name="adj" fmla="val 246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1645920"/>
            <a:ext cx="109728" cy="33375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1560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Intuition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76272"/>
            <a:ext cx="4572000" cy="2679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Pick a path and keep going until stuck. Then backtrack and try another branch.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1645920"/>
            <a:ext cx="4892040" cy="3337560"/>
          </a:xfrm>
          <a:prstGeom prst="roundRect">
            <a:avLst>
              <a:gd name="adj" fmla="val 246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46520" y="1645920"/>
            <a:ext cx="109728" cy="333756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75120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Strengths and risks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176272"/>
            <a:ext cx="4572000" cy="2679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Often simple and fast to code. But it may wander far away and does not guarantee the shortest path.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20440" y="5404104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</a:rPr>
              <a:t>Would DFS be good in a maze with many long dead ends?</a:t>
            </a:r>
            <a:endParaRPr lang="en-US" sz="1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95FE340-1CBD-65B7-2A0D-725713A1EB97}"/>
                  </a:ext>
                </a:extLst>
              </p14:cNvPr>
              <p14:cNvContentPartPr/>
              <p14:nvPr/>
            </p14:nvContentPartPr>
            <p14:xfrm>
              <a:off x="1230360" y="1127480"/>
              <a:ext cx="576360" cy="1029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95FE340-1CBD-65B7-2A0D-725713A1EB9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24240" y="1121360"/>
                <a:ext cx="588600" cy="115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BFS: breadth-first search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BFS uses a queue: oldest discovered, first explored.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4892040" cy="3337560"/>
          </a:xfrm>
          <a:prstGeom prst="roundRect">
            <a:avLst>
              <a:gd name="adj" fmla="val 246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1645920"/>
            <a:ext cx="109728" cy="33375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1560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Intuition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76272"/>
            <a:ext cx="4572000" cy="2679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Explore all cells 1 step away, then all cells 2 steps away, then all cells 3 steps away.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1645920"/>
            <a:ext cx="4892040" cy="3337560"/>
          </a:xfrm>
          <a:prstGeom prst="roundRect">
            <a:avLst>
              <a:gd name="adj" fmla="val 246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46520" y="1645920"/>
            <a:ext cx="109728" cy="333756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75120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Strengths and risks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176272"/>
            <a:ext cx="4572000" cy="2679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Finds a shortest path when all moves cost the same. But it can use lots of memory.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0" y="5349240"/>
            <a:ext cx="1280160" cy="320040"/>
          </a:xfrm>
          <a:prstGeom prst="roundRect">
            <a:avLst>
              <a:gd name="adj" fmla="val 17143"/>
            </a:avLst>
          </a:prstGeom>
          <a:solidFill>
            <a:srgbClr val="27AE60"/>
          </a:solidFill>
          <a:ln>
            <a:solidFill>
              <a:srgbClr val="27AE60"/>
            </a:solidFill>
          </a:ln>
          <a:effectLst>
            <a:outerShdw blurRad="12700" dist="7620" dir="2700000" algn="bl" rotWithShape="0">
              <a:srgbClr val="000000">
                <a:alpha val="8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PREDICT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703320" y="540410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</a:rPr>
              <a:t>Which strategy explores more evenly: BFS or DFS?</a:t>
            </a:r>
            <a:endParaRPr lang="en-US" sz="1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73AC311-DF4E-745F-A270-F59266B24300}"/>
                  </a:ext>
                </a:extLst>
              </p14:cNvPr>
              <p14:cNvContentPartPr/>
              <p14:nvPr/>
            </p14:nvContentPartPr>
            <p14:xfrm>
              <a:off x="499920" y="1117400"/>
              <a:ext cx="150480" cy="954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73AC311-DF4E-745F-A270-F59266B2430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3800" y="1111280"/>
                <a:ext cx="162720" cy="1076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 vs queue: one line changes the behavior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The frontier order creates the algorithm.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463040"/>
            <a:ext cx="5120640" cy="1920240"/>
          </a:xfrm>
          <a:prstGeom prst="roundRect">
            <a:avLst>
              <a:gd name="adj" fmla="val 238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1618488"/>
            <a:ext cx="4791456" cy="1609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# DFS: stack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frontier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newest first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120640" cy="1920240"/>
          </a:xfrm>
          <a:prstGeom prst="roundRect">
            <a:avLst>
              <a:gd name="adj" fmla="val 238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28232" y="1618488"/>
            <a:ext cx="4791456" cy="1609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# BFS: queue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frontier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deque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popleft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oldest first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393192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2A43"/>
                </a:solidFill>
              </a:rPr>
              <a:t>Same problem. Same neighbors. Same visited set. Different frontier rule.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931920" y="4946904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2A43"/>
                </a:solidFill>
              </a:rPr>
              <a:t>Which line of code makes BFS different from DFS?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code: represent the maze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417320"/>
            <a:ext cx="5303520" cy="3657600"/>
          </a:xfrm>
          <a:prstGeom prst="roundRect">
            <a:avLst>
              <a:gd name="adj" fmla="val 125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1572768"/>
            <a:ext cx="4974336" cy="3346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"#####"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"#S..#"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"#.#G#"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"#...#"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"#####"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row, column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86600" y="150876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589520" y="150876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092440" y="150876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595360" y="150876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098280" y="150876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086600" y="201168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589520" y="201168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92440" y="201168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595360" y="201168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098280" y="201168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086600" y="251460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589520" y="251460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092440" y="251460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595360" y="251460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98280" y="251460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086600" y="301752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589520" y="301752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092440" y="301752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595360" y="301752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098280" y="301752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086600" y="352044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589520" y="352044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092440" y="352044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595360" y="352044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098280" y="352044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492240" y="4892040"/>
            <a:ext cx="429768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92240" y="4892040"/>
            <a:ext cx="109728" cy="86868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720840" y="50566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Convention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20840" y="5422392"/>
            <a:ext cx="397764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maze[row][col] reads one character from the grid.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code: find start and goal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Before searching, the agent must know where it begins and where success is.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417320"/>
            <a:ext cx="5486400" cy="4114800"/>
          </a:xfrm>
          <a:prstGeom prst="roundRect">
            <a:avLst>
              <a:gd name="adj" fmla="val 111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1572768"/>
            <a:ext cx="5157216" cy="3803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find_symbol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symbol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row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range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range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symbol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find_symbol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"S"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find_symbol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"G"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12280" y="1938528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68312" y="1828800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Nested loops scan every row and column.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12280" y="2414016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068312" y="2304288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Return a coordinate pair when the symbol is found.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12280" y="2889504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068312" y="277977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If symbol is missing, return None.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12280" y="4572000"/>
            <a:ext cx="1005840" cy="320040"/>
          </a:xfrm>
          <a:prstGeom prst="roundRect">
            <a:avLst>
              <a:gd name="adj" fmla="val 17143"/>
            </a:avLst>
          </a:prstGeom>
          <a:solidFill>
            <a:srgbClr val="27AE60"/>
          </a:solidFill>
          <a:ln>
            <a:solidFill>
              <a:srgbClr val="27AE60"/>
            </a:solidFill>
          </a:ln>
          <a:effectLst>
            <a:outerShdw blurRad="12700" dist="7620" dir="2700000" algn="bl" rotWithShape="0">
              <a:srgbClr val="000000">
                <a:alpha val="8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CHECK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909560" y="462686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What should happen if there is no G?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code: legal neighbors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The robot needs a function that returns possible next states.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85800" y="1325880"/>
            <a:ext cx="5669280" cy="4480560"/>
          </a:xfrm>
          <a:prstGeom prst="roundRect">
            <a:avLst>
              <a:gd name="adj" fmla="val 102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481328"/>
            <a:ext cx="5340096" cy="4169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neighbors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cell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cell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candidates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candidates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"#"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0" y="150876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845552" y="150876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375904" y="150876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906256" y="150876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436608" y="150876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0" y="2039112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45552" y="2039112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75904" y="2039112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06256" y="2039112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436608" y="2039112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315200" y="2569464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845552" y="2569464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375904" y="2569464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906256" y="2569464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436608" y="2569464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15200" y="3099816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845552" y="3099816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375904" y="3099816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906256" y="3099816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436608" y="3099816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315200" y="363016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845552" y="363016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375904" y="363016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906256" y="363016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436608" y="363016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858000" y="4709160"/>
            <a:ext cx="434340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858000" y="4709160"/>
            <a:ext cx="109728" cy="86868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086600" y="48737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Mini challenge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86600" y="5239512"/>
            <a:ext cx="402336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For start = (1,1), which neighbors are legal?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search loop in plain English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This is the heart of the maze-solving AI.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508760"/>
            <a:ext cx="502920" cy="50292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655064"/>
            <a:ext cx="502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00200" y="15544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</a:rPr>
              <a:t>Put start in frontier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17720" y="1508760"/>
            <a:ext cx="502920" cy="50292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17720" y="1655064"/>
            <a:ext cx="502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15544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</a:rPr>
              <a:t>Remove one cell from frontier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321040" y="1508760"/>
            <a:ext cx="502920" cy="50292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1655064"/>
            <a:ext cx="502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006840" y="15544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</a:rPr>
              <a:t>If it is goal, stop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3154680"/>
            <a:ext cx="502920" cy="50292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3300984"/>
            <a:ext cx="502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00200" y="32004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</a:rPr>
              <a:t>Add legal unvisited neighbors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17720" y="3154680"/>
            <a:ext cx="502920" cy="50292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17720" y="3300984"/>
            <a:ext cx="502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03520" y="32004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</a:rPr>
              <a:t>Repeat until success or no frontier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05840" y="5212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2A43"/>
                </a:solidFill>
              </a:rPr>
              <a:t>The only difference between DFS and BFS is how step 2 chooses the next cell.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DFS code skeleton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85800" y="1325880"/>
            <a:ext cx="6217920" cy="4754880"/>
          </a:xfrm>
          <a:prstGeom prst="roundRect">
            <a:avLst>
              <a:gd name="adj" fmla="val 962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481328"/>
            <a:ext cx="5888736" cy="44439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dfs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goal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frontier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visited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came_from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goal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reconstruct_path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came_from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goal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nxt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neighbors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current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nxt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visited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visited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nxt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came_from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nxt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current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nxt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06640" y="1847088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62672" y="173736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frontier is a stack.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06640" y="2322576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62672" y="221284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visited prevents loops.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06640" y="2798064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662672" y="26883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came_from saves the trail.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406640" y="3273552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62672" y="316382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return None means no solution.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BFS code skeleton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Same logic, different frontier behavior.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6355080" cy="4983480"/>
          </a:xfrm>
          <a:prstGeom prst="roundRect">
            <a:avLst>
              <a:gd name="adj" fmla="val 91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389888"/>
            <a:ext cx="6025896" cy="4672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collections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deque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bfs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goal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frontier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deque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visited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came_from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popleft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goal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reconstruct_path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came_from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goal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nxt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neighbors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maze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current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nxt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visited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visited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nxt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came_from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nxt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current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frontier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nxt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0" y="2029968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54112" y="192024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frontier is a queue.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0" y="2505456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54112" y="239572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popleft means oldest first.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98080" y="2980944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54112" y="2871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</a:rPr>
              <a:t>BFS finds shortest paths if each move costs 1.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 before running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53312" y="141732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83664" y="141732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14016" y="141732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44368" y="141732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74720" y="141732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005072" y="1417320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" y="1947672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53312" y="1947672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883664" y="1947672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414016" y="1947672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944368" y="1947672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474720" y="1947672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005072" y="1947672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2960" y="2478024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353312" y="2478024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883664" y="2478024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414016" y="2478024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944368" y="2478024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74720" y="2478024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005072" y="2478024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22960" y="3008376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353312" y="3008376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883664" y="3008376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414016" y="3008376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944368" y="3008376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474720" y="3008376"/>
            <a:ext cx="512064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005072" y="3008376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22960" y="353872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353312" y="353872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883664" y="353872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414016" y="353872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944368" y="353872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474720" y="353872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005072" y="3538728"/>
            <a:ext cx="512064" cy="512064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852160" y="1508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02A43"/>
                </a:solidFill>
              </a:rPr>
              <a:t>Answer these before running:</a:t>
            </a:r>
            <a:endParaRPr lang="en-US" sz="1900" dirty="0"/>
          </a:p>
        </p:txBody>
      </p:sp>
      <p:sp>
        <p:nvSpPr>
          <p:cNvPr id="42" name="Shape 40"/>
          <p:cNvSpPr/>
          <p:nvPr/>
        </p:nvSpPr>
        <p:spPr>
          <a:xfrm>
            <a:off x="5989320" y="2121408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245352" y="20116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Which strategy will find the shortest path?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989320" y="2596896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245352" y="2487168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Which strategy will explore fewer cells?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989320" y="3072384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245352" y="2962656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Can either strategy fail to terminate?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989320" y="3547872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245352" y="3438144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What would make the result different?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5989320" y="4892040"/>
            <a:ext cx="1920240" cy="320040"/>
          </a:xfrm>
          <a:prstGeom prst="roundRect">
            <a:avLst>
              <a:gd name="adj" fmla="val 17143"/>
            </a:avLst>
          </a:prstGeom>
          <a:solidFill>
            <a:srgbClr val="EB5757"/>
          </a:solidFill>
          <a:ln>
            <a:solidFill>
              <a:srgbClr val="EB5757"/>
            </a:solidFill>
          </a:ln>
          <a:effectLst>
            <a:outerShdw blurRad="12700" dist="7620" dir="2700000" algn="bl" rotWithShape="0">
              <a:srgbClr val="000000">
                <a:alpha val="8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DO NOT RUN YET</a:t>
            </a:r>
            <a:endParaRPr lang="en-US" sz="850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629E4940-13D3-9206-3305-CFD9FBF59E84}"/>
              </a:ext>
            </a:extLst>
          </p:cNvPr>
          <p:cNvGrpSpPr/>
          <p:nvPr/>
        </p:nvGrpSpPr>
        <p:grpSpPr>
          <a:xfrm>
            <a:off x="4698280" y="1706880"/>
            <a:ext cx="712080" cy="280800"/>
            <a:chOff x="4698280" y="1706880"/>
            <a:chExt cx="712080" cy="28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9764C31-7DF4-2357-524B-1B3FDC4251D7}"/>
                    </a:ext>
                  </a:extLst>
                </p14:cNvPr>
                <p14:cNvContentPartPr/>
                <p14:nvPr/>
              </p14:nvContentPartPr>
              <p14:xfrm>
                <a:off x="4698280" y="1757640"/>
                <a:ext cx="181080" cy="197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9764C31-7DF4-2357-524B-1B3FDC4251D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692160" y="1751520"/>
                  <a:ext cx="1933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23B5D92-8943-2B91-2BD9-C6BC77A322FC}"/>
                    </a:ext>
                  </a:extLst>
                </p14:cNvPr>
                <p14:cNvContentPartPr/>
                <p14:nvPr/>
              </p14:nvContentPartPr>
              <p14:xfrm>
                <a:off x="5024080" y="1706880"/>
                <a:ext cx="70560" cy="280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23B5D92-8943-2B91-2BD9-C6BC77A322F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017960" y="1700760"/>
                  <a:ext cx="8280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8D238D6-28D5-A6B8-C322-E344C804FDB6}"/>
                    </a:ext>
                  </a:extLst>
                </p14:cNvPr>
                <p14:cNvContentPartPr/>
                <p14:nvPr/>
              </p14:nvContentPartPr>
              <p14:xfrm>
                <a:off x="5032360" y="1756920"/>
                <a:ext cx="108720" cy="31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8D238D6-28D5-A6B8-C322-E344C804FDB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026240" y="1750800"/>
                  <a:ext cx="120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58D0519-F22C-42B8-D1F9-B9418E028B31}"/>
                    </a:ext>
                  </a:extLst>
                </p14:cNvPr>
                <p14:cNvContentPartPr/>
                <p14:nvPr/>
              </p14:nvContentPartPr>
              <p14:xfrm>
                <a:off x="5107960" y="1833600"/>
                <a:ext cx="45720" cy="5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58D0519-F22C-42B8-D1F9-B9418E028B3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101840" y="1827480"/>
                  <a:ext cx="579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5C2C480-B14A-C322-398E-2C092CEE7FE3}"/>
                    </a:ext>
                  </a:extLst>
                </p14:cNvPr>
                <p14:cNvContentPartPr/>
                <p14:nvPr/>
              </p14:nvContentPartPr>
              <p14:xfrm>
                <a:off x="5197960" y="1726680"/>
                <a:ext cx="212400" cy="172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5C2C480-B14A-C322-398E-2C092CEE7FE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191840" y="1720560"/>
                  <a:ext cx="22464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BEEF7AE-3166-6870-5F7C-767A59864676}"/>
              </a:ext>
            </a:extLst>
          </p:cNvPr>
          <p:cNvGrpSpPr/>
          <p:nvPr/>
        </p:nvGrpSpPr>
        <p:grpSpPr>
          <a:xfrm>
            <a:off x="4495240" y="2444160"/>
            <a:ext cx="844200" cy="350640"/>
            <a:chOff x="4495240" y="2444160"/>
            <a:chExt cx="84420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B653B8C-06EF-5658-560F-ABDC7CA502A9}"/>
                    </a:ext>
                  </a:extLst>
                </p14:cNvPr>
                <p14:cNvContentPartPr/>
                <p14:nvPr/>
              </p14:nvContentPartPr>
              <p14:xfrm>
                <a:off x="4495240" y="2444160"/>
                <a:ext cx="368280" cy="350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B653B8C-06EF-5658-560F-ABDC7CA502A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489120" y="2438040"/>
                  <a:ext cx="38052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F9876F6-094A-8230-39BB-5B0C869AA673}"/>
                    </a:ext>
                  </a:extLst>
                </p14:cNvPr>
                <p14:cNvContentPartPr/>
                <p14:nvPr/>
              </p14:nvContentPartPr>
              <p14:xfrm>
                <a:off x="4952440" y="2519400"/>
                <a:ext cx="41400" cy="229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F9876F6-094A-8230-39BB-5B0C869AA67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946320" y="2513280"/>
                  <a:ext cx="536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F103172-403D-531F-35CA-6A31A2341A49}"/>
                    </a:ext>
                  </a:extLst>
                </p14:cNvPr>
                <p14:cNvContentPartPr/>
                <p14:nvPr/>
              </p14:nvContentPartPr>
              <p14:xfrm>
                <a:off x="4983400" y="2483400"/>
                <a:ext cx="132120" cy="11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F103172-403D-531F-35CA-6A31A2341A4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977280" y="2477280"/>
                  <a:ext cx="1443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CCEDBC5-1831-8657-7233-B3EBCB3955CE}"/>
                    </a:ext>
                  </a:extLst>
                </p14:cNvPr>
                <p14:cNvContentPartPr/>
                <p14:nvPr/>
              </p14:nvContentPartPr>
              <p14:xfrm>
                <a:off x="4998520" y="2615880"/>
                <a:ext cx="64440" cy="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CCEDBC5-1831-8657-7233-B3EBCB3955C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992400" y="2609760"/>
                  <a:ext cx="76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213938A-DD1B-4AF7-D645-9EE80982B7E4}"/>
                    </a:ext>
                  </a:extLst>
                </p14:cNvPr>
                <p14:cNvContentPartPr/>
                <p14:nvPr/>
              </p14:nvContentPartPr>
              <p14:xfrm>
                <a:off x="5212000" y="2494200"/>
                <a:ext cx="127440" cy="187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213938A-DD1B-4AF7-D645-9EE80982B7E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205880" y="2488080"/>
                  <a:ext cx="139680" cy="200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B194F38B-E5B5-886C-A818-0DB2AC5E8971}"/>
                  </a:ext>
                </a:extLst>
              </p14:cNvPr>
              <p14:cNvContentPartPr/>
              <p14:nvPr/>
            </p14:nvContentPartPr>
            <p14:xfrm>
              <a:off x="6394370" y="2297630"/>
              <a:ext cx="2754360" cy="97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B194F38B-E5B5-886C-A818-0DB2AC5E8971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6388250" y="2291510"/>
                <a:ext cx="276660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A7BC992C-466E-CC5B-57BA-4EA1E67B552C}"/>
                  </a:ext>
                </a:extLst>
              </p14:cNvPr>
              <p14:cNvContentPartPr/>
              <p14:nvPr/>
            </p14:nvContentPartPr>
            <p14:xfrm>
              <a:off x="7225970" y="2914310"/>
              <a:ext cx="1721880" cy="7704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A7BC992C-466E-CC5B-57BA-4EA1E67B552C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7219850" y="2908190"/>
                <a:ext cx="173412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1A65848A-F2CD-17CB-BAF6-61620141179F}"/>
                  </a:ext>
                </a:extLst>
              </p14:cNvPr>
              <p14:cNvContentPartPr/>
              <p14:nvPr/>
            </p14:nvContentPartPr>
            <p14:xfrm>
              <a:off x="5033280" y="3040640"/>
              <a:ext cx="201240" cy="4172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1A65848A-F2CD-17CB-BAF6-61620141179F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5027160" y="3034520"/>
                <a:ext cx="21348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9EDF1AB3-78DE-B827-E6AB-24EFD9C814FD}"/>
                  </a:ext>
                </a:extLst>
              </p14:cNvPr>
              <p14:cNvContentPartPr/>
              <p14:nvPr/>
            </p14:nvContentPartPr>
            <p14:xfrm>
              <a:off x="4596960" y="1442240"/>
              <a:ext cx="1022760" cy="6879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9EDF1AB3-78DE-B827-E6AB-24EFD9C814FD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4590840" y="1436120"/>
                <a:ext cx="1035000" cy="70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F884E6A0-47CC-82E3-708F-490CB79B4B9E}"/>
                  </a:ext>
                </a:extLst>
              </p14:cNvPr>
              <p14:cNvContentPartPr/>
              <p14:nvPr/>
            </p14:nvContentPartPr>
            <p14:xfrm>
              <a:off x="4770120" y="2128400"/>
              <a:ext cx="147960" cy="23328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F884E6A0-47CC-82E3-708F-490CB79B4B9E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4764000" y="2122280"/>
                <a:ext cx="160200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B4F7E99-84F3-2E98-C296-86F75719B635}"/>
                  </a:ext>
                </a:extLst>
              </p14:cNvPr>
              <p14:cNvContentPartPr/>
              <p14:nvPr/>
            </p14:nvContentPartPr>
            <p14:xfrm>
              <a:off x="5481120" y="1486880"/>
              <a:ext cx="32760" cy="173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B4F7E99-84F3-2E98-C296-86F75719B635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5475000" y="1480760"/>
                <a:ext cx="4500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AD4D519A-D9E1-0C89-AB1D-85FC2DD8D873}"/>
                  </a:ext>
                </a:extLst>
              </p14:cNvPr>
              <p14:cNvContentPartPr/>
              <p14:nvPr/>
            </p14:nvContentPartPr>
            <p14:xfrm>
              <a:off x="1410600" y="2066120"/>
              <a:ext cx="480240" cy="36864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AD4D519A-D9E1-0C89-AB1D-85FC2DD8D873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1404480" y="2060000"/>
                <a:ext cx="492480" cy="38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D83FC8C2-6D95-3D71-E8F3-9D9064B58E2A}"/>
              </a:ext>
            </a:extLst>
          </p:cNvPr>
          <p:cNvGrpSpPr/>
          <p:nvPr/>
        </p:nvGrpSpPr>
        <p:grpSpPr>
          <a:xfrm>
            <a:off x="1879320" y="2148560"/>
            <a:ext cx="855720" cy="573120"/>
            <a:chOff x="1879320" y="2148560"/>
            <a:chExt cx="85572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4E24E69-4C5D-7BEF-2D95-45A02EC39EBA}"/>
                    </a:ext>
                  </a:extLst>
                </p14:cNvPr>
                <p14:cNvContentPartPr/>
                <p14:nvPr/>
              </p14:nvContentPartPr>
              <p14:xfrm>
                <a:off x="1879320" y="2204720"/>
                <a:ext cx="277560" cy="5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4E24E69-4C5D-7BEF-2D95-45A02EC39EB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873200" y="2198600"/>
                  <a:ext cx="2898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2966DCA-896A-31D4-C118-46BF221234EF}"/>
                    </a:ext>
                  </a:extLst>
                </p14:cNvPr>
                <p14:cNvContentPartPr/>
                <p14:nvPr/>
              </p14:nvContentPartPr>
              <p14:xfrm>
                <a:off x="2077680" y="2169080"/>
                <a:ext cx="114120" cy="1155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2966DCA-896A-31D4-C118-46BF221234E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071560" y="2162960"/>
                  <a:ext cx="1263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64AAF50-8D8C-F097-2A11-7A00FDDC424E}"/>
                    </a:ext>
                  </a:extLst>
                </p14:cNvPr>
                <p14:cNvContentPartPr/>
                <p14:nvPr/>
              </p14:nvContentPartPr>
              <p14:xfrm>
                <a:off x="2184240" y="2199680"/>
                <a:ext cx="396000" cy="32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64AAF50-8D8C-F097-2A11-7A00FDDC424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178120" y="2193560"/>
                  <a:ext cx="4082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C7B8C4A-89F2-5D53-BBB9-729C52AB9A64}"/>
                    </a:ext>
                  </a:extLst>
                </p14:cNvPr>
                <p14:cNvContentPartPr/>
                <p14:nvPr/>
              </p14:nvContentPartPr>
              <p14:xfrm>
                <a:off x="2529840" y="2148560"/>
                <a:ext cx="182520" cy="140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C7B8C4A-89F2-5D53-BBB9-729C52AB9A6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523720" y="2142440"/>
                  <a:ext cx="1947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0B5504D-3766-F6D5-A3A4-3FEC59D2C6AD}"/>
                    </a:ext>
                  </a:extLst>
                </p14:cNvPr>
                <p14:cNvContentPartPr/>
                <p14:nvPr/>
              </p14:nvContentPartPr>
              <p14:xfrm>
                <a:off x="2587080" y="2270600"/>
                <a:ext cx="147960" cy="4510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0B5504D-3766-F6D5-A3A4-3FEC59D2C6A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580960" y="2264480"/>
                  <a:ext cx="160200" cy="46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8238A86A-AFF3-F013-ADED-824218771766}"/>
                  </a:ext>
                </a:extLst>
              </p14:cNvPr>
              <p14:cNvContentPartPr/>
              <p14:nvPr/>
            </p14:nvContentPartPr>
            <p14:xfrm>
              <a:off x="2618400" y="2747960"/>
              <a:ext cx="74880" cy="46512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8238A86A-AFF3-F013-ADED-824218771766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2612280" y="2741840"/>
                <a:ext cx="87120" cy="47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6739D32-F6D3-7ECF-C898-A0C657E83068}"/>
              </a:ext>
            </a:extLst>
          </p:cNvPr>
          <p:cNvGrpSpPr/>
          <p:nvPr/>
        </p:nvGrpSpPr>
        <p:grpSpPr>
          <a:xfrm>
            <a:off x="2682120" y="2585600"/>
            <a:ext cx="1275840" cy="785880"/>
            <a:chOff x="2682120" y="2585600"/>
            <a:chExt cx="1275840" cy="78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181EF2B-A85C-B51F-60D9-3F5C45AFCE80}"/>
                    </a:ext>
                  </a:extLst>
                </p14:cNvPr>
                <p14:cNvContentPartPr/>
                <p14:nvPr/>
              </p14:nvContentPartPr>
              <p14:xfrm>
                <a:off x="2682120" y="3225680"/>
                <a:ext cx="470520" cy="302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181EF2B-A85C-B51F-60D9-3F5C45AFCE8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676000" y="3219560"/>
                  <a:ext cx="4827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9899958-F707-A614-C2A9-D88F84ADCBDA}"/>
                    </a:ext>
                  </a:extLst>
                </p14:cNvPr>
                <p14:cNvContentPartPr/>
                <p14:nvPr/>
              </p14:nvContentPartPr>
              <p14:xfrm>
                <a:off x="3098640" y="3179960"/>
                <a:ext cx="129960" cy="1508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9899958-F707-A614-C2A9-D88F84ADCBD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092520" y="3173840"/>
                  <a:ext cx="1422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C495156-02D5-02A7-F724-E89DACBC730F}"/>
                    </a:ext>
                  </a:extLst>
                </p14:cNvPr>
                <p14:cNvContentPartPr/>
                <p14:nvPr/>
              </p14:nvContentPartPr>
              <p14:xfrm>
                <a:off x="3245880" y="3250880"/>
                <a:ext cx="531360" cy="34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C495156-02D5-02A7-F724-E89DACBC730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239760" y="3244760"/>
                  <a:ext cx="5436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2174993-E95C-C9AD-C4E9-85B60CA826A3}"/>
                    </a:ext>
                  </a:extLst>
                </p14:cNvPr>
                <p14:cNvContentPartPr/>
                <p14:nvPr/>
              </p14:nvContentPartPr>
              <p14:xfrm>
                <a:off x="3627120" y="3220640"/>
                <a:ext cx="140400" cy="1508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2174993-E95C-C9AD-C4E9-85B60CA826A3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621000" y="3214520"/>
                  <a:ext cx="152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534B352-AE21-0F78-5DF6-16087D0212B2}"/>
                    </a:ext>
                  </a:extLst>
                </p14:cNvPr>
                <p14:cNvContentPartPr/>
                <p14:nvPr/>
              </p14:nvContentPartPr>
              <p14:xfrm>
                <a:off x="3702000" y="2997800"/>
                <a:ext cx="104760" cy="263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534B352-AE21-0F78-5DF6-16087D0212B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695880" y="2991680"/>
                  <a:ext cx="11700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AB67A58-E927-6DFA-0253-2AB249B73ABF}"/>
                    </a:ext>
                  </a:extLst>
                </p14:cNvPr>
                <p14:cNvContentPartPr/>
                <p14:nvPr/>
              </p14:nvContentPartPr>
              <p14:xfrm>
                <a:off x="3504360" y="2585600"/>
                <a:ext cx="453600" cy="4104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AB67A58-E927-6DFA-0253-2AB249B73AB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498240" y="2579480"/>
                  <a:ext cx="465840" cy="42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ADC3150B-6522-D0E8-EFA2-D2A1D65A5B18}"/>
                  </a:ext>
                </a:extLst>
              </p14:cNvPr>
              <p14:cNvContentPartPr/>
              <p14:nvPr/>
            </p14:nvContentPartPr>
            <p14:xfrm>
              <a:off x="1940520" y="2199320"/>
              <a:ext cx="1793880" cy="10522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ADC3150B-6522-D0E8-EFA2-D2A1D65A5B18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1886520" y="2091680"/>
                <a:ext cx="1901520" cy="126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2" name="Group 111">
            <a:extLst>
              <a:ext uri="{FF2B5EF4-FFF2-40B4-BE49-F238E27FC236}">
                <a16:creationId xmlns:a16="http://schemas.microsoft.com/office/drawing/2014/main" id="{18278901-6EE3-1DC9-43A5-FCD55192469C}"/>
              </a:ext>
            </a:extLst>
          </p:cNvPr>
          <p:cNvGrpSpPr/>
          <p:nvPr/>
        </p:nvGrpSpPr>
        <p:grpSpPr>
          <a:xfrm>
            <a:off x="4637640" y="2255480"/>
            <a:ext cx="1058760" cy="698040"/>
            <a:chOff x="4637640" y="2255480"/>
            <a:chExt cx="1058760" cy="69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E518978-09F8-1288-100E-0EEA8A6726E2}"/>
                    </a:ext>
                  </a:extLst>
                </p14:cNvPr>
                <p14:cNvContentPartPr/>
                <p14:nvPr/>
              </p14:nvContentPartPr>
              <p14:xfrm>
                <a:off x="4719000" y="2413160"/>
                <a:ext cx="977400" cy="513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E518978-09F8-1288-100E-0EEA8A6726E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4712880" y="2407040"/>
                  <a:ext cx="98964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28FB70D-EC09-A03C-6982-FEE5D121E8F2}"/>
                    </a:ext>
                  </a:extLst>
                </p14:cNvPr>
                <p14:cNvContentPartPr/>
                <p14:nvPr/>
              </p14:nvContentPartPr>
              <p14:xfrm>
                <a:off x="4637640" y="2258360"/>
                <a:ext cx="986760" cy="695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8FB70D-EC09-A03C-6982-FEE5D121E8F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631520" y="2252240"/>
                  <a:ext cx="999000" cy="70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52A540B-FCC4-6C98-405F-DB30A6DD5E26}"/>
                    </a:ext>
                  </a:extLst>
                </p14:cNvPr>
                <p14:cNvContentPartPr/>
                <p14:nvPr/>
              </p14:nvContentPartPr>
              <p14:xfrm>
                <a:off x="5476080" y="2255480"/>
                <a:ext cx="41040" cy="1015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52A540B-FCC4-6C98-405F-DB30A6DD5E26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469960" y="2249360"/>
                  <a:ext cx="5328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5D3A63D8-9CB2-017A-84C1-62490B6569B2}"/>
              </a:ext>
            </a:extLst>
          </p:cNvPr>
          <p:cNvGrpSpPr/>
          <p:nvPr/>
        </p:nvGrpSpPr>
        <p:grpSpPr>
          <a:xfrm>
            <a:off x="2264520" y="2580560"/>
            <a:ext cx="1013760" cy="931680"/>
            <a:chOff x="2264520" y="2580560"/>
            <a:chExt cx="1013760" cy="93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336E7CA-7D2F-52D6-9C44-B780832F8458}"/>
                    </a:ext>
                  </a:extLst>
                </p14:cNvPr>
                <p14:cNvContentPartPr/>
                <p14:nvPr/>
              </p14:nvContentPartPr>
              <p14:xfrm>
                <a:off x="2745840" y="2580560"/>
                <a:ext cx="144720" cy="8758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336E7CA-7D2F-52D6-9C44-B780832F845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739720" y="2574440"/>
                  <a:ext cx="156960" cy="88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445CDC-7E4D-EEB5-6CF8-E9BAF27BED5C}"/>
                    </a:ext>
                  </a:extLst>
                </p14:cNvPr>
                <p14:cNvContentPartPr/>
                <p14:nvPr/>
              </p14:nvContentPartPr>
              <p14:xfrm>
                <a:off x="2264880" y="3409280"/>
                <a:ext cx="478440" cy="248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445CDC-7E4D-EEB5-6CF8-E9BAF27BED5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258760" y="3403160"/>
                  <a:ext cx="4906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A81BF4C-2D49-2117-22EC-C378B837BB20}"/>
                    </a:ext>
                  </a:extLst>
                </p14:cNvPr>
                <p14:cNvContentPartPr/>
                <p14:nvPr/>
              </p14:nvContentPartPr>
              <p14:xfrm>
                <a:off x="2264520" y="3332240"/>
                <a:ext cx="124200" cy="1454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A81BF4C-2D49-2117-22EC-C378B837BB2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258400" y="3326120"/>
                  <a:ext cx="1364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3763808-C073-AD9B-5CF8-6798174C7E57}"/>
                    </a:ext>
                  </a:extLst>
                </p14:cNvPr>
                <p14:cNvContentPartPr/>
                <p14:nvPr/>
              </p14:nvContentPartPr>
              <p14:xfrm>
                <a:off x="2768520" y="3438440"/>
                <a:ext cx="418320" cy="31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3763808-C073-AD9B-5CF8-6798174C7E5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762400" y="3432320"/>
                  <a:ext cx="430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767AE40-EF9C-2A30-6416-A38F826880D7}"/>
                    </a:ext>
                  </a:extLst>
                </p14:cNvPr>
                <p14:cNvContentPartPr/>
                <p14:nvPr/>
              </p14:nvContentPartPr>
              <p14:xfrm>
                <a:off x="3113760" y="3398120"/>
                <a:ext cx="164520" cy="1141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767AE40-EF9C-2A30-6416-A38F826880D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107640" y="3392000"/>
                  <a:ext cx="176760" cy="12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83F929DB-5BA7-EEB6-20CE-3CB2D55BA499}"/>
                  </a:ext>
                </a:extLst>
              </p14:cNvPr>
              <p14:cNvContentPartPr/>
              <p14:nvPr/>
            </p14:nvContentPartPr>
            <p14:xfrm>
              <a:off x="3637200" y="2194280"/>
              <a:ext cx="130320" cy="35820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83F929DB-5BA7-EEB6-20CE-3CB2D55BA499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3631080" y="2188160"/>
                <a:ext cx="142560" cy="37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7C06752D-B417-3C2F-0F8F-8D21703D3920}"/>
                  </a:ext>
                </a:extLst>
              </p14:cNvPr>
              <p14:cNvContentPartPr/>
              <p14:nvPr/>
            </p14:nvContentPartPr>
            <p14:xfrm>
              <a:off x="3615240" y="2606840"/>
              <a:ext cx="337320" cy="2703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7C06752D-B417-3C2F-0F8F-8D21703D3920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3609120" y="2600720"/>
                <a:ext cx="349560" cy="28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7D9F0890-4DB8-13A2-DFA5-AFC2F13321A9}"/>
                  </a:ext>
                </a:extLst>
              </p14:cNvPr>
              <p14:cNvContentPartPr/>
              <p14:nvPr/>
            </p14:nvContentPartPr>
            <p14:xfrm>
              <a:off x="3835200" y="1976120"/>
              <a:ext cx="360" cy="252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7D9F0890-4DB8-13A2-DFA5-AFC2F13321A9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3781560" y="1868120"/>
                <a:ext cx="108000" cy="2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E2F4BC9F-8F61-69ED-EC06-40778C96F1CB}"/>
                  </a:ext>
                </a:extLst>
              </p14:cNvPr>
              <p14:cNvContentPartPr/>
              <p14:nvPr/>
            </p14:nvContentPartPr>
            <p14:xfrm>
              <a:off x="1833600" y="2016080"/>
              <a:ext cx="1853280" cy="41436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E2F4BC9F-8F61-69ED-EC06-40778C96F1CB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1779960" y="1908080"/>
                <a:ext cx="1960920" cy="63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D8A9B912-0495-28B3-147B-474F29398EDC}"/>
                  </a:ext>
                </a:extLst>
              </p14:cNvPr>
              <p14:cNvContentPartPr/>
              <p14:nvPr/>
            </p14:nvContentPartPr>
            <p14:xfrm>
              <a:off x="2359560" y="2112920"/>
              <a:ext cx="521280" cy="130968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D8A9B912-0495-28B3-147B-474F29398EDC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2305920" y="2005280"/>
                <a:ext cx="628920" cy="152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776405B4-DC5C-044C-ED7F-1F737A6DF511}"/>
                  </a:ext>
                </a:extLst>
              </p14:cNvPr>
              <p14:cNvContentPartPr/>
              <p14:nvPr/>
            </p14:nvContentPartPr>
            <p14:xfrm>
              <a:off x="2870040" y="3408200"/>
              <a:ext cx="365760" cy="223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776405B4-DC5C-044C-ED7F-1F737A6DF511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2816040" y="3300200"/>
                <a:ext cx="47340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5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1BABB29E-9BEC-51F7-334B-B81ABC9BDD83}"/>
                  </a:ext>
                </a:extLst>
              </p14:cNvPr>
              <p14:cNvContentPartPr/>
              <p14:nvPr/>
            </p14:nvContentPartPr>
            <p14:xfrm>
              <a:off x="4643040" y="2580200"/>
              <a:ext cx="837000" cy="57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1BABB29E-9BEC-51F7-334B-B81ABC9BDD83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4589040" y="2472560"/>
                <a:ext cx="94464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C5AEB7AA-48A2-57D8-3C49-3D8177CB1BB2}"/>
                  </a:ext>
                </a:extLst>
              </p14:cNvPr>
              <p14:cNvContentPartPr/>
              <p14:nvPr/>
            </p14:nvContentPartPr>
            <p14:xfrm>
              <a:off x="4658160" y="1874240"/>
              <a:ext cx="775440" cy="3600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C5AEB7AA-48A2-57D8-3C49-3D8177CB1BB2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4604520" y="1766240"/>
                <a:ext cx="883080" cy="25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BB01E76-2956-48F0-426F-6933A2E69A31}"/>
                  </a:ext>
                </a:extLst>
              </p14:cNvPr>
              <p14:cNvContentPartPr/>
              <p14:nvPr/>
            </p14:nvContentPartPr>
            <p14:xfrm>
              <a:off x="8484240" y="2761640"/>
              <a:ext cx="1075680" cy="19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BB01E76-2956-48F0-426F-6933A2E69A31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8478120" y="2755520"/>
                <a:ext cx="1087920" cy="20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1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D92745D8-4A2B-9058-38CA-0F645FE6AE29}"/>
                  </a:ext>
                </a:extLst>
              </p14:cNvPr>
              <p14:cNvContentPartPr/>
              <p14:nvPr/>
            </p14:nvContentPartPr>
            <p14:xfrm>
              <a:off x="4800360" y="2269880"/>
              <a:ext cx="396360" cy="2088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D92745D8-4A2B-9058-38CA-0F645FE6AE29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4794240" y="2263760"/>
                <a:ext cx="408600" cy="3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oup 151">
            <a:extLst>
              <a:ext uri="{FF2B5EF4-FFF2-40B4-BE49-F238E27FC236}">
                <a16:creationId xmlns:a16="http://schemas.microsoft.com/office/drawing/2014/main" id="{8DB85EDA-1259-1AD7-C7C9-DD12BD07339D}"/>
              </a:ext>
            </a:extLst>
          </p:cNvPr>
          <p:cNvGrpSpPr/>
          <p:nvPr/>
        </p:nvGrpSpPr>
        <p:grpSpPr>
          <a:xfrm>
            <a:off x="1552360" y="1921640"/>
            <a:ext cx="2300400" cy="675480"/>
            <a:chOff x="1552360" y="1921640"/>
            <a:chExt cx="2300400" cy="67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253D197-1A0A-6EA7-E2E9-A5F537EB7F4A}"/>
                    </a:ext>
                  </a:extLst>
                </p14:cNvPr>
                <p14:cNvContentPartPr/>
                <p14:nvPr/>
              </p14:nvContentPartPr>
              <p14:xfrm>
                <a:off x="1874280" y="2097800"/>
                <a:ext cx="1080" cy="3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253D197-1A0A-6EA7-E2E9-A5F537EB7F4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868160" y="2091680"/>
                  <a:ext cx="133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99A011F-6AD4-961D-9AD0-411777C2AEF1}"/>
                    </a:ext>
                  </a:extLst>
                </p14:cNvPr>
                <p14:cNvContentPartPr/>
                <p14:nvPr/>
              </p14:nvContentPartPr>
              <p14:xfrm>
                <a:off x="1889760" y="2046680"/>
                <a:ext cx="215640" cy="10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99A011F-6AD4-961D-9AD0-411777C2AEF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883640" y="2040560"/>
                  <a:ext cx="2278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F9151A8-426A-2CC2-B04E-2EB24F94DCB2}"/>
                    </a:ext>
                  </a:extLst>
                </p14:cNvPr>
                <p14:cNvContentPartPr/>
                <p14:nvPr/>
              </p14:nvContentPartPr>
              <p14:xfrm>
                <a:off x="2006400" y="1986200"/>
                <a:ext cx="141480" cy="1026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F9151A8-426A-2CC2-B04E-2EB24F94DCB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000280" y="1980080"/>
                  <a:ext cx="1537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C980265-821E-9E0D-B448-C6931F1FBFB0}"/>
                    </a:ext>
                  </a:extLst>
                </p14:cNvPr>
                <p14:cNvContentPartPr/>
                <p14:nvPr/>
              </p14:nvContentPartPr>
              <p14:xfrm>
                <a:off x="2148600" y="2052080"/>
                <a:ext cx="427320" cy="5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C980265-821E-9E0D-B448-C6931F1FBFB0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142480" y="2045960"/>
                  <a:ext cx="43956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6FE9435-7D00-5922-BF1C-F2EAAC25CEE2}"/>
                    </a:ext>
                  </a:extLst>
                </p14:cNvPr>
                <p14:cNvContentPartPr/>
                <p14:nvPr/>
              </p14:nvContentPartPr>
              <p14:xfrm>
                <a:off x="2544960" y="2006360"/>
                <a:ext cx="96840" cy="109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6FE9435-7D00-5922-BF1C-F2EAAC25CEE2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538840" y="2000240"/>
                  <a:ext cx="1090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913F584-C7AC-87DA-3417-F0A09BBBF3E1}"/>
                    </a:ext>
                  </a:extLst>
                </p14:cNvPr>
                <p14:cNvContentPartPr/>
                <p14:nvPr/>
              </p14:nvContentPartPr>
              <p14:xfrm>
                <a:off x="2687160" y="2062160"/>
                <a:ext cx="220320" cy="5349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913F584-C7AC-87DA-3417-F0A09BBBF3E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681040" y="2056040"/>
                  <a:ext cx="23256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B4EE3A5-C318-6849-441C-901096F89BE7}"/>
                    </a:ext>
                  </a:extLst>
                </p14:cNvPr>
                <p14:cNvContentPartPr/>
                <p14:nvPr/>
              </p14:nvContentPartPr>
              <p14:xfrm>
                <a:off x="2849880" y="2097800"/>
                <a:ext cx="297720" cy="36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B4EE3A5-C318-6849-441C-901096F89BE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843760" y="2091680"/>
                  <a:ext cx="3099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36F8F84-8C19-1856-2224-9CDC0798F003}"/>
                    </a:ext>
                  </a:extLst>
                </p14:cNvPr>
                <p14:cNvContentPartPr/>
                <p14:nvPr/>
              </p14:nvContentPartPr>
              <p14:xfrm>
                <a:off x="3068040" y="2047040"/>
                <a:ext cx="112320" cy="1026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36F8F84-8C19-1856-2224-9CDC0798F003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061920" y="2040920"/>
                  <a:ext cx="1245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FE1B962-1D01-B2DF-ED89-04C67BED716F}"/>
                    </a:ext>
                  </a:extLst>
                </p14:cNvPr>
                <p14:cNvContentPartPr/>
                <p14:nvPr/>
              </p14:nvContentPartPr>
              <p14:xfrm>
                <a:off x="3180000" y="2113280"/>
                <a:ext cx="399240" cy="1044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FE1B962-1D01-B2DF-ED89-04C67BED716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173880" y="2107160"/>
                  <a:ext cx="4114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7298753-B8D5-697C-2BB7-4CE5B74F2334}"/>
                    </a:ext>
                  </a:extLst>
                </p14:cNvPr>
                <p14:cNvContentPartPr/>
                <p14:nvPr/>
              </p14:nvContentPartPr>
              <p14:xfrm>
                <a:off x="3460440" y="2173400"/>
                <a:ext cx="171360" cy="222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7298753-B8D5-697C-2BB7-4CE5B74F233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454320" y="2167280"/>
                  <a:ext cx="1836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985BE32-4627-8101-E333-F0D4F59BC22A}"/>
                    </a:ext>
                  </a:extLst>
                </p14:cNvPr>
                <p14:cNvContentPartPr/>
                <p14:nvPr/>
              </p14:nvContentPartPr>
              <p14:xfrm>
                <a:off x="1552360" y="1955120"/>
                <a:ext cx="2300400" cy="6105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985BE32-4627-8101-E333-F0D4F59BC22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546240" y="1949000"/>
                  <a:ext cx="2312640" cy="62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7F02FFC-3291-DD68-5F07-DB45C7F8E316}"/>
                    </a:ext>
                  </a:extLst>
                </p14:cNvPr>
                <p14:cNvContentPartPr/>
                <p14:nvPr/>
              </p14:nvContentPartPr>
              <p14:xfrm>
                <a:off x="1603840" y="1921640"/>
                <a:ext cx="240480" cy="85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7F02FFC-3291-DD68-5F07-DB45C7F8E316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597720" y="1915520"/>
                  <a:ext cx="252720" cy="97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7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882D01E8-EDCC-419A-076F-8DB286920DCD}"/>
                  </a:ext>
                </a:extLst>
              </p14:cNvPr>
              <p14:cNvContentPartPr/>
              <p14:nvPr/>
            </p14:nvContentPartPr>
            <p14:xfrm>
              <a:off x="7795120" y="2463080"/>
              <a:ext cx="2028960" cy="54360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882D01E8-EDCC-419A-076F-8DB286920DCD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7789000" y="2456960"/>
                <a:ext cx="2041200" cy="55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464CFA29-9AA0-6878-A7FA-FE60821F3ED5}"/>
                  </a:ext>
                </a:extLst>
              </p14:cNvPr>
              <p14:cNvContentPartPr/>
              <p14:nvPr/>
            </p14:nvContentPartPr>
            <p14:xfrm>
              <a:off x="8498920" y="1799240"/>
              <a:ext cx="1927440" cy="69984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464CFA29-9AA0-6878-A7FA-FE60821F3ED5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492800" y="1793120"/>
                <a:ext cx="1939680" cy="712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Experiment table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Evidence beats vibes.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2286000" cy="566928"/>
          </a:xfrm>
          <a:prstGeom prst="rect">
            <a:avLst/>
          </a:prstGeom>
          <a:solidFill>
            <a:srgbClr val="E8EEF7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</a:rPr>
              <a:t>Strategy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0" y="1600200"/>
            <a:ext cx="2103120" cy="566928"/>
          </a:xfrm>
          <a:prstGeom prst="rect">
            <a:avLst/>
          </a:prstGeom>
          <a:solidFill>
            <a:srgbClr val="E8EEF7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</a:rPr>
              <a:t>Path length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0" y="1600200"/>
            <a:ext cx="2286000" cy="566928"/>
          </a:xfrm>
          <a:prstGeom prst="rect">
            <a:avLst/>
          </a:prstGeom>
          <a:solidFill>
            <a:srgbClr val="E8EEF7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</a:rPr>
              <a:t>Explored cells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589520" y="1600200"/>
            <a:ext cx="3566160" cy="566928"/>
          </a:xfrm>
          <a:prstGeom prst="rect">
            <a:avLst/>
          </a:prstGeom>
          <a:solidFill>
            <a:srgbClr val="E8EEF7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</a:rPr>
              <a:t>Observation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2167128"/>
            <a:ext cx="2286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F2937"/>
                </a:solidFill>
              </a:rPr>
              <a:t>DFS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00400" y="2167128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0" y="2167128"/>
            <a:ext cx="2286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0" y="2167128"/>
            <a:ext cx="3566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2734056"/>
            <a:ext cx="2286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F2937"/>
                </a:solidFill>
              </a:rPr>
              <a:t>BFS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2734056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0" y="2734056"/>
            <a:ext cx="2286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89520" y="2734056"/>
            <a:ext cx="3566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300984"/>
            <a:ext cx="2286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F2937"/>
                </a:solidFill>
              </a:rPr>
              <a:t>Greedy heuristic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0" y="3300984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03520" y="3300984"/>
            <a:ext cx="2286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89520" y="3300984"/>
            <a:ext cx="3566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D0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visited matters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Remove one line and the robot may loop forever.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481328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048256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615184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182112" y="1508760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2075688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481328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048256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615184" y="2075688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182112" y="2075688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14400" y="2642616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481328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048256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615184" y="2642616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182112" y="2642616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14400" y="3209544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481328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048256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615184" y="3209544"/>
            <a:ext cx="548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182112" y="3209544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14400" y="3776472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481328" y="3776472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048256" y="3776472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615184" y="3776472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182112" y="3776472"/>
            <a:ext cx="548640" cy="548640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715000" y="1645920"/>
            <a:ext cx="5120640" cy="2057400"/>
          </a:xfrm>
          <a:prstGeom prst="roundRect">
            <a:avLst>
              <a:gd name="adj" fmla="val 2222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879592" y="1801368"/>
            <a:ext cx="4791456" cy="1746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# Dangerous idea: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# What if we do not remember visited cells?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715000" y="4069080"/>
            <a:ext cx="51206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715000" y="4069080"/>
            <a:ext cx="109728" cy="1051560"/>
          </a:xfrm>
          <a:prstGeom prst="rect">
            <a:avLst/>
          </a:prstGeom>
          <a:solidFill>
            <a:srgbClr val="EB5757"/>
          </a:solidFill>
          <a:ln w="12700">
            <a:solidFill>
              <a:srgbClr val="EB5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943600" y="4233672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Failure mode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943600" y="4599432"/>
            <a:ext cx="480060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The agent may keep rediscovering the same states.</a:t>
            </a:r>
            <a:endParaRPr lang="en-US" sz="1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13D7E030-09C5-A0C6-6819-7B6808FB0D58}"/>
                  </a:ext>
                </a:extLst>
              </p14:cNvPr>
              <p14:cNvContentPartPr/>
              <p14:nvPr/>
            </p14:nvContentPartPr>
            <p14:xfrm>
              <a:off x="328720" y="179960"/>
              <a:ext cx="3593520" cy="8193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13D7E030-09C5-A0C6-6819-7B6808FB0D5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2600" y="173840"/>
                <a:ext cx="3605760" cy="83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E9E61C45-D50F-3096-A9FF-59E835E6F0DE}"/>
                  </a:ext>
                </a:extLst>
              </p14:cNvPr>
              <p14:cNvContentPartPr/>
              <p14:nvPr/>
            </p14:nvContentPartPr>
            <p14:xfrm>
              <a:off x="1352560" y="708440"/>
              <a:ext cx="608760" cy="1058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E9E61C45-D50F-3096-A9FF-59E835E6F0D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46440" y="702320"/>
                <a:ext cx="621000" cy="11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81357820-42D8-FEFA-3074-EBE0E7D246CA}"/>
                  </a:ext>
                </a:extLst>
              </p14:cNvPr>
              <p14:cNvContentPartPr/>
              <p14:nvPr/>
            </p14:nvContentPartPr>
            <p14:xfrm>
              <a:off x="1930360" y="2412680"/>
              <a:ext cx="951120" cy="59832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81357820-42D8-FEFA-3074-EBE0E7D246C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924240" y="2406560"/>
                <a:ext cx="963360" cy="61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15E80939-68E7-C74F-ECA4-00DCB13327EF}"/>
              </a:ext>
            </a:extLst>
          </p:cNvPr>
          <p:cNvGrpSpPr/>
          <p:nvPr/>
        </p:nvGrpSpPr>
        <p:grpSpPr>
          <a:xfrm>
            <a:off x="1096840" y="1244520"/>
            <a:ext cx="2505240" cy="229680"/>
            <a:chOff x="1096840" y="1244520"/>
            <a:chExt cx="2505240" cy="22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91A98B9-5EA6-A80B-1F04-25791F54A3B4}"/>
                    </a:ext>
                  </a:extLst>
                </p14:cNvPr>
                <p14:cNvContentPartPr/>
                <p14:nvPr/>
              </p14:nvContentPartPr>
              <p14:xfrm>
                <a:off x="1096840" y="1262160"/>
                <a:ext cx="221400" cy="181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91A98B9-5EA6-A80B-1F04-25791F54A3B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90720" y="1256040"/>
                  <a:ext cx="2336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1DA9DC8-5B75-EFD7-DEA7-E98B216734D5}"/>
                    </a:ext>
                  </a:extLst>
                </p14:cNvPr>
                <p14:cNvContentPartPr/>
                <p14:nvPr/>
              </p14:nvContentPartPr>
              <p14:xfrm>
                <a:off x="1813960" y="1244520"/>
                <a:ext cx="34560" cy="151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1DA9DC8-5B75-EFD7-DEA7-E98B216734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807840" y="1238400"/>
                  <a:ext cx="468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2F54E43-03F6-36C7-0D84-0559F8254144}"/>
                    </a:ext>
                  </a:extLst>
                </p14:cNvPr>
                <p14:cNvContentPartPr/>
                <p14:nvPr/>
              </p14:nvContentPartPr>
              <p14:xfrm>
                <a:off x="2363680" y="1282320"/>
                <a:ext cx="109080" cy="112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2F54E43-03F6-36C7-0D84-0559F825414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57560" y="1276200"/>
                  <a:ext cx="1213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066AB02-54ED-0E6F-CBA4-970C56464CAF}"/>
                    </a:ext>
                  </a:extLst>
                </p14:cNvPr>
                <p14:cNvContentPartPr/>
                <p14:nvPr/>
              </p14:nvContentPartPr>
              <p14:xfrm>
                <a:off x="2887840" y="1288440"/>
                <a:ext cx="148680" cy="185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066AB02-54ED-0E6F-CBA4-970C56464CA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881720" y="1282320"/>
                  <a:ext cx="1609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AC14589-F7E2-8863-2F85-411C56BF4850}"/>
                    </a:ext>
                  </a:extLst>
                </p14:cNvPr>
                <p14:cNvContentPartPr/>
                <p14:nvPr/>
              </p14:nvContentPartPr>
              <p14:xfrm>
                <a:off x="3380320" y="1307880"/>
                <a:ext cx="221760" cy="117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AC14589-F7E2-8863-2F85-411C56BF485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374200" y="1301760"/>
                  <a:ext cx="2340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0BB5FD1-AD0A-CE68-6A57-5F91CEAB892E}"/>
                    </a:ext>
                  </a:extLst>
                </p14:cNvPr>
                <p14:cNvContentPartPr/>
                <p14:nvPr/>
              </p14:nvContentPartPr>
              <p14:xfrm>
                <a:off x="3479320" y="1314360"/>
                <a:ext cx="6840" cy="147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0BB5FD1-AD0A-CE68-6A57-5F91CEAB892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473200" y="1308240"/>
                  <a:ext cx="19080" cy="15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02DB6A42-5B73-0C2C-DA50-6D0DD5F8D5FF}"/>
                  </a:ext>
                </a:extLst>
              </p14:cNvPr>
              <p14:cNvContentPartPr/>
              <p14:nvPr/>
            </p14:nvContentPartPr>
            <p14:xfrm>
              <a:off x="621640" y="1706040"/>
              <a:ext cx="165240" cy="1292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02DB6A42-5B73-0C2C-DA50-6D0DD5F8D5F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15520" y="1699920"/>
                <a:ext cx="17748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8802A429-95C6-24CE-C787-D8591DF3E2D3}"/>
                  </a:ext>
                </a:extLst>
              </p14:cNvPr>
              <p14:cNvContentPartPr/>
              <p14:nvPr/>
            </p14:nvContentPartPr>
            <p14:xfrm>
              <a:off x="749080" y="2209680"/>
              <a:ext cx="33480" cy="8712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8802A429-95C6-24CE-C787-D8591DF3E2D3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42960" y="2203560"/>
                <a:ext cx="45720" cy="9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6486B7C5-2B39-EFA9-7389-AEA8D8C24282}"/>
                  </a:ext>
                </a:extLst>
              </p14:cNvPr>
              <p14:cNvContentPartPr/>
              <p14:nvPr/>
            </p14:nvContentPartPr>
            <p14:xfrm>
              <a:off x="672760" y="2828520"/>
              <a:ext cx="137160" cy="19764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6486B7C5-2B39-EFA9-7389-AEA8D8C24282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66640" y="2822400"/>
                <a:ext cx="149400" cy="20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44AAAEB1-04FB-6682-9A5F-6ABCE9A0EA07}"/>
                  </a:ext>
                </a:extLst>
              </p14:cNvPr>
              <p14:cNvContentPartPr/>
              <p14:nvPr/>
            </p14:nvContentPartPr>
            <p14:xfrm>
              <a:off x="738640" y="3394800"/>
              <a:ext cx="99360" cy="1627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44AAAEB1-04FB-6682-9A5F-6ABCE9A0EA0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32520" y="3388680"/>
                <a:ext cx="111600" cy="174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F990A5DD-743F-2E33-4F65-4F4E6C80A246}"/>
              </a:ext>
            </a:extLst>
          </p:cNvPr>
          <p:cNvGrpSpPr/>
          <p:nvPr/>
        </p:nvGrpSpPr>
        <p:grpSpPr>
          <a:xfrm>
            <a:off x="660880" y="3949560"/>
            <a:ext cx="104760" cy="151920"/>
            <a:chOff x="660880" y="3949560"/>
            <a:chExt cx="104760" cy="15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34D1410-57E1-758A-2508-40B5341C098E}"/>
                    </a:ext>
                  </a:extLst>
                </p14:cNvPr>
                <p14:cNvContentPartPr/>
                <p14:nvPr/>
              </p14:nvContentPartPr>
              <p14:xfrm>
                <a:off x="660880" y="3949560"/>
                <a:ext cx="104760" cy="842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34D1410-57E1-758A-2508-40B5341C098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54760" y="3943440"/>
                  <a:ext cx="1170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C95C846-9059-E9B2-2C49-59BF7291C886}"/>
                    </a:ext>
                  </a:extLst>
                </p14:cNvPr>
                <p14:cNvContentPartPr/>
                <p14:nvPr/>
              </p14:nvContentPartPr>
              <p14:xfrm>
                <a:off x="742600" y="3949560"/>
                <a:ext cx="360" cy="151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C95C846-9059-E9B2-2C49-59BF7291C88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36480" y="3943440"/>
                  <a:ext cx="1260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66FC3C7-39F5-ACEC-5A43-A33CC4813432}"/>
              </a:ext>
            </a:extLst>
          </p:cNvPr>
          <p:cNvGrpSpPr/>
          <p:nvPr/>
        </p:nvGrpSpPr>
        <p:grpSpPr>
          <a:xfrm>
            <a:off x="780760" y="1753560"/>
            <a:ext cx="586440" cy="145080"/>
            <a:chOff x="780760" y="1753560"/>
            <a:chExt cx="586440" cy="14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031C54E-798F-332B-B4FF-E8656AA1DAF8}"/>
                    </a:ext>
                  </a:extLst>
                </p14:cNvPr>
                <p14:cNvContentPartPr/>
                <p14:nvPr/>
              </p14:nvContentPartPr>
              <p14:xfrm>
                <a:off x="1007920" y="1753560"/>
                <a:ext cx="117360" cy="108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031C54E-798F-332B-B4FF-E8656AA1DAF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01800" y="1747440"/>
                  <a:ext cx="1296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8D60CE5-7F70-E713-DEA0-3FBFAFB414DE}"/>
                    </a:ext>
                  </a:extLst>
                </p14:cNvPr>
                <p14:cNvContentPartPr/>
                <p14:nvPr/>
              </p14:nvContentPartPr>
              <p14:xfrm>
                <a:off x="780760" y="1841400"/>
                <a:ext cx="36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8D60CE5-7F70-E713-DEA0-3FBFAFB414D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74640" y="18352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176C974-EA3A-B2B8-EDAA-01272112456C}"/>
                    </a:ext>
                  </a:extLst>
                </p14:cNvPr>
                <p14:cNvContentPartPr/>
                <p14:nvPr/>
              </p14:nvContentPartPr>
              <p14:xfrm>
                <a:off x="1175680" y="1854000"/>
                <a:ext cx="43560" cy="44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176C974-EA3A-B2B8-EDAA-01272112456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69560" y="1847880"/>
                  <a:ext cx="558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F738654-561C-FE00-B5B7-1753FBC50BFE}"/>
                    </a:ext>
                  </a:extLst>
                </p14:cNvPr>
                <p14:cNvContentPartPr/>
                <p14:nvPr/>
              </p14:nvContentPartPr>
              <p14:xfrm>
                <a:off x="1301320" y="1788840"/>
                <a:ext cx="65880" cy="93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F738654-561C-FE00-B5B7-1753FBC50BF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295200" y="1782720"/>
                  <a:ext cx="78120" cy="10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B90B7F7-1A88-014E-6EA2-DF895959E8C2}"/>
              </a:ext>
            </a:extLst>
          </p:cNvPr>
          <p:cNvGrpSpPr/>
          <p:nvPr/>
        </p:nvGrpSpPr>
        <p:grpSpPr>
          <a:xfrm>
            <a:off x="1611640" y="1784160"/>
            <a:ext cx="198360" cy="177840"/>
            <a:chOff x="1611640" y="1784160"/>
            <a:chExt cx="198360" cy="17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EEF44A8-580C-3E35-9A36-E054348A428E}"/>
                    </a:ext>
                  </a:extLst>
                </p14:cNvPr>
                <p14:cNvContentPartPr/>
                <p14:nvPr/>
              </p14:nvContentPartPr>
              <p14:xfrm>
                <a:off x="1611640" y="1784160"/>
                <a:ext cx="98640" cy="127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EEF44A8-580C-3E35-9A36-E054348A428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605520" y="1778040"/>
                  <a:ext cx="1108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C0DB76A-E981-A3AC-BBEF-B10F4769AEA7}"/>
                    </a:ext>
                  </a:extLst>
                </p14:cNvPr>
                <p14:cNvContentPartPr/>
                <p14:nvPr/>
              </p14:nvContentPartPr>
              <p14:xfrm>
                <a:off x="1727200" y="1885680"/>
                <a:ext cx="31680" cy="76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C0DB76A-E981-A3AC-BBEF-B10F4769AEA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721080" y="1879560"/>
                  <a:ext cx="43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A9A0082-6F9E-2F92-7881-684F9ABE2B06}"/>
                    </a:ext>
                  </a:extLst>
                </p14:cNvPr>
                <p14:cNvContentPartPr/>
                <p14:nvPr/>
              </p14:nvContentPartPr>
              <p14:xfrm>
                <a:off x="1803160" y="1822320"/>
                <a:ext cx="6840" cy="62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A9A0082-6F9E-2F92-7881-684F9ABE2B0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797040" y="1816200"/>
                  <a:ext cx="1908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180B65D-57ED-E221-D327-34789FCF4072}"/>
              </a:ext>
            </a:extLst>
          </p:cNvPr>
          <p:cNvGrpSpPr/>
          <p:nvPr/>
        </p:nvGrpSpPr>
        <p:grpSpPr>
          <a:xfrm>
            <a:off x="1631800" y="2114280"/>
            <a:ext cx="159120" cy="190440"/>
            <a:chOff x="1631800" y="2114280"/>
            <a:chExt cx="159120" cy="1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74843E1-9AAB-BEDD-CCBF-152E02DF7974}"/>
                    </a:ext>
                  </a:extLst>
                </p14:cNvPr>
                <p14:cNvContentPartPr/>
                <p14:nvPr/>
              </p14:nvContentPartPr>
              <p14:xfrm>
                <a:off x="1631800" y="2120760"/>
                <a:ext cx="360" cy="100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74843E1-9AAB-BEDD-CCBF-152E02DF797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625680" y="2114640"/>
                  <a:ext cx="126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25974C2-72CF-1D08-72DE-9D3750BB1F41}"/>
                    </a:ext>
                  </a:extLst>
                </p14:cNvPr>
                <p14:cNvContentPartPr/>
                <p14:nvPr/>
              </p14:nvContentPartPr>
              <p14:xfrm>
                <a:off x="1640080" y="2241360"/>
                <a:ext cx="55440" cy="63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25974C2-72CF-1D08-72DE-9D3750BB1F4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633960" y="2235240"/>
                  <a:ext cx="67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C8CDA90-E348-3D85-78BA-736048C0FF1E}"/>
                    </a:ext>
                  </a:extLst>
                </p14:cNvPr>
                <p14:cNvContentPartPr/>
                <p14:nvPr/>
              </p14:nvContentPartPr>
              <p14:xfrm>
                <a:off x="1790560" y="2114280"/>
                <a:ext cx="360" cy="128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C8CDA90-E348-3D85-78BA-736048C0FF1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784440" y="2108160"/>
                  <a:ext cx="1260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651556A-B7E4-7B66-E895-74AF455BF172}"/>
              </a:ext>
            </a:extLst>
          </p:cNvPr>
          <p:cNvGrpSpPr/>
          <p:nvPr/>
        </p:nvGrpSpPr>
        <p:grpSpPr>
          <a:xfrm>
            <a:off x="2133280" y="2190600"/>
            <a:ext cx="311040" cy="172800"/>
            <a:chOff x="2133280" y="2190600"/>
            <a:chExt cx="311040" cy="17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3881E08-19F4-43D7-3059-BB25E2E1A567}"/>
                    </a:ext>
                  </a:extLst>
                </p14:cNvPr>
                <p14:cNvContentPartPr/>
                <p14:nvPr/>
              </p14:nvContentPartPr>
              <p14:xfrm>
                <a:off x="2133280" y="2197080"/>
                <a:ext cx="35280" cy="676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3881E08-19F4-43D7-3059-BB25E2E1A56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127160" y="2190960"/>
                  <a:ext cx="475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40D9BDB-F84F-358D-E5ED-D3545EA7DAF1}"/>
                    </a:ext>
                  </a:extLst>
                </p14:cNvPr>
                <p14:cNvContentPartPr/>
                <p14:nvPr/>
              </p14:nvContentPartPr>
              <p14:xfrm>
                <a:off x="2209600" y="2260440"/>
                <a:ext cx="64080" cy="102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40D9BDB-F84F-358D-E5ED-D3545EA7DAF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203480" y="2254320"/>
                  <a:ext cx="763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CA4614D-9799-676F-4A37-20B27141FC43}"/>
                    </a:ext>
                  </a:extLst>
                </p14:cNvPr>
                <p14:cNvContentPartPr/>
                <p14:nvPr/>
              </p14:nvContentPartPr>
              <p14:xfrm>
                <a:off x="2286640" y="2190600"/>
                <a:ext cx="157680" cy="1278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CA4614D-9799-676F-4A37-20B27141FC4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280520" y="2184480"/>
                  <a:ext cx="16992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4779D93-0B2B-C78A-F26A-A689D2E58B9A}"/>
              </a:ext>
            </a:extLst>
          </p:cNvPr>
          <p:cNvGrpSpPr/>
          <p:nvPr/>
        </p:nvGrpSpPr>
        <p:grpSpPr>
          <a:xfrm>
            <a:off x="4211920" y="1257120"/>
            <a:ext cx="667440" cy="488880"/>
            <a:chOff x="4211920" y="1257120"/>
            <a:chExt cx="667440" cy="48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CA33C40-A24A-0BC5-7EF1-5F6ABD467D97}"/>
                    </a:ext>
                  </a:extLst>
                </p14:cNvPr>
                <p14:cNvContentPartPr/>
                <p14:nvPr/>
              </p14:nvContentPartPr>
              <p14:xfrm>
                <a:off x="4211920" y="1339560"/>
                <a:ext cx="144360" cy="3132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CA33C40-A24A-0BC5-7EF1-5F6ABD467D9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205800" y="1333440"/>
                  <a:ext cx="1566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FA96CAA-A664-288F-7E45-9F809E30C641}"/>
                    </a:ext>
                  </a:extLst>
                </p14:cNvPr>
                <p14:cNvContentPartPr/>
                <p14:nvPr/>
              </p14:nvContentPartPr>
              <p14:xfrm>
                <a:off x="4442320" y="1460160"/>
                <a:ext cx="47160" cy="173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FA96CAA-A664-288F-7E45-9F809E30C64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436200" y="1454040"/>
                  <a:ext cx="594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7458C19-7403-356D-4673-FF115A71A779}"/>
                    </a:ext>
                  </a:extLst>
                </p14:cNvPr>
                <p14:cNvContentPartPr/>
                <p14:nvPr/>
              </p14:nvContentPartPr>
              <p14:xfrm>
                <a:off x="4484800" y="1638000"/>
                <a:ext cx="68040" cy="108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7458C19-7403-356D-4673-FF115A71A77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478680" y="1631880"/>
                  <a:ext cx="802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047EE15-7B17-CBF4-4321-B0FC990A01AB}"/>
                    </a:ext>
                  </a:extLst>
                </p14:cNvPr>
                <p14:cNvContentPartPr/>
                <p14:nvPr/>
              </p14:nvContentPartPr>
              <p14:xfrm>
                <a:off x="4717720" y="1447560"/>
                <a:ext cx="6840" cy="1263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047EE15-7B17-CBF4-4321-B0FC990A01A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711600" y="1441440"/>
                  <a:ext cx="190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DFB3E62-CEE0-1011-B183-84FB0DBB901A}"/>
                    </a:ext>
                  </a:extLst>
                </p14:cNvPr>
                <p14:cNvContentPartPr/>
                <p14:nvPr/>
              </p14:nvContentPartPr>
              <p14:xfrm>
                <a:off x="4743280" y="1257120"/>
                <a:ext cx="136080" cy="2818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DFB3E62-CEE0-1011-B183-84FB0DBB901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737160" y="1251000"/>
                  <a:ext cx="148320" cy="29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192A8A9-56BA-BEEA-8804-475DE5C5C955}"/>
              </a:ext>
            </a:extLst>
          </p:cNvPr>
          <p:cNvGrpSpPr/>
          <p:nvPr/>
        </p:nvGrpSpPr>
        <p:grpSpPr>
          <a:xfrm>
            <a:off x="2793880" y="2184120"/>
            <a:ext cx="332640" cy="198360"/>
            <a:chOff x="2793880" y="2184120"/>
            <a:chExt cx="332640" cy="19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71CDB05-EE62-1E1D-7462-C0DEAE5980FF}"/>
                    </a:ext>
                  </a:extLst>
                </p14:cNvPr>
                <p14:cNvContentPartPr/>
                <p14:nvPr/>
              </p14:nvContentPartPr>
              <p14:xfrm>
                <a:off x="2793880" y="2184120"/>
                <a:ext cx="19440" cy="806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71CDB05-EE62-1E1D-7462-C0DEAE5980F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787760" y="2178000"/>
                  <a:ext cx="316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F282EF5-71A7-441B-47D6-D36F186758FA}"/>
                    </a:ext>
                  </a:extLst>
                </p14:cNvPr>
                <p14:cNvContentPartPr/>
                <p14:nvPr/>
              </p14:nvContentPartPr>
              <p14:xfrm>
                <a:off x="2850760" y="2273040"/>
                <a:ext cx="96120" cy="932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F282EF5-71A7-441B-47D6-D36F186758F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844640" y="2266920"/>
                  <a:ext cx="1083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027D182-27D7-13FE-52EA-A49F1B381447}"/>
                    </a:ext>
                  </a:extLst>
                </p14:cNvPr>
                <p14:cNvContentPartPr/>
                <p14:nvPr/>
              </p14:nvContentPartPr>
              <p14:xfrm>
                <a:off x="2927080" y="2191320"/>
                <a:ext cx="141120" cy="123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027D182-27D7-13FE-52EA-A49F1B38144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920960" y="2185200"/>
                  <a:ext cx="153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70B6EC5-1364-E76E-DF39-D4E908AF2B41}"/>
                    </a:ext>
                  </a:extLst>
                </p14:cNvPr>
                <p14:cNvContentPartPr/>
                <p14:nvPr/>
              </p14:nvContentPartPr>
              <p14:xfrm>
                <a:off x="3043720" y="2330280"/>
                <a:ext cx="42480" cy="47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70B6EC5-1364-E76E-DF39-D4E908AF2B4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037600" y="2324160"/>
                  <a:ext cx="547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75F3A08-1392-1064-BBCC-1642104CCC5C}"/>
                    </a:ext>
                  </a:extLst>
                </p14:cNvPr>
                <p14:cNvContentPartPr/>
                <p14:nvPr/>
              </p14:nvContentPartPr>
              <p14:xfrm>
                <a:off x="2996920" y="2292120"/>
                <a:ext cx="129600" cy="90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75F3A08-1392-1064-BBCC-1642104CCC5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990800" y="2286000"/>
                  <a:ext cx="14184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91060A7-13D5-4071-F4AA-00C09F5B3A04}"/>
              </a:ext>
            </a:extLst>
          </p:cNvPr>
          <p:cNvGrpSpPr/>
          <p:nvPr/>
        </p:nvGrpSpPr>
        <p:grpSpPr>
          <a:xfrm>
            <a:off x="4080520" y="1869480"/>
            <a:ext cx="824040" cy="628560"/>
            <a:chOff x="4080520" y="1869480"/>
            <a:chExt cx="824040" cy="62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D3B9F7F-1304-C46B-4FE1-99D47334338A}"/>
                    </a:ext>
                  </a:extLst>
                </p14:cNvPr>
                <p14:cNvContentPartPr/>
                <p14:nvPr/>
              </p14:nvContentPartPr>
              <p14:xfrm>
                <a:off x="4131280" y="1911240"/>
                <a:ext cx="104400" cy="1861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D3B9F7F-1304-C46B-4FE1-99D47334338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125160" y="1905120"/>
                  <a:ext cx="1166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C6B927C-ED52-289F-B071-BEEE5A62AA6B}"/>
                    </a:ext>
                  </a:extLst>
                </p14:cNvPr>
                <p14:cNvContentPartPr/>
                <p14:nvPr/>
              </p14:nvContentPartPr>
              <p14:xfrm>
                <a:off x="4404160" y="1923840"/>
                <a:ext cx="2880" cy="1087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C6B927C-ED52-289F-B071-BEEE5A62AA6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4398040" y="1917720"/>
                  <a:ext cx="15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0B115F9-85DA-C3DB-BEE2-5E66ECD68A94}"/>
                    </a:ext>
                  </a:extLst>
                </p14:cNvPr>
                <p14:cNvContentPartPr/>
                <p14:nvPr/>
              </p14:nvContentPartPr>
              <p14:xfrm>
                <a:off x="4389760" y="2019240"/>
                <a:ext cx="80640" cy="738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0B115F9-85DA-C3DB-BEE2-5E66ECD68A9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383640" y="2013120"/>
                  <a:ext cx="928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8DAED7E-913B-5B77-E37A-275110E90E08}"/>
                    </a:ext>
                  </a:extLst>
                </p14:cNvPr>
                <p14:cNvContentPartPr/>
                <p14:nvPr/>
              </p14:nvContentPartPr>
              <p14:xfrm>
                <a:off x="4611880" y="1869480"/>
                <a:ext cx="182880" cy="187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8DAED7E-913B-5B77-E37A-275110E90E0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605760" y="1863360"/>
                  <a:ext cx="1951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AFDA5E4-CF8B-4EC3-B129-0D1C4A8AEB57}"/>
                    </a:ext>
                  </a:extLst>
                </p14:cNvPr>
                <p14:cNvContentPartPr/>
                <p14:nvPr/>
              </p14:nvContentPartPr>
              <p14:xfrm>
                <a:off x="4838680" y="1885680"/>
                <a:ext cx="65880" cy="201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AFDA5E4-CF8B-4EC3-B129-0D1C4A8AEB5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832560" y="1879560"/>
                  <a:ext cx="781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D9DE596-463D-FB76-F8D2-6A08AF799776}"/>
                    </a:ext>
                  </a:extLst>
                </p14:cNvPr>
                <p14:cNvContentPartPr/>
                <p14:nvPr/>
              </p14:nvContentPartPr>
              <p14:xfrm>
                <a:off x="4080520" y="2253960"/>
                <a:ext cx="105120" cy="159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D9DE596-463D-FB76-F8D2-6A08AF79977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074400" y="2247840"/>
                  <a:ext cx="1173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67E5694-B3DF-CA47-120D-A8F88D8954AF}"/>
                    </a:ext>
                  </a:extLst>
                </p14:cNvPr>
                <p14:cNvContentPartPr/>
                <p14:nvPr/>
              </p14:nvContentPartPr>
              <p14:xfrm>
                <a:off x="4336840" y="2215800"/>
                <a:ext cx="13680" cy="1558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67E5694-B3DF-CA47-120D-A8F88D8954A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330720" y="2209680"/>
                  <a:ext cx="25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D13BC55-F1DE-70B1-4362-F3AF561817ED}"/>
                    </a:ext>
                  </a:extLst>
                </p14:cNvPr>
                <p14:cNvContentPartPr/>
                <p14:nvPr/>
              </p14:nvContentPartPr>
              <p14:xfrm>
                <a:off x="4327480" y="2342880"/>
                <a:ext cx="98640" cy="91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D13BC55-F1DE-70B1-4362-F3AF561817E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321360" y="2336760"/>
                  <a:ext cx="1108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77E807D-331E-710C-1FA9-E5A5306069A3}"/>
                    </a:ext>
                  </a:extLst>
                </p14:cNvPr>
                <p14:cNvContentPartPr/>
                <p14:nvPr/>
              </p14:nvContentPartPr>
              <p14:xfrm>
                <a:off x="4439440" y="2197440"/>
                <a:ext cx="156600" cy="176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77E807D-331E-710C-1FA9-E5A5306069A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433320" y="2191320"/>
                  <a:ext cx="1688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6274E3C-F57E-45AA-E422-0CA3855A3F66}"/>
                    </a:ext>
                  </a:extLst>
                </p14:cNvPr>
                <p14:cNvContentPartPr/>
                <p14:nvPr/>
              </p14:nvContentPartPr>
              <p14:xfrm>
                <a:off x="4705120" y="2133360"/>
                <a:ext cx="148680" cy="3646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6274E3C-F57E-45AA-E422-0CA3855A3F6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4699000" y="2127240"/>
                  <a:ext cx="160920" cy="37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D38BADD2-97AC-2B88-460B-7F8246D3FE5A}"/>
              </a:ext>
            </a:extLst>
          </p:cNvPr>
          <p:cNvGrpSpPr/>
          <p:nvPr/>
        </p:nvGrpSpPr>
        <p:grpSpPr>
          <a:xfrm>
            <a:off x="2692360" y="2720520"/>
            <a:ext cx="330480" cy="272520"/>
            <a:chOff x="2692360" y="2720520"/>
            <a:chExt cx="33048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725E084-F8CF-CD6B-BFCE-17F00BA75613}"/>
                    </a:ext>
                  </a:extLst>
                </p14:cNvPr>
                <p14:cNvContentPartPr/>
                <p14:nvPr/>
              </p14:nvContentPartPr>
              <p14:xfrm>
                <a:off x="2692360" y="2720520"/>
                <a:ext cx="108000" cy="217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725E084-F8CF-CD6B-BFCE-17F00BA7561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686240" y="2714400"/>
                  <a:ext cx="1202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E720FDB-9843-4E3C-2A6E-E384DCF5133D}"/>
                    </a:ext>
                  </a:extLst>
                </p14:cNvPr>
                <p14:cNvContentPartPr/>
                <p14:nvPr/>
              </p14:nvContentPartPr>
              <p14:xfrm>
                <a:off x="2799280" y="2838240"/>
                <a:ext cx="45720" cy="1548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E720FDB-9843-4E3C-2A6E-E384DCF5133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793160" y="2832120"/>
                  <a:ext cx="579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21B335B-81CA-0614-0089-B31A9757360F}"/>
                    </a:ext>
                  </a:extLst>
                </p14:cNvPr>
                <p14:cNvContentPartPr/>
                <p14:nvPr/>
              </p14:nvContentPartPr>
              <p14:xfrm>
                <a:off x="2946160" y="2737440"/>
                <a:ext cx="76680" cy="165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21B335B-81CA-0614-0089-B31A9757360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940040" y="2731320"/>
                  <a:ext cx="8892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206B61F-C55B-4381-C28C-5EC54266069D}"/>
              </a:ext>
            </a:extLst>
          </p:cNvPr>
          <p:cNvGrpSpPr/>
          <p:nvPr/>
        </p:nvGrpSpPr>
        <p:grpSpPr>
          <a:xfrm>
            <a:off x="4093480" y="2546280"/>
            <a:ext cx="697320" cy="308880"/>
            <a:chOff x="4093480" y="2546280"/>
            <a:chExt cx="69732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8011C5B-F754-FD0D-34BE-088963ECFE26}"/>
                    </a:ext>
                  </a:extLst>
                </p14:cNvPr>
                <p14:cNvContentPartPr/>
                <p14:nvPr/>
              </p14:nvContentPartPr>
              <p14:xfrm>
                <a:off x="4093480" y="2546280"/>
                <a:ext cx="84960" cy="256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8011C5B-F754-FD0D-34BE-088963ECFE26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087360" y="2540160"/>
                  <a:ext cx="972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18987BF-C4C9-82DE-D620-60DC0381B5C4}"/>
                    </a:ext>
                  </a:extLst>
                </p14:cNvPr>
                <p14:cNvContentPartPr/>
                <p14:nvPr/>
              </p14:nvContentPartPr>
              <p14:xfrm>
                <a:off x="4250440" y="2594520"/>
                <a:ext cx="136800" cy="219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18987BF-C4C9-82DE-D620-60DC0381B5C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244320" y="2588400"/>
                  <a:ext cx="1490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93B9328-F3BE-8216-2DA6-A7F5C9054430}"/>
                    </a:ext>
                  </a:extLst>
                </p14:cNvPr>
                <p14:cNvContentPartPr/>
                <p14:nvPr/>
              </p14:nvContentPartPr>
              <p14:xfrm>
                <a:off x="4427200" y="2774880"/>
                <a:ext cx="37080" cy="79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93B9328-F3BE-8216-2DA6-A7F5C905443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421080" y="2768760"/>
                  <a:ext cx="493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219C72A-669B-CE2E-7492-B7C6C2E4D3E3}"/>
                    </a:ext>
                  </a:extLst>
                </p14:cNvPr>
                <p14:cNvContentPartPr/>
                <p14:nvPr/>
              </p14:nvContentPartPr>
              <p14:xfrm>
                <a:off x="4514680" y="2647080"/>
                <a:ext cx="102600" cy="208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219C72A-669B-CE2E-7492-B7C6C2E4D3E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508560" y="2640960"/>
                  <a:ext cx="1148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D33B0C5-3B71-610C-1A8C-63E40967BD1A}"/>
                    </a:ext>
                  </a:extLst>
                </p14:cNvPr>
                <p14:cNvContentPartPr/>
                <p14:nvPr/>
              </p14:nvContentPartPr>
              <p14:xfrm>
                <a:off x="4666960" y="2552400"/>
                <a:ext cx="123840" cy="253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D33B0C5-3B71-610C-1A8C-63E40967BD1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660840" y="2546280"/>
                  <a:ext cx="136080" cy="265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60F7DD18-5303-784D-88CB-2BFD512A6FFF}"/>
                  </a:ext>
                </a:extLst>
              </p14:cNvPr>
              <p14:cNvContentPartPr/>
              <p14:nvPr/>
            </p14:nvContentPartPr>
            <p14:xfrm>
              <a:off x="1136080" y="291240"/>
              <a:ext cx="1335960" cy="52164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60F7DD18-5303-784D-88CB-2BFD512A6FFF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1129960" y="285120"/>
                <a:ext cx="1348200" cy="53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7C7977A8-10C0-9E9A-67B6-BC363B068CA6}"/>
                  </a:ext>
                </a:extLst>
              </p14:cNvPr>
              <p14:cNvContentPartPr/>
              <p14:nvPr/>
            </p14:nvContentPartPr>
            <p14:xfrm>
              <a:off x="3890080" y="1138320"/>
              <a:ext cx="1179720" cy="179172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7C7977A8-10C0-9E9A-67B6-BC363B068CA6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3883960" y="1132200"/>
                <a:ext cx="1191960" cy="180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ADF3AB8C-70FF-4087-25CA-FF38DCF0AF08}"/>
                  </a:ext>
                </a:extLst>
              </p14:cNvPr>
              <p14:cNvContentPartPr/>
              <p14:nvPr/>
            </p14:nvContentPartPr>
            <p14:xfrm>
              <a:off x="4069000" y="3282840"/>
              <a:ext cx="313920" cy="25416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ADF3AB8C-70FF-4087-25CA-FF38DCF0AF08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4062880" y="3276720"/>
                <a:ext cx="326160" cy="26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56EDEABF-42D7-FE22-F0BB-AA916A5CBBE6}"/>
                  </a:ext>
                </a:extLst>
              </p14:cNvPr>
              <p14:cNvContentPartPr/>
              <p14:nvPr/>
            </p14:nvContentPartPr>
            <p14:xfrm>
              <a:off x="4476520" y="3358800"/>
              <a:ext cx="756360" cy="72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56EDEABF-42D7-FE22-F0BB-AA916A5CBBE6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4470400" y="3346560"/>
                <a:ext cx="768600" cy="25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6" name="Group 135">
            <a:extLst>
              <a:ext uri="{FF2B5EF4-FFF2-40B4-BE49-F238E27FC236}">
                <a16:creationId xmlns:a16="http://schemas.microsoft.com/office/drawing/2014/main" id="{9AAB437E-17BB-E9A3-5E50-4AFD8D42552D}"/>
              </a:ext>
            </a:extLst>
          </p:cNvPr>
          <p:cNvGrpSpPr/>
          <p:nvPr/>
        </p:nvGrpSpPr>
        <p:grpSpPr>
          <a:xfrm>
            <a:off x="3774520" y="3174840"/>
            <a:ext cx="1757160" cy="1377000"/>
            <a:chOff x="3774520" y="3174840"/>
            <a:chExt cx="1757160" cy="137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45F8129-31D4-C5D3-2399-7E8655CB8A26}"/>
                    </a:ext>
                  </a:extLst>
                </p14:cNvPr>
                <p14:cNvContentPartPr/>
                <p14:nvPr/>
              </p14:nvContentPartPr>
              <p14:xfrm>
                <a:off x="3774520" y="3209760"/>
                <a:ext cx="1757160" cy="1342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45F8129-31D4-C5D3-2399-7E8655CB8A2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768400" y="3203640"/>
                  <a:ext cx="1769400" cy="13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F37F161-A928-CA90-2ED9-D6038F87C733}"/>
                    </a:ext>
                  </a:extLst>
                </p14:cNvPr>
                <p14:cNvContentPartPr/>
                <p14:nvPr/>
              </p14:nvContentPartPr>
              <p14:xfrm>
                <a:off x="4094920" y="3217320"/>
                <a:ext cx="369360" cy="2880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F37F161-A928-CA90-2ED9-D6038F87C73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088800" y="3211200"/>
                  <a:ext cx="38160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CA74EBC-F9B6-EA6B-680C-0D880765BF1E}"/>
                    </a:ext>
                  </a:extLst>
                </p14:cNvPr>
                <p14:cNvContentPartPr/>
                <p14:nvPr/>
              </p14:nvContentPartPr>
              <p14:xfrm>
                <a:off x="4158640" y="3232080"/>
                <a:ext cx="179640" cy="219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CA74EBC-F9B6-EA6B-680C-0D880765BF1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152520" y="3225960"/>
                  <a:ext cx="1918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F29F023-04AB-35DD-C47A-40293F78CD66}"/>
                    </a:ext>
                  </a:extLst>
                </p14:cNvPr>
                <p14:cNvContentPartPr/>
                <p14:nvPr/>
              </p14:nvContentPartPr>
              <p14:xfrm>
                <a:off x="4298680" y="3377880"/>
                <a:ext cx="70920" cy="45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F29F023-04AB-35DD-C47A-40293F78CD6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292560" y="3371760"/>
                  <a:ext cx="831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E18E9F9-65AA-9DAB-F201-9C00917CFB03}"/>
                    </a:ext>
                  </a:extLst>
                </p14:cNvPr>
                <p14:cNvContentPartPr/>
                <p14:nvPr/>
              </p14:nvContentPartPr>
              <p14:xfrm>
                <a:off x="4265920" y="3174840"/>
                <a:ext cx="1440" cy="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E18E9F9-65AA-9DAB-F201-9C00917CFB0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259800" y="3168720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459E4E1-B122-C949-0AA6-BC206BA465C1}"/>
                    </a:ext>
                  </a:extLst>
                </p14:cNvPr>
                <p14:cNvContentPartPr/>
                <p14:nvPr/>
              </p14:nvContentPartPr>
              <p14:xfrm>
                <a:off x="4044160" y="3240360"/>
                <a:ext cx="433800" cy="3297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459E4E1-B122-C949-0AA6-BC206BA465C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038040" y="3234240"/>
                  <a:ext cx="4460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A85AA1E-CCBE-3064-E0E0-0E5791097368}"/>
                    </a:ext>
                  </a:extLst>
                </p14:cNvPr>
                <p14:cNvContentPartPr/>
                <p14:nvPr/>
              </p14:nvContentPartPr>
              <p14:xfrm>
                <a:off x="5206960" y="3352680"/>
                <a:ext cx="360" cy="3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A85AA1E-CCBE-3064-E0E0-0E579109736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200840" y="334656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DDB4CCC-472A-B936-421B-4DD9EFDB2D75}"/>
                    </a:ext>
                  </a:extLst>
                </p14:cNvPr>
                <p14:cNvContentPartPr/>
                <p14:nvPr/>
              </p14:nvContentPartPr>
              <p14:xfrm>
                <a:off x="5238640" y="3384360"/>
                <a:ext cx="83160" cy="9388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DDB4CCC-472A-B936-421B-4DD9EFDB2D7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232520" y="3378240"/>
                  <a:ext cx="95400" cy="9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1036A55-6FFF-8761-E7A8-9CAC5ED4B430}"/>
                    </a:ext>
                  </a:extLst>
                </p14:cNvPr>
                <p14:cNvContentPartPr/>
                <p14:nvPr/>
              </p14:nvContentPartPr>
              <p14:xfrm>
                <a:off x="5295880" y="4260600"/>
                <a:ext cx="360" cy="3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1036A55-6FFF-8761-E7A8-9CAC5ED4B43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289760" y="425448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ED628E4-94BD-AC2E-2ADD-C0BDC1359ECF}"/>
                    </a:ext>
                  </a:extLst>
                </p14:cNvPr>
                <p14:cNvContentPartPr/>
                <p14:nvPr/>
              </p14:nvContentPartPr>
              <p14:xfrm>
                <a:off x="4314880" y="4298760"/>
                <a:ext cx="1051200" cy="1080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ED628E4-94BD-AC2E-2ADD-C0BDC1359EC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308760" y="4292640"/>
                  <a:ext cx="10634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686172D-1C6A-E08E-1C89-523BDD21126A}"/>
                    </a:ext>
                  </a:extLst>
                </p14:cNvPr>
                <p14:cNvContentPartPr/>
                <p14:nvPr/>
              </p14:nvContentPartPr>
              <p14:xfrm>
                <a:off x="4313800" y="4317840"/>
                <a:ext cx="258840" cy="1540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686172D-1C6A-E08E-1C89-523BDD21126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307680" y="4311720"/>
                  <a:ext cx="2710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9DF6FC1-1526-4977-446E-F87637636F08}"/>
                    </a:ext>
                  </a:extLst>
                </p14:cNvPr>
                <p14:cNvContentPartPr/>
                <p14:nvPr/>
              </p14:nvContentPartPr>
              <p14:xfrm>
                <a:off x="4781440" y="3314520"/>
                <a:ext cx="160560" cy="200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9DF6FC1-1526-4977-446E-F87637636F0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775320" y="3308400"/>
                  <a:ext cx="1728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5ED0342-632B-2016-638E-05C1F465F83D}"/>
                    </a:ext>
                  </a:extLst>
                </p14:cNvPr>
                <p14:cNvContentPartPr/>
                <p14:nvPr/>
              </p14:nvContentPartPr>
              <p14:xfrm>
                <a:off x="5244760" y="3695400"/>
                <a:ext cx="87480" cy="143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5ED0342-632B-2016-638E-05C1F465F83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238640" y="3689280"/>
                  <a:ext cx="997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D08E7EB-E4A2-3D46-2BE3-608FF8F598A4}"/>
                    </a:ext>
                  </a:extLst>
                </p14:cNvPr>
                <p14:cNvContentPartPr/>
                <p14:nvPr/>
              </p14:nvContentPartPr>
              <p14:xfrm>
                <a:off x="4336840" y="4189320"/>
                <a:ext cx="845280" cy="1098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D08E7EB-E4A2-3D46-2BE3-608FF8F598A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330720" y="4183200"/>
                  <a:ext cx="8575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98AFE2A-D81F-5D0B-7378-D97B261CCEBB}"/>
                    </a:ext>
                  </a:extLst>
                </p14:cNvPr>
                <p14:cNvContentPartPr/>
                <p14:nvPr/>
              </p14:nvContentPartPr>
              <p14:xfrm>
                <a:off x="4552840" y="4178160"/>
                <a:ext cx="84240" cy="734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98AFE2A-D81F-5D0B-7378-D97B261CCEBB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546720" y="4172040"/>
                  <a:ext cx="964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C55EBC4-E165-B941-5F58-900B6623DA1C}"/>
                    </a:ext>
                  </a:extLst>
                </p14:cNvPr>
                <p14:cNvContentPartPr/>
                <p14:nvPr/>
              </p14:nvContentPartPr>
              <p14:xfrm>
                <a:off x="5067280" y="3427920"/>
                <a:ext cx="269640" cy="7700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C55EBC4-E165-B941-5F58-900B6623DA1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061160" y="3421800"/>
                  <a:ext cx="281880" cy="78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95C66F5-622E-5734-CBE8-71CCD4689565}"/>
                    </a:ext>
                  </a:extLst>
                </p14:cNvPr>
                <p14:cNvContentPartPr/>
                <p14:nvPr/>
              </p14:nvContentPartPr>
              <p14:xfrm>
                <a:off x="4544560" y="3371040"/>
                <a:ext cx="618120" cy="83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95C66F5-622E-5734-CBE8-71CCD4689565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538440" y="3364920"/>
                  <a:ext cx="6303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C9FA404-04B7-FAB6-EA5C-FCC48F22ABC0}"/>
                    </a:ext>
                  </a:extLst>
                </p14:cNvPr>
                <p14:cNvContentPartPr/>
                <p14:nvPr/>
              </p14:nvContentPartPr>
              <p14:xfrm>
                <a:off x="4604320" y="3340080"/>
                <a:ext cx="171000" cy="1591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C9FA404-04B7-FAB6-EA5C-FCC48F22ABC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598200" y="3333960"/>
                  <a:ext cx="183240" cy="17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7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BB556317-E404-9B55-D322-94A0F8592332}"/>
                  </a:ext>
                </a:extLst>
              </p14:cNvPr>
              <p14:cNvContentPartPr/>
              <p14:nvPr/>
            </p14:nvContentPartPr>
            <p14:xfrm>
              <a:off x="2502640" y="723600"/>
              <a:ext cx="1276920" cy="34524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BB556317-E404-9B55-D322-94A0F8592332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2496520" y="717480"/>
                <a:ext cx="1289160" cy="35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90C57018-3201-9AA9-8EDA-E335620BD195}"/>
                  </a:ext>
                </a:extLst>
              </p14:cNvPr>
              <p14:cNvContentPartPr/>
              <p14:nvPr/>
            </p14:nvContentPartPr>
            <p14:xfrm>
              <a:off x="6175000" y="2829240"/>
              <a:ext cx="99000" cy="936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90C57018-3201-9AA9-8EDA-E335620BD195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6168880" y="2823120"/>
                <a:ext cx="11124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4698498A-C919-B7D8-B871-C638E92C237B}"/>
                  </a:ext>
                </a:extLst>
              </p14:cNvPr>
              <p14:cNvContentPartPr/>
              <p14:nvPr/>
            </p14:nvContentPartPr>
            <p14:xfrm>
              <a:off x="6051520" y="3200400"/>
              <a:ext cx="173160" cy="5580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4698498A-C919-B7D8-B871-C638E92C237B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6045400" y="3194280"/>
                <a:ext cx="185400" cy="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46810830-81E2-1D5A-0C53-64AD7271C64F}"/>
                  </a:ext>
                </a:extLst>
              </p14:cNvPr>
              <p14:cNvContentPartPr/>
              <p14:nvPr/>
            </p14:nvContentPartPr>
            <p14:xfrm>
              <a:off x="6526720" y="3193920"/>
              <a:ext cx="206280" cy="7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46810830-81E2-1D5A-0C53-64AD7271C64F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520600" y="3187800"/>
                <a:ext cx="21852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937C3A7B-A47C-A39A-C4BB-1F8126925538}"/>
                  </a:ext>
                </a:extLst>
              </p14:cNvPr>
              <p14:cNvContentPartPr/>
              <p14:nvPr/>
            </p14:nvContentPartPr>
            <p14:xfrm>
              <a:off x="6995080" y="3213720"/>
              <a:ext cx="186120" cy="198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937C3A7B-A47C-A39A-C4BB-1F8126925538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6988960" y="3207600"/>
                <a:ext cx="19836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BADE42B0-018D-C7D3-CB53-E03535A40416}"/>
                  </a:ext>
                </a:extLst>
              </p14:cNvPr>
              <p14:cNvContentPartPr/>
              <p14:nvPr/>
            </p14:nvContentPartPr>
            <p14:xfrm>
              <a:off x="7526080" y="3238200"/>
              <a:ext cx="59400" cy="3312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BADE42B0-018D-C7D3-CB53-E03535A40416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519960" y="3232080"/>
                <a:ext cx="71640" cy="4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6" name="Group 145">
            <a:extLst>
              <a:ext uri="{FF2B5EF4-FFF2-40B4-BE49-F238E27FC236}">
                <a16:creationId xmlns:a16="http://schemas.microsoft.com/office/drawing/2014/main" id="{B53238F9-FF1B-95E0-AD13-F787A65A2D48}"/>
              </a:ext>
            </a:extLst>
          </p:cNvPr>
          <p:cNvGrpSpPr/>
          <p:nvPr/>
        </p:nvGrpSpPr>
        <p:grpSpPr>
          <a:xfrm>
            <a:off x="203080" y="1142960"/>
            <a:ext cx="992880" cy="222120"/>
            <a:chOff x="203080" y="1142960"/>
            <a:chExt cx="992880" cy="22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7AFA4EC-BB44-95C7-ABF2-5049DB24163D}"/>
                    </a:ext>
                  </a:extLst>
                </p14:cNvPr>
                <p14:cNvContentPartPr/>
                <p14:nvPr/>
              </p14:nvContentPartPr>
              <p14:xfrm>
                <a:off x="203080" y="1259600"/>
                <a:ext cx="486360" cy="698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7AFA4EC-BB44-95C7-ABF2-5049DB24163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96960" y="1253480"/>
                  <a:ext cx="4986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F9EEEB0-E2A3-37BD-0357-8A08942E735D}"/>
                    </a:ext>
                  </a:extLst>
                </p14:cNvPr>
                <p14:cNvContentPartPr/>
                <p14:nvPr/>
              </p14:nvContentPartPr>
              <p14:xfrm>
                <a:off x="609520" y="1142960"/>
                <a:ext cx="586440" cy="2221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F9EEEB0-E2A3-37BD-0357-8A08942E735D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03400" y="1136840"/>
                  <a:ext cx="598680" cy="234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FFE8D994-BAC9-DF4F-6CAB-107D0648874A}"/>
                  </a:ext>
                </a:extLst>
              </p14:cNvPr>
              <p14:cNvContentPartPr/>
              <p14:nvPr/>
            </p14:nvContentPartPr>
            <p14:xfrm>
              <a:off x="721840" y="4249760"/>
              <a:ext cx="298440" cy="58500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FFE8D994-BAC9-DF4F-6CAB-107D0648874A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715720" y="4243640"/>
                <a:ext cx="310680" cy="597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Path reconstruction with came_from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Finding G is not enough; we also need the route.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417320"/>
            <a:ext cx="5303520" cy="3657600"/>
          </a:xfrm>
          <a:prstGeom prst="roundRect">
            <a:avLst>
              <a:gd name="adj" fmla="val 125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1572768"/>
            <a:ext cx="4974336" cy="3346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reconstruct_path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came_from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goal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goal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current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current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came_from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path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1600200"/>
            <a:ext cx="480060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109728" cy="109728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29400" y="17647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Mental model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130552"/>
            <a:ext cx="44805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Each cell stores a pointer to the cell that discovered it.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971800"/>
            <a:ext cx="48006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0" y="2971800"/>
            <a:ext cx="109728" cy="14173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9400" y="31363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Tiny example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29400" y="3502152"/>
            <a:ext cx="448056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came_from[G] = B, came_from[B] = A, came_from[A] = S. Walk backward, then reverse.</a:t>
            </a:r>
            <a:endParaRPr lang="en-US" sz="1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834F18B-1D15-8267-D1F1-820EAD830ABD}"/>
                  </a:ext>
                </a:extLst>
              </p14:cNvPr>
              <p14:cNvContentPartPr/>
              <p14:nvPr/>
            </p14:nvContentPartPr>
            <p14:xfrm>
              <a:off x="423040" y="693680"/>
              <a:ext cx="2338560" cy="691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834F18B-1D15-8267-D1F1-820EAD830AB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6920" y="687560"/>
                <a:ext cx="235080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AF140E91-BFC2-4614-3493-B4083BDC36F8}"/>
                  </a:ext>
                </a:extLst>
              </p14:cNvPr>
              <p14:cNvContentPartPr/>
              <p14:nvPr/>
            </p14:nvContentPartPr>
            <p14:xfrm>
              <a:off x="558760" y="1083560"/>
              <a:ext cx="643680" cy="144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AF140E91-BFC2-4614-3493-B4083BDC36F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52640" y="1077440"/>
                <a:ext cx="65592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178FF93B-59DA-4958-8C4E-C61836214882}"/>
                  </a:ext>
                </a:extLst>
              </p14:cNvPr>
              <p14:cNvContentPartPr/>
              <p14:nvPr/>
            </p14:nvContentPartPr>
            <p14:xfrm>
              <a:off x="1498360" y="2869160"/>
              <a:ext cx="430560" cy="349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178FF93B-59DA-4958-8C4E-C6183621488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92240" y="2863040"/>
                <a:ext cx="44280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0F353DC-77E6-93BB-DAD8-0CB09CE65E23}"/>
                  </a:ext>
                </a:extLst>
              </p14:cNvPr>
              <p14:cNvContentPartPr/>
              <p14:nvPr/>
            </p14:nvContentPartPr>
            <p14:xfrm>
              <a:off x="4114120" y="250520"/>
              <a:ext cx="2362320" cy="5716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0F353DC-77E6-93BB-DAD8-0CB09CE65E23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108000" y="244400"/>
                <a:ext cx="2374560" cy="583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Combinatorial explosion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Search can grow very fast.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F2937"/>
                </a:solidFill>
              </a:rPr>
              <a:t>If each state has about b choices and the solution is d moves deep: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2A43"/>
                </a:solidFill>
              </a:rPr>
              <a:t>1 + b + b^2 + b^3 + ... + b^d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97280" y="3154680"/>
            <a:ext cx="320040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97280" y="3154680"/>
            <a:ext cx="109728" cy="100584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25880" y="33192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Example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25880" y="3685032"/>
            <a:ext cx="28803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b = 3, d = 4 gives 121 states to consider.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3154680"/>
            <a:ext cx="320040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80560" y="3154680"/>
            <a:ext cx="109728" cy="1005840"/>
          </a:xfrm>
          <a:prstGeom prst="rect">
            <a:avLst/>
          </a:prstGeom>
          <a:solidFill>
            <a:srgbClr val="EB5757"/>
          </a:solidFill>
          <a:ln w="12700">
            <a:solidFill>
              <a:srgbClr val="EB5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09160" y="33192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Why it matters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9160" y="3685032"/>
            <a:ext cx="28803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Small rule changes can make easy problems become huge.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63840" y="3154680"/>
            <a:ext cx="320040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863840" y="3154680"/>
            <a:ext cx="109728" cy="1005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092440" y="33192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AI lesson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92440" y="3685032"/>
            <a:ext cx="28803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Intelligence often means searching smartly, not checking everything.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0" y="4983480"/>
            <a:ext cx="1280160" cy="320040"/>
          </a:xfrm>
          <a:prstGeom prst="roundRect">
            <a:avLst>
              <a:gd name="adj" fmla="val 17143"/>
            </a:avLst>
          </a:prstGeom>
          <a:solidFill>
            <a:srgbClr val="7B61FF"/>
          </a:solidFill>
          <a:ln>
            <a:solidFill>
              <a:srgbClr val="7B61FF"/>
            </a:solidFill>
          </a:ln>
          <a:effectLst>
            <a:outerShdw blurRad="12700" dist="7620" dir="2700000" algn="bl" rotWithShape="0">
              <a:srgbClr val="000000">
                <a:alpha val="8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PREDICT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486400" y="50383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</a:rPr>
              <a:t>What happens if d doubles?</a:t>
            </a:r>
            <a:endParaRPr lang="en-US" sz="15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C312BE-1230-6F53-7902-AF79D0FFDC98}"/>
              </a:ext>
            </a:extLst>
          </p:cNvPr>
          <p:cNvGrpSpPr/>
          <p:nvPr/>
        </p:nvGrpSpPr>
        <p:grpSpPr>
          <a:xfrm>
            <a:off x="3885880" y="1293800"/>
            <a:ext cx="6401160" cy="1445040"/>
            <a:chOff x="3885880" y="1293800"/>
            <a:chExt cx="6401160" cy="14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20FBF04-2854-C675-5485-C6A6A1C7D155}"/>
                    </a:ext>
                  </a:extLst>
                </p14:cNvPr>
                <p14:cNvContentPartPr/>
                <p14:nvPr/>
              </p14:nvContentPartPr>
              <p14:xfrm>
                <a:off x="3885880" y="1956560"/>
                <a:ext cx="4983840" cy="782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20FBF04-2854-C675-5485-C6A6A1C7D15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879760" y="1950440"/>
                  <a:ext cx="4996080" cy="79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7C2D847-8694-54F5-6D13-E38F65B4E3C5}"/>
                    </a:ext>
                  </a:extLst>
                </p14:cNvPr>
                <p14:cNvContentPartPr/>
                <p14:nvPr/>
              </p14:nvContentPartPr>
              <p14:xfrm>
                <a:off x="9067720" y="1812560"/>
                <a:ext cx="1219320" cy="520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7C2D847-8694-54F5-6D13-E38F65B4E3C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061600" y="1806440"/>
                  <a:ext cx="123156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28019FE-55F2-CD8D-8466-09EF6CE89C54}"/>
                    </a:ext>
                  </a:extLst>
                </p14:cNvPr>
                <p14:cNvContentPartPr/>
                <p14:nvPr/>
              </p14:nvContentPartPr>
              <p14:xfrm>
                <a:off x="7922920" y="1887800"/>
                <a:ext cx="326160" cy="25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28019FE-55F2-CD8D-8466-09EF6CE89C5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916800" y="1881680"/>
                  <a:ext cx="3384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BFAB7A6-D505-355C-A4D1-7C82E7A9F1AF}"/>
                    </a:ext>
                  </a:extLst>
                </p14:cNvPr>
                <p14:cNvContentPartPr/>
                <p14:nvPr/>
              </p14:nvContentPartPr>
              <p14:xfrm>
                <a:off x="6790000" y="1860080"/>
                <a:ext cx="1430280" cy="7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BFAB7A6-D505-355C-A4D1-7C82E7A9F1A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783880" y="1853960"/>
                  <a:ext cx="14425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4BCFDCA-30A4-93F5-159A-8879F925B06F}"/>
                    </a:ext>
                  </a:extLst>
                </p14:cNvPr>
                <p14:cNvContentPartPr/>
                <p14:nvPr/>
              </p14:nvContentPartPr>
              <p14:xfrm>
                <a:off x="7770640" y="1293800"/>
                <a:ext cx="1551600" cy="612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4BCFDCA-30A4-93F5-159A-8879F925B06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764520" y="1287680"/>
                  <a:ext cx="1563840" cy="62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E499F512-7E40-E225-BF8C-6D0F5FE4C9CD}"/>
                  </a:ext>
                </a:extLst>
              </p14:cNvPr>
              <p14:cNvContentPartPr/>
              <p14:nvPr/>
            </p14:nvContentPartPr>
            <p14:xfrm>
              <a:off x="4055440" y="2732720"/>
              <a:ext cx="2093760" cy="17424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E499F512-7E40-E225-BF8C-6D0F5FE4C9C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049320" y="2726600"/>
                <a:ext cx="2106000" cy="18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E5BF7E91-78A2-241A-D7F6-259CCE17580B}"/>
                  </a:ext>
                </a:extLst>
              </p14:cNvPr>
              <p14:cNvContentPartPr/>
              <p14:nvPr/>
            </p14:nvContentPartPr>
            <p14:xfrm>
              <a:off x="1710040" y="2091200"/>
              <a:ext cx="357480" cy="8593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E5BF7E91-78A2-241A-D7F6-259CCE17580B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703920" y="2085080"/>
                <a:ext cx="369720" cy="87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CC10F728-2B97-20D3-6625-4C9906024348}"/>
              </a:ext>
            </a:extLst>
          </p:cNvPr>
          <p:cNvGrpSpPr/>
          <p:nvPr/>
        </p:nvGrpSpPr>
        <p:grpSpPr>
          <a:xfrm>
            <a:off x="1369840" y="3920000"/>
            <a:ext cx="546120" cy="51120"/>
            <a:chOff x="1369840" y="3920000"/>
            <a:chExt cx="546120" cy="5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ED57802-498F-B3E7-0058-E33F6E91DB13}"/>
                    </a:ext>
                  </a:extLst>
                </p14:cNvPr>
                <p14:cNvContentPartPr/>
                <p14:nvPr/>
              </p14:nvContentPartPr>
              <p14:xfrm>
                <a:off x="1369840" y="3949520"/>
                <a:ext cx="205560" cy="21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ED57802-498F-B3E7-0058-E33F6E91DB1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363720" y="3943400"/>
                  <a:ext cx="2178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45CE811-4034-1238-2FC5-97568884A31D}"/>
                    </a:ext>
                  </a:extLst>
                </p14:cNvPr>
                <p14:cNvContentPartPr/>
                <p14:nvPr/>
              </p14:nvContentPartPr>
              <p14:xfrm>
                <a:off x="1769440" y="3920000"/>
                <a:ext cx="146520" cy="9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45CE811-4034-1238-2FC5-97568884A31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763320" y="3913880"/>
                  <a:ext cx="158760" cy="216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Heuristics: educated guesses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 heuristic estimates which state looks promising.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4983480" cy="2286000"/>
          </a:xfrm>
          <a:prstGeom prst="roundRect">
            <a:avLst>
              <a:gd name="adj" fmla="val 2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1572768"/>
            <a:ext cx="4654296" cy="1975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manhattan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goal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r1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c1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cell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c2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goal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abs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abs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c1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29400" y="141732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141732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635240" y="141732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138160" y="141732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641080" y="141732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629400" y="192024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32320" y="192024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635240" y="192024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138160" y="192024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641080" y="192024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629400" y="242316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132320" y="242316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635240" y="242316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138160" y="242316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</a:rPr>
              <a:t>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641080" y="242316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629400" y="292608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132320" y="292608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635240" y="292608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138160" y="2926080"/>
            <a:ext cx="484632" cy="484632"/>
          </a:xfrm>
          <a:prstGeom prst="rect">
            <a:avLst/>
          </a:prstGeom>
          <a:solidFill>
            <a:srgbClr val="FFFFFF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641080" y="292608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629400" y="342900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132320" y="342900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635240" y="342900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138160" y="342900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641080" y="3429000"/>
            <a:ext cx="484632" cy="484632"/>
          </a:xfrm>
          <a:prstGeom prst="rect">
            <a:avLst/>
          </a:prstGeom>
          <a:solidFill>
            <a:srgbClr val="1F2937"/>
          </a:solidFill>
          <a:ln w="6350">
            <a:solidFill>
              <a:srgbClr val="B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05840" y="41605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2A43"/>
                </a:solidFill>
              </a:rPr>
              <a:t>Manhattan distance = vertical distance + horizontal distance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3886200" y="4892040"/>
            <a:ext cx="443484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886200" y="4892040"/>
            <a:ext cx="109728" cy="77724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114800" y="50566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Caution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114800" y="5422392"/>
            <a:ext cx="4114800" cy="118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A heuristic can be useful and still sometimes wrong.</a:t>
            </a:r>
            <a:endParaRPr lang="en-US" sz="1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00FFD210-FDFE-43AB-9FF1-10DA34A4AF1F}"/>
                  </a:ext>
                </a:extLst>
              </p14:cNvPr>
              <p14:cNvContentPartPr/>
              <p14:nvPr/>
            </p14:nvContentPartPr>
            <p14:xfrm>
              <a:off x="7761280" y="3139520"/>
              <a:ext cx="173880" cy="28332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00FFD210-FDFE-43AB-9FF1-10DA34A4AF1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55160" y="3133400"/>
                <a:ext cx="186120" cy="29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E6A8662-6C39-380F-97FC-E1B4B58C92A6}"/>
                  </a:ext>
                </a:extLst>
              </p14:cNvPr>
              <p14:cNvContentPartPr/>
              <p14:nvPr/>
            </p14:nvContentPartPr>
            <p14:xfrm>
              <a:off x="7933000" y="2865200"/>
              <a:ext cx="490680" cy="42804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E6A8662-6C39-380F-97FC-E1B4B58C92A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926880" y="2859080"/>
                <a:ext cx="502920" cy="44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A643630-B97D-558B-97A6-59750F5BC333}"/>
                  </a:ext>
                </a:extLst>
              </p14:cNvPr>
              <p14:cNvContentPartPr/>
              <p14:nvPr/>
            </p14:nvContentPartPr>
            <p14:xfrm>
              <a:off x="8246200" y="2133320"/>
              <a:ext cx="93600" cy="1036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A643630-B97D-558B-97A6-59750F5BC33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240080" y="2127200"/>
                <a:ext cx="105840" cy="11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D33B8247-1C2E-C103-A30F-EDC49EBDE294}"/>
                  </a:ext>
                </a:extLst>
              </p14:cNvPr>
              <p14:cNvContentPartPr/>
              <p14:nvPr/>
            </p14:nvContentPartPr>
            <p14:xfrm>
              <a:off x="2141320" y="193640"/>
              <a:ext cx="3102120" cy="7210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D33B8247-1C2E-C103-A30F-EDC49EBDE29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135200" y="187520"/>
                <a:ext cx="3114360" cy="73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366CEF67-D112-5165-0E5B-B0028B00D122}"/>
                  </a:ext>
                </a:extLst>
              </p14:cNvPr>
              <p14:cNvContentPartPr/>
              <p14:nvPr/>
            </p14:nvContentPartPr>
            <p14:xfrm>
              <a:off x="7916080" y="2158880"/>
              <a:ext cx="360" cy="90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366CEF67-D112-5165-0E5B-B0028B00D12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909960" y="2152760"/>
                <a:ext cx="1260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60A7FE38-2284-B733-90ED-41E442496079}"/>
                  </a:ext>
                </a:extLst>
              </p14:cNvPr>
              <p14:cNvContentPartPr/>
              <p14:nvPr/>
            </p14:nvContentPartPr>
            <p14:xfrm>
              <a:off x="2548120" y="656600"/>
              <a:ext cx="1766520" cy="16236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60A7FE38-2284-B733-90ED-41E442496079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542000" y="650480"/>
                <a:ext cx="1778760" cy="17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AA777049-33D8-204F-9393-745FFBC41C15}"/>
                  </a:ext>
                </a:extLst>
              </p14:cNvPr>
              <p14:cNvContentPartPr/>
              <p14:nvPr/>
            </p14:nvContentPartPr>
            <p14:xfrm>
              <a:off x="7916080" y="2870960"/>
              <a:ext cx="572760" cy="448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AA777049-33D8-204F-9393-745FFBC41C15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909960" y="2864840"/>
                <a:ext cx="585000" cy="46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0AD4DF52-629F-527E-FC2C-FA294AADFED2}"/>
                  </a:ext>
                </a:extLst>
              </p14:cNvPr>
              <p14:cNvContentPartPr/>
              <p14:nvPr/>
            </p14:nvContentPartPr>
            <p14:xfrm>
              <a:off x="7789000" y="600800"/>
              <a:ext cx="239040" cy="3391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0AD4DF52-629F-527E-FC2C-FA294AADFED2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782880" y="594680"/>
                <a:ext cx="251280" cy="35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59AD464-001B-98AD-0912-D4DB9370B800}"/>
                  </a:ext>
                </a:extLst>
              </p14:cNvPr>
              <p14:cNvContentPartPr/>
              <p14:nvPr/>
            </p14:nvContentPartPr>
            <p14:xfrm>
              <a:off x="7119400" y="2063480"/>
              <a:ext cx="399240" cy="3009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59AD464-001B-98AD-0912-D4DB9370B800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113280" y="2057360"/>
                <a:ext cx="411480" cy="31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C42386F7-C25F-CC06-4DBC-D7FF7582F777}"/>
                  </a:ext>
                </a:extLst>
              </p14:cNvPr>
              <p14:cNvContentPartPr/>
              <p14:nvPr/>
            </p14:nvContentPartPr>
            <p14:xfrm>
              <a:off x="7543480" y="2150240"/>
              <a:ext cx="374040" cy="5040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C42386F7-C25F-CC06-4DBC-D7FF7582F77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537360" y="2144120"/>
                <a:ext cx="386280" cy="6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DA31FB14-046D-213A-A7F5-F78D91D339B9}"/>
                  </a:ext>
                </a:extLst>
              </p14:cNvPr>
              <p14:cNvContentPartPr/>
              <p14:nvPr/>
            </p14:nvContentPartPr>
            <p14:xfrm>
              <a:off x="7399840" y="2392160"/>
              <a:ext cx="33120" cy="1836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DA31FB14-046D-213A-A7F5-F78D91D339B9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393720" y="2386040"/>
                <a:ext cx="4536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F4D0EEDB-FC9C-2152-0F9C-64DD8FC000D8}"/>
                  </a:ext>
                </a:extLst>
              </p14:cNvPr>
              <p14:cNvContentPartPr/>
              <p14:nvPr/>
            </p14:nvContentPartPr>
            <p14:xfrm>
              <a:off x="8227120" y="2457680"/>
              <a:ext cx="257040" cy="34704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F4D0EEDB-FC9C-2152-0F9C-64DD8FC000D8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8221000" y="2451560"/>
                <a:ext cx="269280" cy="35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CACE71AA-A55B-39A6-4C1C-289FCFD90A62}"/>
                  </a:ext>
                </a:extLst>
              </p14:cNvPr>
              <p14:cNvContentPartPr/>
              <p14:nvPr/>
            </p14:nvContentPartPr>
            <p14:xfrm>
              <a:off x="7552120" y="2209640"/>
              <a:ext cx="403200" cy="36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CACE71AA-A55B-39A6-4C1C-289FCFD90A6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546000" y="2203520"/>
                <a:ext cx="41544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5FDD161E-7B61-2090-0509-87EBDA940AE7}"/>
                  </a:ext>
                </a:extLst>
              </p14:cNvPr>
              <p14:cNvContentPartPr/>
              <p14:nvPr/>
            </p14:nvContentPartPr>
            <p14:xfrm>
              <a:off x="7958560" y="2201000"/>
              <a:ext cx="399960" cy="684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5FDD161E-7B61-2090-0509-87EBDA940AE7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952440" y="2194880"/>
                <a:ext cx="41220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9A30A05B-7E2C-46C1-1C71-C9AB0662A2CB}"/>
                  </a:ext>
                </a:extLst>
              </p14:cNvPr>
              <p14:cNvContentPartPr/>
              <p14:nvPr/>
            </p14:nvContentPartPr>
            <p14:xfrm>
              <a:off x="8339440" y="2209640"/>
              <a:ext cx="25920" cy="23832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9A30A05B-7E2C-46C1-1C71-C9AB0662A2CB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8333320" y="2203520"/>
                <a:ext cx="38160" cy="25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2736F1CA-99C9-64F5-A7F8-853F7F7D743D}"/>
                  </a:ext>
                </a:extLst>
              </p14:cNvPr>
              <p14:cNvContentPartPr/>
              <p14:nvPr/>
            </p14:nvContentPartPr>
            <p14:xfrm>
              <a:off x="8273560" y="2130080"/>
              <a:ext cx="119160" cy="878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2736F1CA-99C9-64F5-A7F8-853F7F7D743D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267440" y="2123960"/>
                <a:ext cx="13140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02BAD237-29D1-4AB1-8F36-B7F0AF769DB9}"/>
                  </a:ext>
                </a:extLst>
              </p14:cNvPr>
              <p14:cNvContentPartPr/>
              <p14:nvPr/>
            </p14:nvContentPartPr>
            <p14:xfrm>
              <a:off x="8286160" y="2207120"/>
              <a:ext cx="148680" cy="35964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02BAD237-29D1-4AB1-8F36-B7F0AF769DB9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8280040" y="2201000"/>
                <a:ext cx="160920" cy="37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CB9017A0-D543-9C53-1014-08828796E44D}"/>
                  </a:ext>
                </a:extLst>
              </p14:cNvPr>
              <p14:cNvContentPartPr/>
              <p14:nvPr/>
            </p14:nvContentPartPr>
            <p14:xfrm>
              <a:off x="8273200" y="2116400"/>
              <a:ext cx="69120" cy="1224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CB9017A0-D543-9C53-1014-08828796E44D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267080" y="2110280"/>
                <a:ext cx="8136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B22266DE-76CF-C756-D51A-F82E1A705BD5}"/>
                  </a:ext>
                </a:extLst>
              </p14:cNvPr>
              <p14:cNvContentPartPr/>
              <p14:nvPr/>
            </p14:nvContentPartPr>
            <p14:xfrm>
              <a:off x="7772440" y="3086600"/>
              <a:ext cx="168120" cy="22536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B22266DE-76CF-C756-D51A-F82E1A705BD5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7766320" y="3080480"/>
                <a:ext cx="18036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9906A75C-91F0-34C0-BAE7-9319F654BA0A}"/>
                  </a:ext>
                </a:extLst>
              </p14:cNvPr>
              <p14:cNvContentPartPr/>
              <p14:nvPr/>
            </p14:nvContentPartPr>
            <p14:xfrm>
              <a:off x="7888360" y="2892920"/>
              <a:ext cx="620280" cy="474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9906A75C-91F0-34C0-BAE7-9319F654BA0A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7882240" y="2886800"/>
                <a:ext cx="632520" cy="48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57CB61B-28B7-A423-993B-EB092BA864D2}"/>
                  </a:ext>
                </a:extLst>
              </p14:cNvPr>
              <p14:cNvContentPartPr/>
              <p14:nvPr/>
            </p14:nvContentPartPr>
            <p14:xfrm>
              <a:off x="8278600" y="2099120"/>
              <a:ext cx="119880" cy="118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57CB61B-28B7-A423-993B-EB092BA864D2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8272480" y="2093000"/>
                <a:ext cx="1321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258F300A-299A-1309-DE39-E49D8569FA69}"/>
                  </a:ext>
                </a:extLst>
              </p14:cNvPr>
              <p14:cNvContentPartPr/>
              <p14:nvPr/>
            </p14:nvContentPartPr>
            <p14:xfrm>
              <a:off x="8338360" y="2252120"/>
              <a:ext cx="68400" cy="26028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258F300A-299A-1309-DE39-E49D8569FA69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8332240" y="2246000"/>
                <a:ext cx="80640" cy="27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9EE2E7E3-02FE-5144-D125-48EB335EFCAE}"/>
                  </a:ext>
                </a:extLst>
              </p14:cNvPr>
              <p14:cNvContentPartPr/>
              <p14:nvPr/>
            </p14:nvContentPartPr>
            <p14:xfrm>
              <a:off x="8331160" y="2184080"/>
              <a:ext cx="1800" cy="3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9EE2E7E3-02FE-5144-D125-48EB335EFCAE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8325040" y="2177960"/>
                <a:ext cx="1404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7E43B604-25C4-8279-42F8-CAA0C6EC422B}"/>
                  </a:ext>
                </a:extLst>
              </p14:cNvPr>
              <p14:cNvContentPartPr/>
              <p14:nvPr/>
            </p14:nvContentPartPr>
            <p14:xfrm>
              <a:off x="8415760" y="563720"/>
              <a:ext cx="2515320" cy="164628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7E43B604-25C4-8279-42F8-CAA0C6EC422B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8409640" y="557600"/>
                <a:ext cx="2527560" cy="16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3394787C-505D-9671-C330-DA0035F08F79}"/>
                  </a:ext>
                </a:extLst>
              </p14:cNvPr>
              <p14:cNvContentPartPr/>
              <p14:nvPr/>
            </p14:nvContentPartPr>
            <p14:xfrm>
              <a:off x="10631200" y="667400"/>
              <a:ext cx="530280" cy="49500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3394787C-505D-9671-C330-DA0035F08F79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10625080" y="661280"/>
                <a:ext cx="542520" cy="50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31EFCB4E-148B-CF1E-B3C4-E77733964A0E}"/>
                  </a:ext>
                </a:extLst>
              </p14:cNvPr>
              <p14:cNvContentPartPr/>
              <p14:nvPr/>
            </p14:nvContentPartPr>
            <p14:xfrm>
              <a:off x="11013160" y="685400"/>
              <a:ext cx="347760" cy="27936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31EFCB4E-148B-CF1E-B3C4-E77733964A0E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11007040" y="679280"/>
                <a:ext cx="360000" cy="29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289C5C9B-074A-4CD9-324D-6BBDFCD49D95}"/>
                  </a:ext>
                </a:extLst>
              </p14:cNvPr>
              <p14:cNvContentPartPr/>
              <p14:nvPr/>
            </p14:nvContentPartPr>
            <p14:xfrm>
              <a:off x="11260480" y="558680"/>
              <a:ext cx="297000" cy="31896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289C5C9B-074A-4CD9-324D-6BBDFCD49D95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11254360" y="552560"/>
                <a:ext cx="309240" cy="33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2FBF925B-AED1-A6C9-AADC-DC7C76F796E5}"/>
                  </a:ext>
                </a:extLst>
              </p14:cNvPr>
              <p14:cNvContentPartPr/>
              <p14:nvPr/>
            </p14:nvContentPartPr>
            <p14:xfrm>
              <a:off x="11410240" y="643280"/>
              <a:ext cx="365760" cy="1706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2FBF925B-AED1-A6C9-AADC-DC7C76F796E5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11404120" y="637160"/>
                <a:ext cx="378000" cy="18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3498AD21-C62D-FB0E-532F-A21A6FC8ACE0}"/>
              </a:ext>
            </a:extLst>
          </p:cNvPr>
          <p:cNvGrpSpPr/>
          <p:nvPr/>
        </p:nvGrpSpPr>
        <p:grpSpPr>
          <a:xfrm>
            <a:off x="7934080" y="2497640"/>
            <a:ext cx="3471120" cy="991440"/>
            <a:chOff x="7934080" y="2497640"/>
            <a:chExt cx="3471120" cy="99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D00AE02-D249-F125-5BDF-C802ADDCF6A6}"/>
                    </a:ext>
                  </a:extLst>
                </p14:cNvPr>
                <p14:cNvContentPartPr/>
                <p14:nvPr/>
              </p14:nvContentPartPr>
              <p14:xfrm>
                <a:off x="7934080" y="2877800"/>
                <a:ext cx="560880" cy="501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D00AE02-D249-F125-5BDF-C802ADDCF6A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927960" y="2871680"/>
                  <a:ext cx="573120" cy="51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11D8CEA-80D1-F83D-9422-4482C8120D2D}"/>
                    </a:ext>
                  </a:extLst>
                </p14:cNvPr>
                <p14:cNvContentPartPr/>
                <p14:nvPr/>
              </p14:nvContentPartPr>
              <p14:xfrm>
                <a:off x="8525920" y="2884280"/>
                <a:ext cx="1971360" cy="2840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11D8CEA-80D1-F83D-9422-4482C8120D2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519800" y="2878160"/>
                  <a:ext cx="19836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6740E2A-F247-E1B0-9613-D7126AE158A3}"/>
                    </a:ext>
                  </a:extLst>
                </p14:cNvPr>
                <p14:cNvContentPartPr/>
                <p14:nvPr/>
              </p14:nvContentPartPr>
              <p14:xfrm>
                <a:off x="10235200" y="2595920"/>
                <a:ext cx="658440" cy="5238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6740E2A-F247-E1B0-9613-D7126AE158A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229080" y="2589800"/>
                  <a:ext cx="67068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BED3D8E-4724-1B54-9B99-4E7E394346E4}"/>
                    </a:ext>
                  </a:extLst>
                </p14:cNvPr>
                <p14:cNvContentPartPr/>
                <p14:nvPr/>
              </p14:nvContentPartPr>
              <p14:xfrm>
                <a:off x="10710040" y="2497640"/>
                <a:ext cx="394560" cy="520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BED3D8E-4724-1B54-9B99-4E7E394346E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703920" y="2491520"/>
                  <a:ext cx="40680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C63DF47-F08B-A5B9-5487-0BABA4229056}"/>
                    </a:ext>
                  </a:extLst>
                </p14:cNvPr>
                <p14:cNvContentPartPr/>
                <p14:nvPr/>
              </p14:nvContentPartPr>
              <p14:xfrm>
                <a:off x="10912000" y="2531480"/>
                <a:ext cx="493200" cy="27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C63DF47-F08B-A5B9-5487-0BABA422905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905880" y="2525360"/>
                  <a:ext cx="50544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CE2F118-54EA-4EC2-48E9-220A82996792}"/>
                    </a:ext>
                  </a:extLst>
                </p14:cNvPr>
                <p14:cNvContentPartPr/>
                <p14:nvPr/>
              </p14:nvContentPartPr>
              <p14:xfrm>
                <a:off x="10384600" y="3131600"/>
                <a:ext cx="872640" cy="357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CE2F118-54EA-4EC2-48E9-220A8299679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378480" y="3125480"/>
                  <a:ext cx="884880" cy="36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DD42BEC-7267-CF7C-0401-89889AFC1E0D}"/>
                  </a:ext>
                </a:extLst>
              </p14:cNvPr>
              <p14:cNvContentPartPr/>
              <p14:nvPr/>
            </p14:nvContentPartPr>
            <p14:xfrm>
              <a:off x="-271040" y="2252120"/>
              <a:ext cx="360" cy="36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DD42BEC-7267-CF7C-0401-89889AFC1E0D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-277160" y="2246000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A* intuition: cost so far plus estimated cost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A* combines what we know with what we guess.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02A43"/>
                </a:solidFill>
              </a:rPr>
              <a:t>score = g + h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417320" y="2606040"/>
            <a:ext cx="274320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17320" y="2606040"/>
            <a:ext cx="109728" cy="1097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45920" y="277063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3136392"/>
            <a:ext cx="2423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How many steps have I already taken?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2606040"/>
            <a:ext cx="274320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09160" y="2606040"/>
            <a:ext cx="109728" cy="109728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37760" y="277063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136392"/>
            <a:ext cx="2423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How far do I estimate remains?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606040"/>
            <a:ext cx="274320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001000" y="2606040"/>
            <a:ext cx="109728" cy="109728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0" y="277063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score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0" y="3136392"/>
            <a:ext cx="2423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Which cell should I try next?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489204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2A43"/>
                </a:solidFill>
              </a:rPr>
              <a:t>We will treat A* as intuition, not a full implementation requirement.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46CD074-7427-3DA9-4F1F-7B372B09D8A2}"/>
                  </a:ext>
                </a:extLst>
              </p14:cNvPr>
              <p14:cNvContentPartPr/>
              <p14:nvPr/>
            </p14:nvContentPartPr>
            <p14:xfrm>
              <a:off x="6123640" y="2114240"/>
              <a:ext cx="428040" cy="1454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46CD074-7427-3DA9-4F1F-7B372B09D8A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520" y="2108120"/>
                <a:ext cx="44028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F2E7EABA-5E2E-B775-9FD8-65D23A38D270}"/>
                  </a:ext>
                </a:extLst>
              </p14:cNvPr>
              <p14:cNvContentPartPr/>
              <p14:nvPr/>
            </p14:nvContentPartPr>
            <p14:xfrm>
              <a:off x="6907360" y="2150240"/>
              <a:ext cx="239400" cy="1458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F2E7EABA-5E2E-B775-9FD8-65D23A38D27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901240" y="2144120"/>
                <a:ext cx="25164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B9C91D5-C311-89B1-E914-7AEF59FCA04C}"/>
                  </a:ext>
                </a:extLst>
              </p14:cNvPr>
              <p14:cNvContentPartPr/>
              <p14:nvPr/>
            </p14:nvContentPartPr>
            <p14:xfrm>
              <a:off x="-465800" y="1930280"/>
              <a:ext cx="36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B9C91D5-C311-89B1-E914-7AEF59FCA04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471920" y="1924160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Debugging search code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Most bugs are not “AI bugs”; they are representation bugs.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572768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70432" y="1463040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Print current cell each loop.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2048256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70432" y="1938528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Print frontier length and visited size.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2523744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70432" y="2414016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Check row/column order.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2999232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70432" y="288950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Mark visited when adding to frontier, not too late.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14400" y="3474720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Confirm start and goal were found.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4400" y="3950208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70432" y="3840480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</a:rPr>
              <a:t>Test tiny mazes before big mazes.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AF2A3B37-533F-A224-E49D-59A6370EE998}"/>
                  </a:ext>
                </a:extLst>
              </p14:cNvPr>
              <p14:cNvContentPartPr/>
              <p14:nvPr/>
            </p14:nvContentPartPr>
            <p14:xfrm>
              <a:off x="279040" y="1408280"/>
              <a:ext cx="788040" cy="28494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AF2A3B37-533F-A224-E49D-59A6370EE99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2920" y="1402160"/>
                <a:ext cx="800280" cy="28616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did we build?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 search-based AI agent.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324612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1508760"/>
            <a:ext cx="109728" cy="11430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1560" y="16733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It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039112"/>
            <a:ext cx="292608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states, actions, goals, and legal moves.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508760"/>
            <a:ext cx="324612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34840" y="1508760"/>
            <a:ext cx="109728" cy="11430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63440" y="16733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It remembers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039112"/>
            <a:ext cx="292608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visited cells, frontier, and came_from links.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508760"/>
            <a:ext cx="324612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  <a:effectLst>
            <a:outerShdw blurRad="12700" dist="889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46720" y="1508760"/>
            <a:ext cx="109728" cy="114300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75320" y="16733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A43"/>
                </a:solidFill>
              </a:rPr>
              <a:t>It decides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75320" y="2039112"/>
            <a:ext cx="292608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</a:rPr>
              <a:t>which future state to explore next.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36576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5757"/>
                </a:solidFill>
              </a:rPr>
              <a:t>Important: it does not learn from data yet.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05840" y="431596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2A43"/>
                </a:solidFill>
              </a:rPr>
              <a:t>It is still AI because it acts intelligently by searching possible actions.</a:t>
            </a:r>
            <a:endParaRPr lang="en-US" sz="17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BF5873B-F576-7AF2-64B6-CEBD42256783}"/>
                  </a:ext>
                </a:extLst>
              </p14:cNvPr>
              <p14:cNvContentPartPr/>
              <p14:nvPr/>
            </p14:nvContentPartPr>
            <p14:xfrm>
              <a:off x="185080" y="3149600"/>
              <a:ext cx="805680" cy="12762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BF5873B-F576-7AF2-64B6-CEBD4225678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8960" y="3143480"/>
                <a:ext cx="817920" cy="1288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B406B1B-14B2-540D-AF81-2263E2B9FF55}"/>
                  </a:ext>
                </a:extLst>
              </p14:cNvPr>
              <p14:cNvContentPartPr/>
              <p14:nvPr/>
            </p14:nvContentPartPr>
            <p14:xfrm>
              <a:off x="3640000" y="710600"/>
              <a:ext cx="5089680" cy="3896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B406B1B-14B2-540D-AF81-2263E2B9FF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33880" y="704480"/>
                <a:ext cx="5101920" cy="39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D4A0EBC-A39B-C843-53DC-F1758E1D9764}"/>
                  </a:ext>
                </a:extLst>
              </p14:cNvPr>
              <p14:cNvContentPartPr/>
              <p14:nvPr/>
            </p14:nvContentPartPr>
            <p14:xfrm>
              <a:off x="4731880" y="1955480"/>
              <a:ext cx="3407400" cy="2652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D4A0EBC-A39B-C843-53DC-F1758E1D976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25760" y="1949360"/>
                <a:ext cx="3419640" cy="266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C6E1EA0-02E7-8003-36CB-7EED70DEAF9F}"/>
                  </a:ext>
                </a:extLst>
              </p14:cNvPr>
              <p14:cNvContentPartPr/>
              <p14:nvPr/>
            </p14:nvContentPartPr>
            <p14:xfrm>
              <a:off x="5873800" y="3362000"/>
              <a:ext cx="1909800" cy="9457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C6E1EA0-02E7-8003-36CB-7EED70DEAF9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867680" y="3355880"/>
                <a:ext cx="1922040" cy="95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CD9F8E7-D0C7-0E4E-E595-CF1524DD25AA}"/>
                  </a:ext>
                </a:extLst>
              </p14:cNvPr>
              <p14:cNvContentPartPr/>
              <p14:nvPr/>
            </p14:nvContentPartPr>
            <p14:xfrm>
              <a:off x="5105200" y="2463080"/>
              <a:ext cx="576000" cy="3060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CD9F8E7-D0C7-0E4E-E595-CF1524DD25A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099080" y="2456960"/>
                <a:ext cx="588240" cy="31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60BE818-8B3E-B07D-0A13-9909579F82DD}"/>
                  </a:ext>
                </a:extLst>
              </p14:cNvPr>
              <p14:cNvContentPartPr/>
              <p14:nvPr/>
            </p14:nvContentPartPr>
            <p14:xfrm>
              <a:off x="5723320" y="2269760"/>
              <a:ext cx="751320" cy="2905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60BE818-8B3E-B07D-0A13-9909579F82D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717200" y="2263640"/>
                <a:ext cx="763560" cy="30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2511688-6B31-00EC-5BA7-91DF8E478033}"/>
                  </a:ext>
                </a:extLst>
              </p14:cNvPr>
              <p14:cNvContentPartPr/>
              <p14:nvPr/>
            </p14:nvContentPartPr>
            <p14:xfrm>
              <a:off x="6468520" y="3698240"/>
              <a:ext cx="380880" cy="2502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2511688-6B31-00EC-5BA7-91DF8E47803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462400" y="3692120"/>
                <a:ext cx="393120" cy="26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78E5292-6BC8-3944-7985-CEF7B2CC5A01}"/>
                  </a:ext>
                </a:extLst>
              </p14:cNvPr>
              <p14:cNvContentPartPr/>
              <p14:nvPr/>
            </p14:nvContentPartPr>
            <p14:xfrm>
              <a:off x="6904480" y="3594200"/>
              <a:ext cx="470880" cy="2440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78E5292-6BC8-3944-7985-CEF7B2CC5A01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898360" y="3588080"/>
                <a:ext cx="48312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E6A7E0C-5053-27F3-24D4-761FF2310B12}"/>
                  </a:ext>
                </a:extLst>
              </p14:cNvPr>
              <p14:cNvContentPartPr/>
              <p14:nvPr/>
            </p14:nvContentPartPr>
            <p14:xfrm>
              <a:off x="4654120" y="1135760"/>
              <a:ext cx="417600" cy="5839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E6A7E0C-5053-27F3-24D4-761FF2310B1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648000" y="1129640"/>
                <a:ext cx="429840" cy="59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A585505-E35B-AC0D-6468-44BA1D6333AD}"/>
                  </a:ext>
                </a:extLst>
              </p14:cNvPr>
              <p14:cNvContentPartPr/>
              <p14:nvPr/>
            </p14:nvContentPartPr>
            <p14:xfrm>
              <a:off x="4580320" y="1406840"/>
              <a:ext cx="349560" cy="41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A585505-E35B-AC0D-6468-44BA1D6333AD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574200" y="1400720"/>
                <a:ext cx="36180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97CB1A5C-6AC0-0957-25BE-B705E7BDA012}"/>
                  </a:ext>
                </a:extLst>
              </p14:cNvPr>
              <p14:cNvContentPartPr/>
              <p14:nvPr/>
            </p14:nvContentPartPr>
            <p14:xfrm>
              <a:off x="5105200" y="1168160"/>
              <a:ext cx="185400" cy="174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97CB1A5C-6AC0-0957-25BE-B705E7BDA01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099080" y="1162040"/>
                <a:ext cx="19764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3C349E9-7B57-BF65-CAF4-E523E923B9B6}"/>
                  </a:ext>
                </a:extLst>
              </p14:cNvPr>
              <p14:cNvContentPartPr/>
              <p14:nvPr/>
            </p14:nvContentPartPr>
            <p14:xfrm>
              <a:off x="6320560" y="705560"/>
              <a:ext cx="1099440" cy="530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3C349E9-7B57-BF65-CAF4-E523E923B9B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14440" y="699440"/>
                <a:ext cx="1111680" cy="54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E4C766E5-1280-DDB4-7D56-07F181D28310}"/>
                  </a:ext>
                </a:extLst>
              </p14:cNvPr>
              <p14:cNvContentPartPr/>
              <p14:nvPr/>
            </p14:nvContentPartPr>
            <p14:xfrm>
              <a:off x="7052440" y="1757120"/>
              <a:ext cx="1620360" cy="11386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E4C766E5-1280-DDB4-7D56-07F181D2831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046320" y="1751000"/>
                <a:ext cx="1632600" cy="11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7D96615-C05F-5BFD-07E5-620B4B8E0A08}"/>
                  </a:ext>
                </a:extLst>
              </p14:cNvPr>
              <p14:cNvContentPartPr/>
              <p14:nvPr/>
            </p14:nvContentPartPr>
            <p14:xfrm>
              <a:off x="8534200" y="1726880"/>
              <a:ext cx="198720" cy="1875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7D96615-C05F-5BFD-07E5-620B4B8E0A0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528080" y="1720760"/>
                <a:ext cx="210960" cy="19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6DE0AA4-F10F-23E4-3D38-B144ACE306DB}"/>
                  </a:ext>
                </a:extLst>
              </p14:cNvPr>
              <p14:cNvContentPartPr/>
              <p14:nvPr/>
            </p14:nvContentPartPr>
            <p14:xfrm>
              <a:off x="7475800" y="3090200"/>
              <a:ext cx="2307240" cy="6775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6DE0AA4-F10F-23E4-3D38-B144ACE306D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469680" y="3084080"/>
                <a:ext cx="2319480" cy="68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0E202E05-C9DC-FDB6-4438-B499634F9318}"/>
                  </a:ext>
                </a:extLst>
              </p14:cNvPr>
              <p14:cNvContentPartPr/>
              <p14:nvPr/>
            </p14:nvContentPartPr>
            <p14:xfrm>
              <a:off x="9677200" y="2946200"/>
              <a:ext cx="111240" cy="2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0E202E05-C9DC-FDB6-4438-B499634F931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671080" y="2940080"/>
                <a:ext cx="123480" cy="30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A7E3F282-C2CB-A260-D5DA-3EA2CEBC855E}"/>
              </a:ext>
            </a:extLst>
          </p:cNvPr>
          <p:cNvGrpSpPr/>
          <p:nvPr/>
        </p:nvGrpSpPr>
        <p:grpSpPr>
          <a:xfrm>
            <a:off x="10049800" y="1811840"/>
            <a:ext cx="1860120" cy="2171880"/>
            <a:chOff x="10049800" y="1811840"/>
            <a:chExt cx="1860120" cy="21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D3D33EB-B838-D8DE-C567-EF4437AF3519}"/>
                    </a:ext>
                  </a:extLst>
                </p14:cNvPr>
                <p14:cNvContentPartPr/>
                <p14:nvPr/>
              </p14:nvContentPartPr>
              <p14:xfrm>
                <a:off x="10049800" y="2494400"/>
                <a:ext cx="326880" cy="612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D3D33EB-B838-D8DE-C567-EF4437AF351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43680" y="2488280"/>
                  <a:ext cx="339120" cy="62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7B51C0-FF89-0109-89E2-3A0EDFD0DF72}"/>
                    </a:ext>
                  </a:extLst>
                </p14:cNvPr>
                <p14:cNvContentPartPr/>
                <p14:nvPr/>
              </p14:nvContentPartPr>
              <p14:xfrm>
                <a:off x="10566760" y="2572160"/>
                <a:ext cx="142920" cy="131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7B51C0-FF89-0109-89E2-3A0EDFD0DF7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560640" y="2566040"/>
                  <a:ext cx="1551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6E564E9-26AA-A992-384E-C5E72C69A101}"/>
                    </a:ext>
                  </a:extLst>
                </p14:cNvPr>
                <p14:cNvContentPartPr/>
                <p14:nvPr/>
              </p14:nvContentPartPr>
              <p14:xfrm>
                <a:off x="10760800" y="2314400"/>
                <a:ext cx="96480" cy="226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6E564E9-26AA-A992-384E-C5E72C69A10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754680" y="2308280"/>
                  <a:ext cx="1087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4195F78-C091-A510-B0EB-1424EB10C599}"/>
                    </a:ext>
                  </a:extLst>
                </p14:cNvPr>
                <p14:cNvContentPartPr/>
                <p14:nvPr/>
              </p14:nvContentPartPr>
              <p14:xfrm>
                <a:off x="10913440" y="2107400"/>
                <a:ext cx="130680" cy="258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4195F78-C091-A510-B0EB-1424EB10C59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907320" y="2101280"/>
                  <a:ext cx="142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882773D-46CC-32F4-B4FF-C5C4DB159900}"/>
                    </a:ext>
                  </a:extLst>
                </p14:cNvPr>
                <p14:cNvContentPartPr/>
                <p14:nvPr/>
              </p14:nvContentPartPr>
              <p14:xfrm>
                <a:off x="11152840" y="2023520"/>
                <a:ext cx="187560" cy="296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882773D-46CC-32F4-B4FF-C5C4DB15990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146720" y="2017400"/>
                  <a:ext cx="199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9EFA1A8-53AB-D1B0-80A0-B114AA830815}"/>
                    </a:ext>
                  </a:extLst>
                </p14:cNvPr>
                <p14:cNvContentPartPr/>
                <p14:nvPr/>
              </p14:nvContentPartPr>
              <p14:xfrm>
                <a:off x="11234920" y="1811840"/>
                <a:ext cx="179640" cy="172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9EFA1A8-53AB-D1B0-80A0-B114AA83081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228800" y="1805720"/>
                  <a:ext cx="191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014A98F-F7AA-F145-1FC6-3B671DDDBFB7}"/>
                    </a:ext>
                  </a:extLst>
                </p14:cNvPr>
                <p14:cNvContentPartPr/>
                <p14:nvPr/>
              </p14:nvContentPartPr>
              <p14:xfrm>
                <a:off x="10168240" y="3251120"/>
                <a:ext cx="415080" cy="732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014A98F-F7AA-F145-1FC6-3B671DDDBFB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162120" y="3245000"/>
                  <a:ext cx="427320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65C8FF6-A78C-62CF-F0D7-B25337B7A597}"/>
                    </a:ext>
                  </a:extLst>
                </p14:cNvPr>
                <p14:cNvContentPartPr/>
                <p14:nvPr/>
              </p14:nvContentPartPr>
              <p14:xfrm>
                <a:off x="10837120" y="2966000"/>
                <a:ext cx="361440" cy="641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65C8FF6-A78C-62CF-F0D7-B25337B7A59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831000" y="2959880"/>
                  <a:ext cx="37368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B700E80-E742-E330-5BEB-70C665E6775A}"/>
                    </a:ext>
                  </a:extLst>
                </p14:cNvPr>
                <p14:cNvContentPartPr/>
                <p14:nvPr/>
              </p14:nvContentPartPr>
              <p14:xfrm>
                <a:off x="10989400" y="2664320"/>
                <a:ext cx="483840" cy="688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B700E80-E742-E330-5BEB-70C665E6775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983280" y="2658200"/>
                  <a:ext cx="496080" cy="70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CF69CD7-F8B1-AE1D-F5E4-A53FFD9ECE66}"/>
                    </a:ext>
                  </a:extLst>
                </p14:cNvPr>
                <p14:cNvContentPartPr/>
                <p14:nvPr/>
              </p14:nvContentPartPr>
              <p14:xfrm>
                <a:off x="11412760" y="2496920"/>
                <a:ext cx="197280" cy="230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CF69CD7-F8B1-AE1D-F5E4-A53FFD9ECE6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406640" y="2490800"/>
                  <a:ext cx="2095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BF75A21-F258-C790-EDA2-FE0BE2088534}"/>
                    </a:ext>
                  </a:extLst>
                </p14:cNvPr>
                <p14:cNvContentPartPr/>
                <p14:nvPr/>
              </p14:nvContentPartPr>
              <p14:xfrm>
                <a:off x="11614720" y="2364440"/>
                <a:ext cx="99720" cy="197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BF75A21-F258-C790-EDA2-FE0BE208853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608600" y="2358320"/>
                  <a:ext cx="1119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8DF1C15-8F84-E953-6936-1359EDF2C662}"/>
                    </a:ext>
                  </a:extLst>
                </p14:cNvPr>
                <p14:cNvContentPartPr/>
                <p14:nvPr/>
              </p14:nvContentPartPr>
              <p14:xfrm>
                <a:off x="11692120" y="2226560"/>
                <a:ext cx="217800" cy="243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8DF1C15-8F84-E953-6936-1359EDF2C66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686000" y="2220440"/>
                  <a:ext cx="23004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346BA19-9512-83A2-8A88-CB5E3B508915}"/>
                    </a:ext>
                  </a:extLst>
                </p14:cNvPr>
                <p14:cNvContentPartPr/>
                <p14:nvPr/>
              </p14:nvContentPartPr>
              <p14:xfrm>
                <a:off x="11809120" y="2289560"/>
                <a:ext cx="93240" cy="182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346BA19-9512-83A2-8A88-CB5E3B50891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803000" y="2283440"/>
                  <a:ext cx="105480" cy="195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132143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Exit ticket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77A"/>
                </a:solidFill>
              </a:rPr>
              <a:t>Answer individually before leaving.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88136"/>
            <a:ext cx="11155680" cy="0"/>
          </a:xfrm>
          <a:prstGeom prst="line">
            <a:avLst/>
          </a:prstGeom>
          <a:noFill/>
          <a:ln w="16510">
            <a:solidFill>
              <a:srgbClr val="E8E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" y="65105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69A"/>
                </a:solidFill>
              </a:rPr>
              <a:t>Fundamentals of AI Bootcamp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005840" y="1618488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1872" y="1508760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7"/>
                </a:solidFill>
              </a:rPr>
              <a:t>Is the maze solver learning? Why or why not?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05840" y="2093976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61872" y="198424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7"/>
                </a:solidFill>
              </a:rPr>
              <a:t>What did the set remember?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005840" y="2569464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61872" y="245973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7"/>
                </a:solidFill>
              </a:rPr>
              <a:t>What is the difference between a stack and a queue?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005840" y="3044952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61872" y="293522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7"/>
                </a:solidFill>
              </a:rPr>
              <a:t>Why does BFS find a shortest path when every move costs 1?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005840" y="3520440"/>
            <a:ext cx="109728" cy="109728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261872" y="341071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7"/>
                </a:solidFill>
              </a:rPr>
              <a:t>Name one failure mode of a heuristic.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4400" y="56235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2A43"/>
                </a:solidFill>
              </a:rPr>
              <a:t>Next: can a computer learn a rule from examples instead of being given the rule?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2A069B0-C329-AAD5-0B48-92D263176587}"/>
                  </a:ext>
                </a:extLst>
              </p14:cNvPr>
              <p14:cNvContentPartPr/>
              <p14:nvPr/>
            </p14:nvContentPartPr>
            <p14:xfrm>
              <a:off x="1938640" y="1936760"/>
              <a:ext cx="1990800" cy="968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2A069B0-C329-AAD5-0B48-92D26317658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32520" y="1930640"/>
                <a:ext cx="2003040" cy="10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2F2DD5E-34FA-F7C5-6129-C52CEA088754}"/>
                  </a:ext>
                </a:extLst>
              </p14:cNvPr>
              <p14:cNvContentPartPr/>
              <p14:nvPr/>
            </p14:nvContentPartPr>
            <p14:xfrm>
              <a:off x="2462800" y="2022440"/>
              <a:ext cx="1602360" cy="4190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2F2DD5E-34FA-F7C5-6129-C52CEA08875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456680" y="2016320"/>
                <a:ext cx="1614600" cy="43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1BFEAC85-0615-F222-88B9-32416B7E2928}"/>
                  </a:ext>
                </a:extLst>
              </p14:cNvPr>
              <p14:cNvContentPartPr/>
              <p14:nvPr/>
            </p14:nvContentPartPr>
            <p14:xfrm>
              <a:off x="2158960" y="3395120"/>
              <a:ext cx="3117240" cy="630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1BFEAC85-0615-F222-88B9-32416B7E292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152840" y="3389000"/>
                <a:ext cx="312948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B1FA343-4127-4662-6C4B-E441FE4F9DCC}"/>
                  </a:ext>
                </a:extLst>
              </p14:cNvPr>
              <p14:cNvContentPartPr/>
              <p14:nvPr/>
            </p14:nvContentPartPr>
            <p14:xfrm>
              <a:off x="4376920" y="2852960"/>
              <a:ext cx="2229840" cy="1022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B1FA343-4127-4662-6C4B-E441FE4F9DC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370800" y="2846840"/>
                <a:ext cx="2242080" cy="11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2AE05F2D-F664-B683-C34A-53D78EAC8CD3}"/>
                  </a:ext>
                </a:extLst>
              </p14:cNvPr>
              <p14:cNvContentPartPr/>
              <p14:nvPr/>
            </p14:nvContentPartPr>
            <p14:xfrm>
              <a:off x="2014960" y="3655400"/>
              <a:ext cx="3299400" cy="2307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2AE05F2D-F664-B683-C34A-53D78EAC8CD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008840" y="3649280"/>
                <a:ext cx="3311640" cy="24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B4EB9CE4-3407-682B-C263-33910DE3D9AE}"/>
                  </a:ext>
                </a:extLst>
              </p14:cNvPr>
              <p14:cNvContentPartPr/>
              <p14:nvPr/>
            </p14:nvContentPartPr>
            <p14:xfrm>
              <a:off x="2113080" y="3341840"/>
              <a:ext cx="732960" cy="4248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B4EB9CE4-3407-682B-C263-33910DE3D9AE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106960" y="3335720"/>
                <a:ext cx="74520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6E73391-BDB8-76FD-C5F8-20C3EF2A79D4}"/>
                  </a:ext>
                </a:extLst>
              </p14:cNvPr>
              <p14:cNvContentPartPr/>
              <p14:nvPr/>
            </p14:nvContentPartPr>
            <p14:xfrm>
              <a:off x="4033320" y="3744680"/>
              <a:ext cx="645120" cy="1076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6E73391-BDB8-76FD-C5F8-20C3EF2A79D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027200" y="3738560"/>
                <a:ext cx="657360" cy="119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1585</TotalTime>
  <Words>4023</Words>
  <Application>Microsoft Office PowerPoint</Application>
  <PresentationFormat>Widescreen</PresentationFormat>
  <Paragraphs>415</Paragraphs>
  <Slides>37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Fundamentals of AI Bootcamp - Intelligent Agents and Search</dc:title>
  <dc:subject>Fundamentals of AI Bootcamp - Intelligent Agents and Search</dc:subject>
  <dc:creator>OpenAI</dc:creator>
  <cp:lastModifiedBy>Winner Admasu Abula</cp:lastModifiedBy>
  <cp:revision>6</cp:revision>
  <dcterms:created xsi:type="dcterms:W3CDTF">2026-08-08T04:24:05Z</dcterms:created>
  <dcterms:modified xsi:type="dcterms:W3CDTF">2026-08-22T06:42:55Z</dcterms:modified>
</cp:coreProperties>
</file>